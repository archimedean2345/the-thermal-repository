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57" r:id="rId3"/>
    <p:sldId id="258" r:id="rId4"/>
    <p:sldId id="259" r:id="rId5"/>
    <p:sldId id="265" r:id="rId6"/>
    <p:sldId id="266" r:id="rId7"/>
    <p:sldId id="267" r:id="rId8"/>
    <p:sldId id="268" r:id="rId9"/>
    <p:sldId id="269" r:id="rId10"/>
    <p:sldId id="271" r:id="rId11"/>
    <p:sldId id="270" r:id="rId12"/>
    <p:sldId id="280" r:id="rId13"/>
    <p:sldId id="281" r:id="rId14"/>
    <p:sldId id="283" r:id="rId15"/>
    <p:sldId id="284" r:id="rId16"/>
    <p:sldId id="285" r:id="rId17"/>
    <p:sldId id="282" r:id="rId18"/>
    <p:sldId id="272" r:id="rId19"/>
    <p:sldId id="273" r:id="rId20"/>
    <p:sldId id="274" r:id="rId21"/>
    <p:sldId id="275" r:id="rId22"/>
    <p:sldId id="277" r:id="rId23"/>
    <p:sldId id="278" r:id="rId24"/>
    <p:sldId id="286" r:id="rId25"/>
    <p:sldId id="279" r:id="rId26"/>
    <p:sldId id="287" r:id="rId27"/>
    <p:sldId id="288" r:id="rId28"/>
    <p:sldId id="261" r:id="rId29"/>
    <p:sldId id="264" r:id="rId30"/>
    <p:sldId id="262" r:id="rId31"/>
    <p:sldId id="263" r:id="rId32"/>
    <p:sldId id="289" r:id="rId3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09" autoAdjust="0"/>
    <p:restoredTop sz="81693" autoAdjust="0"/>
  </p:normalViewPr>
  <p:slideViewPr>
    <p:cSldViewPr snapToGrid="0">
      <p:cViewPr varScale="1">
        <p:scale>
          <a:sx n="55" d="100"/>
          <a:sy n="55" d="100"/>
        </p:scale>
        <p:origin x="204" y="42"/>
      </p:cViewPr>
      <p:guideLst/>
    </p:cSldViewPr>
  </p:slideViewPr>
  <p:notesTextViewPr>
    <p:cViewPr>
      <p:scale>
        <a:sx n="1" d="1"/>
        <a:sy n="1" d="1"/>
      </p:scale>
      <p:origin x="0" y="-4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xmlns:c16r2="http://schemas.microsoft.com/office/drawing/2015/06/char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35160536"/>
        <c:axId val="335161320"/>
      </c:scatterChart>
      <c:valAx>
        <c:axId val="33516053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35161320"/>
        <c:crosses val="autoZero"/>
        <c:crossBetween val="midCat"/>
      </c:valAx>
      <c:valAx>
        <c:axId val="33516132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3516053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21/10/2025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sz="1200" dirty="0" smtClean="0"/>
              <a:t>Título del trabajo de investigación y fecha. </a:t>
            </a:r>
          </a:p>
          <a:p>
            <a:r>
              <a:rPr lang="es-MX" sz="1200" dirty="0" smtClean="0"/>
              <a:t>Nombre del estudiante, número de estudiante</a:t>
            </a:r>
          </a:p>
          <a:p>
            <a:r>
              <a:rPr lang="es-MX" sz="1200" dirty="0" smtClean="0"/>
              <a:t>Supervisor Académico</a:t>
            </a:r>
          </a:p>
          <a:p>
            <a:r>
              <a:rPr lang="es-MX" sz="1200" dirty="0" smtClean="0"/>
              <a:t>Palabras clave: 2 sobre los conceptos, 2 sobre los métodos, 1 sobre el campo de observación. </a:t>
            </a:r>
          </a:p>
          <a:p>
            <a:r>
              <a:rPr lang="es-MX" sz="1200" dirty="0" smtClean="0"/>
              <a:t>Departamento, Universidad</a:t>
            </a:r>
            <a:endParaRPr lang="es-MX" sz="1200"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2BDB245-CECD-89CE-B664-2CC8D187A9BC}"/>
              </a:ext>
            </a:extLst>
          </p:cNvPr>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xmlns="" id="{A7F57656-A1B3-EA52-D886-4E6C01672D26}"/>
              </a:ext>
            </a:extLst>
          </p:cNvPr>
          <p:cNvSpPr>
            <a:spLocks noGrp="1"/>
          </p:cNvSpPr>
          <p:nvPr>
            <p:ph type="sldNum" sz="quarter" idx="5"/>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CA16216-C1B7-06B6-1C48-21A033CE44B4}"/>
              </a:ext>
            </a:extLst>
          </p:cNvPr>
          <p:cNvSpPr>
            <a:spLocks noGrp="1"/>
          </p:cNvSpPr>
          <p:nvPr>
            <p:ph type="sldNum" sz="quarter" idx="5"/>
          </p:nvPr>
        </p:nvSpPr>
        <p:spPr/>
        <p:txBody>
          <a:bodyPr/>
          <a:lstStyle/>
          <a:p>
            <a:fld id="{DB28F327-BEE5-45AC-9CE6-84AF0ACB1493}" type="slidenum">
              <a:rPr lang="es-MX" smtClean="0"/>
              <a:t>8</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2A9A8C79-6B0F-1272-769E-1604E7A38E7E}"/>
              </a:ext>
            </a:extLst>
          </p:cNvPr>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E07417BD-5542-D618-A913-46D99F70A70D}"/>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A08AA826-DE5D-8987-747F-54A3BB500240}"/>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9664074F-D602-7BA4-F9BA-23096A9C6A38}"/>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7F45A3EC-518F-4874-4E15-BD41DD47172C}"/>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9613C39C-8B5F-3765-1484-F2205D391090}"/>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406BC02-B764-5E67-CBC6-E22C444008BB}"/>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652DCEEE-E07C-E210-6E45-2CC589218B89}"/>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17A06162-F436-5B7E-9088-189F02566719}"/>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xmlns="" id="{623A789C-4886-A0E5-19F8-9831EADBA6A6}"/>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BE456964-3528-D9A1-7629-89B88C0007C0}"/>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704A619-3851-BE3A-0E11-A37FFBF75140}"/>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B90464B-C3A1-A13C-0087-D33DBA175332}"/>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23C1211-D21A-F39B-CA9C-2B2EBF97B8F1}"/>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E01E37A-A885-024B-3CE1-005FB890C64A}"/>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03598296-8EC7-E502-6F68-E99DAF522D72}"/>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4609BF8-7980-12F8-2456-9CB5C9E586DC}"/>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E125C349-FDA0-328B-61A4-41A3D521F7BE}"/>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897523A9-CFD7-7340-FF11-FB4447A3F7A3}"/>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xmlns=""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xmlns="" id="{464258EB-91E8-2924-CBD4-96B87E7215B3}"/>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1FBF5EA1-958A-FE14-14ED-F5DDBBF4E116}"/>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66983407-AB5D-BF9A-FBAB-084762521C54}"/>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xmlns=""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xmlns="" id="{2287A35D-19C4-6423-2182-6F7AEF7D868A}"/>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xmlns=""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xmlns=""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xmlns="" id="{46408DFA-ED9B-85E0-43F4-D76EC22CA284}"/>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8" name="Marcador de pie de página 7">
            <a:extLst>
              <a:ext uri="{FF2B5EF4-FFF2-40B4-BE49-F238E27FC236}">
                <a16:creationId xmlns:a16="http://schemas.microsoft.com/office/drawing/2014/main" xmlns=""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xmlns=""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xmlns="" id="{1C518C19-B858-A8DC-36D3-86800D8685BC}"/>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4" name="Marcador de pie de página 3">
            <a:extLst>
              <a:ext uri="{FF2B5EF4-FFF2-40B4-BE49-F238E27FC236}">
                <a16:creationId xmlns:a16="http://schemas.microsoft.com/office/drawing/2014/main" xmlns=""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xmlns=""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DE40A591-B9B4-C1D0-2520-DB39CAD388E6}"/>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3" name="Marcador de pie de página 2">
            <a:extLst>
              <a:ext uri="{FF2B5EF4-FFF2-40B4-BE49-F238E27FC236}">
                <a16:creationId xmlns:a16="http://schemas.microsoft.com/office/drawing/2014/main" xmlns=""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xmlns=""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xmlns=""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E4AB8F47-7E0B-AC5B-B99B-1397BBF4E1B0}"/>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xmlns=""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xmlns=""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xmlns=""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61295AB3-0527-0650-4A5E-8E39C3FEBC5F}"/>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xmlns=""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C0D93516-4160-7AF2-1AD2-1717A1759DF3}"/>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EB7BDC0A-C2D7-3843-E6F7-DF6981CF3BDF}"/>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xmlns=""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xmlns=""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jpe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4.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68.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ubtítulo 2">
            <a:extLst>
              <a:ext uri="{FF2B5EF4-FFF2-40B4-BE49-F238E27FC236}">
                <a16:creationId xmlns:a16="http://schemas.microsoft.com/office/drawing/2014/main" xmlns="" id="{ECC718EC-22DC-2FC1-E7BF-660F4465FB20}"/>
              </a:ext>
            </a:extLst>
          </p:cNvPr>
          <p:cNvSpPr txBox="1">
            <a:spLocks/>
          </p:cNvSpPr>
          <p:nvPr/>
        </p:nvSpPr>
        <p:spPr>
          <a:xfrm>
            <a:off x="3429001" y="6608763"/>
            <a:ext cx="8763000" cy="249237"/>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xmlns="" id="{5EF8233C-F3DA-2ABC-9288-4BCD7433344C}"/>
              </a:ext>
            </a:extLst>
          </p:cNvPr>
          <p:cNvSpPr>
            <a:spLocks noGrp="1"/>
          </p:cNvSpPr>
          <p:nvPr>
            <p:ph type="ctrTitle"/>
          </p:nvPr>
        </p:nvSpPr>
        <p:spPr>
          <a:xfrm>
            <a:off x="1524000" y="2049074"/>
            <a:ext cx="9144000" cy="1427478"/>
          </a:xfrm>
        </p:spPr>
        <p:txBody>
          <a:bodyPr>
            <a:noAutofit/>
          </a:bodyPr>
          <a:lstStyle/>
          <a:p>
            <a:r>
              <a:rPr lang="es-MX" sz="4400" dirty="0" smtClean="0">
                <a:latin typeface="Times New Roman" panose="02020603050405020304" pitchFamily="18" charset="0"/>
                <a:cs typeface="Times New Roman" panose="02020603050405020304" pitchFamily="18" charset="0"/>
              </a:rPr>
              <a:t>Instrumentación y m</a:t>
            </a:r>
            <a:r>
              <a:rPr lang="es-MX" sz="4400" dirty="0" smtClean="0">
                <a:latin typeface="Times New Roman" panose="02020603050405020304" pitchFamily="18" charset="0"/>
                <a:cs typeface="Times New Roman" panose="02020603050405020304" pitchFamily="18" charset="0"/>
              </a:rPr>
              <a:t>edición </a:t>
            </a:r>
            <a:r>
              <a:rPr lang="es-MX" sz="4400" dirty="0" err="1" smtClean="0">
                <a:latin typeface="Times New Roman" panose="02020603050405020304" pitchFamily="18" charset="0"/>
                <a:cs typeface="Times New Roman" panose="02020603050405020304" pitchFamily="18" charset="0"/>
              </a:rPr>
              <a:t>multivariable</a:t>
            </a:r>
            <a:r>
              <a:rPr lang="es-MX" sz="4400" dirty="0" smtClean="0">
                <a:latin typeface="Times New Roman" panose="02020603050405020304" pitchFamily="18" charset="0"/>
                <a:cs typeface="Times New Roman" panose="02020603050405020304" pitchFamily="18" charset="0"/>
              </a:rPr>
              <a:t> de un sistema propulsivo</a:t>
            </a:r>
            <a:endParaRPr lang="es-MX" sz="4400" dirty="0">
              <a:latin typeface="Times New Roman" panose="02020603050405020304" pitchFamily="18" charset="0"/>
              <a:cs typeface="Times New Roman" panose="02020603050405020304" pitchFamily="18" charset="0"/>
            </a:endParaRPr>
          </a:p>
        </p:txBody>
      </p:sp>
      <p:sp>
        <p:nvSpPr>
          <p:cNvPr id="3" name="Subtítulo 2">
            <a:extLst>
              <a:ext uri="{FF2B5EF4-FFF2-40B4-BE49-F238E27FC236}">
                <a16:creationId xmlns:a16="http://schemas.microsoft.com/office/drawing/2014/main" xmlns="" id="{EC6C3CBE-087A-6EFC-794A-BF6D55DB7543}"/>
              </a:ext>
            </a:extLst>
          </p:cNvPr>
          <p:cNvSpPr>
            <a:spLocks noGrp="1"/>
          </p:cNvSpPr>
          <p:nvPr>
            <p:ph type="subTitle" idx="1"/>
          </p:nvPr>
        </p:nvSpPr>
        <p:spPr>
          <a:xfrm>
            <a:off x="890646" y="4257517"/>
            <a:ext cx="9144000" cy="1655762"/>
          </a:xfrm>
        </p:spPr>
        <p:txBody>
          <a:bodyPr>
            <a:normAutofit fontScale="62500" lnSpcReduction="20000"/>
          </a:bodyPr>
          <a:lstStyle/>
          <a:p>
            <a:pPr algn="l"/>
            <a:r>
              <a:rPr lang="es-MX" sz="3400" dirty="0" smtClean="0">
                <a:latin typeface="Times New Roman" panose="02020603050405020304" pitchFamily="18" charset="0"/>
                <a:cs typeface="Times New Roman" panose="02020603050405020304" pitchFamily="18" charset="0"/>
              </a:rPr>
              <a:t>Alumno: J. Leonardo Valadez</a:t>
            </a:r>
          </a:p>
          <a:p>
            <a:pPr algn="l"/>
            <a:r>
              <a:rPr lang="es-MX" sz="3400" dirty="0" smtClean="0">
                <a:latin typeface="Times New Roman" panose="02020603050405020304" pitchFamily="18" charset="0"/>
                <a:cs typeface="Times New Roman" panose="02020603050405020304" pitchFamily="18" charset="0"/>
              </a:rPr>
              <a:t>Asesor: </a:t>
            </a:r>
          </a:p>
          <a:p>
            <a:pPr algn="l"/>
            <a:r>
              <a:rPr lang="es-MX" sz="3400" dirty="0" smtClean="0">
                <a:latin typeface="Times New Roman" panose="02020603050405020304" pitchFamily="18" charset="0"/>
                <a:cs typeface="Times New Roman" panose="02020603050405020304" pitchFamily="18" charset="0"/>
              </a:rPr>
              <a:t>Palabras clave: [2 conceptos, 2 métodos y 1 sobre campo]</a:t>
            </a:r>
          </a:p>
          <a:p>
            <a:pPr algn="l"/>
            <a:r>
              <a:rPr lang="es-MX" sz="3400" dirty="0" smtClean="0">
                <a:latin typeface="Times New Roman" panose="02020603050405020304" pitchFamily="18" charset="0"/>
                <a:cs typeface="Times New Roman" panose="02020603050405020304" pitchFamily="18" charset="0"/>
              </a:rPr>
              <a:t>Departamento de propulsión, Centro de Investigación e Innovación en Ingeniería Aeronáutica, Universidad Autónoma de Nuevo León</a:t>
            </a:r>
          </a:p>
          <a:p>
            <a:pPr algn="l"/>
            <a:endParaRPr lang="es-MX" sz="3400" dirty="0" smtClean="0">
              <a:latin typeface="Times New Roman" panose="02020603050405020304" pitchFamily="18" charset="0"/>
              <a:cs typeface="Times New Roman" panose="02020603050405020304" pitchFamily="18" charset="0"/>
            </a:endParaRPr>
          </a:p>
          <a:p>
            <a:pPr algn="l"/>
            <a:endParaRPr lang="es-MX" sz="3400"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 xmlns:a16="http://schemas.microsoft.com/office/drawing/2014/main" id="{4CC068B8-32AF-4141-8E98-D04ED85276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 xmlns:a16="http://schemas.microsoft.com/office/drawing/2014/main" id="{665C992D-FBD5-4ADC-8F03-DAF8D6B698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 xmlns:a16="http://schemas.microsoft.com/office/drawing/2014/main" id="{7F34528B-B375-4C96-B09A-4540594250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xmlns=""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i="1" dirty="0" smtClean="0">
                <a:latin typeface="Times New Roman" panose="02020603050405020304" pitchFamily="18" charset="0"/>
                <a:cs typeface="Times New Roman" panose="02020603050405020304" pitchFamily="18" charset="0"/>
              </a:rPr>
              <a:t>Meeting US</a:t>
            </a:r>
            <a:endParaRPr lang="es-MX" sz="2400" i="1"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Antecedentes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1.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2.  Teoría de toberas y relaciones termodinámicas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3. MCS (SRM) términos y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4. Combustión y </a:t>
            </a:r>
            <a:r>
              <a:rPr lang="es-MX" sz="2400" dirty="0" err="1" smtClean="0">
                <a:latin typeface="Times New Roman" panose="02020603050405020304" pitchFamily="18" charset="0"/>
                <a:cs typeface="Times New Roman" panose="02020603050405020304" pitchFamily="18" charset="0"/>
              </a:rPr>
              <a:t>propelentes</a:t>
            </a:r>
            <a:endParaRPr lang="es-MX" sz="2400" dirty="0" smtClean="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5.MCS componentes y diseño</a:t>
            </a:r>
            <a:endParaRPr lang="es-MX" sz="2400"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6, Caso de estudio e introducción al Workshop</a:t>
            </a:r>
            <a:endParaRPr lang="es-MX" sz="24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xmlns=""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0F0C23-FE50-8839-B107-C21CD5459C01}"/>
              </a:ext>
            </a:extLst>
          </p:cNvPr>
          <p:cNvSpPr>
            <a:spLocks noGrp="1"/>
          </p:cNvSpPr>
          <p:nvPr>
            <p:ph type="title"/>
          </p:nvPr>
        </p:nvSpPr>
        <p:spPr>
          <a:xfrm>
            <a:off x="838200" y="365125"/>
            <a:ext cx="10515600" cy="708301"/>
          </a:xfrm>
        </p:spPr>
        <p:txBody>
          <a:bodyPr>
            <a:noAutofit/>
          </a:bodyPr>
          <a:lstStyle/>
          <a:p>
            <a:r>
              <a:rPr lang="es-MX" sz="3400" i="1" dirty="0" smtClean="0">
                <a:latin typeface="Times New Roman" panose="02020603050405020304" pitchFamily="18" charset="0"/>
                <a:cs typeface="Times New Roman" panose="02020603050405020304" pitchFamily="18" charset="0"/>
              </a:rPr>
              <a:t>Meeting US</a:t>
            </a:r>
            <a:endParaRPr lang="es-MX" sz="3400" i="1" dirty="0">
              <a:latin typeface="Times New Roman" panose="02020603050405020304" pitchFamily="18" charset="0"/>
              <a:cs typeface="Times New Roman" panose="02020603050405020304" pitchFamily="18" charset="0"/>
            </a:endParaRPr>
          </a:p>
        </p:txBody>
      </p:sp>
      <p:sp>
        <p:nvSpPr>
          <p:cNvPr id="3" name="Marcador de contenido 2">
            <a:extLst>
              <a:ext uri="{FF2B5EF4-FFF2-40B4-BE49-F238E27FC236}">
                <a16:creationId xmlns:a16="http://schemas.microsoft.com/office/drawing/2014/main" xmlns=""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xmlns=""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smtClean="0">
                <a:latin typeface="Times New Roman" panose="02020603050405020304" pitchFamily="18" charset="0"/>
                <a:cs typeface="Times New Roman" panose="02020603050405020304" pitchFamily="18" charset="0"/>
              </a:rPr>
              <a:t>castable</a:t>
            </a:r>
            <a:r>
              <a:rPr lang="es-ES" sz="2000" dirty="0" smtClean="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xmlns=""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xmlns=""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xmlns=""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xmlns=""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xmlns=""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xmlns=""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xmlns=""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xmlns=""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xmlns=""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xmlns=""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xmlns=""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xmlns=""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xmlns=""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xmlns=""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xmlns="" val="4231280534"/>
                        </a:ext>
                      </a:extLst>
                    </a:gridCol>
                    <a:gridCol w="1170305">
                      <a:extLst>
                        <a:ext uri="{9D8B030D-6E8A-4147-A177-3AD203B41FA5}">
                          <a16:colId xmlns:a16="http://schemas.microsoft.com/office/drawing/2014/main" xmlns="" val="1923169229"/>
                        </a:ext>
                      </a:extLst>
                    </a:gridCol>
                    <a:gridCol w="2041144">
                      <a:extLst>
                        <a:ext uri="{9D8B030D-6E8A-4147-A177-3AD203B41FA5}">
                          <a16:colId xmlns:a16="http://schemas.microsoft.com/office/drawing/2014/main" xmlns="" val="3299784387"/>
                        </a:ext>
                      </a:extLst>
                    </a:gridCol>
                    <a:gridCol w="1843237">
                      <a:extLst>
                        <a:ext uri="{9D8B030D-6E8A-4147-A177-3AD203B41FA5}">
                          <a16:colId xmlns:a16="http://schemas.microsoft.com/office/drawing/2014/main" xmlns=""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xmlns=""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xmlns=""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xmlns=""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xmlns=""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xmlns=""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xmlns=""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xmlns=""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xmlns=""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xmlns=""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xmlns=""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xmlns=""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xmlns=""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xmlns=""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xmlns=""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xmlns=""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xmlns=""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xmlns=""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xmlns=""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xmlns=""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xmlns=""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xmlns=""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xmlns=""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xmlns=""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xmlns=""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xmlns=""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xmlns=""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xmlns=""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xmlns=""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xmlns=""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xmlns=""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xmlns=""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xmlns=""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xmlns=""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xmlns=""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xmlns=""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xmlns=""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xmlns=""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xmlns=""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xmlns=""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xmlns=""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xmlns=""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xmlns=""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xmlns=""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xmlns=""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xmlns=""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xmlns=""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xmlns=""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xmlns=""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xmlns=""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xmlns=""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xmlns=""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xmlns=""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xmlns=""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xmlns=""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xmlns=""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xmlns=""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xmlns=""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xmlns=""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xmlns=""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xmlns=""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xmlns=""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xmlns=""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xmlns=""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xmlns=""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xmlns=""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xmlns=""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xmlns=""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xmlns=""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xmlns=""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xmlns=""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xmlns=""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xmlns=""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xmlns=""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xmlns=""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xmlns=""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xmlns=""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xmlns=""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xmlns=""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xmlns=""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xmlns=""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xmlns=""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xmlns=""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xmlns=""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xmlns=""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xmlns=""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xmlns=""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xmlns=""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xmlns=""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xmlns=""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xmlns=""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xmlns=""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xmlns=""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xmlns=""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xmlns=""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xmlns=""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xmlns=""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xmlns=""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xmlns=""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xmlns=""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xmlns=""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xmlns=""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xmlns=""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xmlns=""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xmlns=""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xmlns="" val="2002694834"/>
                        </a:ext>
                      </a:extLst>
                    </a:gridCol>
                    <a:gridCol w="2389876">
                      <a:extLst>
                        <a:ext uri="{9D8B030D-6E8A-4147-A177-3AD203B41FA5}">
                          <a16:colId xmlns:a16="http://schemas.microsoft.com/office/drawing/2014/main" xmlns=""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xmlns=""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xmlns=""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xmlns=""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xmlns=""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xmlns=""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xmlns=""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xmlns=""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xmlns=""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xmlns=""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xmlns=""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xmlns=""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xmlns=""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xmlns=""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xmlns=""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xmlns=""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xmlns=""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xmlns="" id="{DE950F92-179A-6A18-9630-BAB1FD13673F}"/>
              </a:ext>
            </a:extLst>
          </p:cNvPr>
          <p:cNvSpPr>
            <a:spLocks noGrp="1"/>
          </p:cNvSpPr>
          <p:nvPr>
            <p:ph sz="half" idx="1"/>
          </p:nvPr>
        </p:nvSpPr>
        <p:spPr/>
        <p:txBody>
          <a:bodyPr>
            <a:normAutofit fontScale="70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a:xfrm>
            <a:off x="838200" y="1690688"/>
            <a:ext cx="5181600" cy="4351338"/>
          </a:xfrm>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xmlns=""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xmlns=""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xmlns=""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1619</TotalTime>
  <Words>2040</Words>
  <Application>Microsoft Office PowerPoint</Application>
  <PresentationFormat>Widescreen</PresentationFormat>
  <Paragraphs>330</Paragraphs>
  <Slides>32</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Lucida Console</vt:lpstr>
      <vt:lpstr>Times New Roman</vt:lpstr>
      <vt:lpstr>Tema de Office</vt:lpstr>
      <vt:lpstr>Instrumentación y medición multivariable de un sistema propulsivo</vt:lpstr>
      <vt:lpstr>Agenda</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Leonardo Valadez Ortiz</cp:lastModifiedBy>
  <cp:revision>44</cp:revision>
  <dcterms:created xsi:type="dcterms:W3CDTF">2025-05-21T21:17:18Z</dcterms:created>
  <dcterms:modified xsi:type="dcterms:W3CDTF">2025-10-21T19:31:53Z</dcterms:modified>
</cp:coreProperties>
</file>