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mp4" ContentType="video/mp4"/>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drawings/drawing1.xml" ContentType="application/vnd.openxmlformats-officedocument.drawingml.chartshapes+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2.xml" ContentType="application/vnd.openxmlformats-officedocument.drawingml.chart+xml"/>
  <Override PartName="/ppt/drawings/drawing2.xml" ContentType="application/vnd.openxmlformats-officedocument.drawingml.chartshapes+xml"/>
  <Override PartName="/ppt/notesSlides/notesSlide8.xml" ContentType="application/vnd.openxmlformats-officedocument.presentationml.notesSlide+xml"/>
  <Override PartName="/ppt/charts/chart3.xml" ContentType="application/vnd.openxmlformats-officedocument.drawingml.chart+xml"/>
  <Override PartName="/ppt/charts/style1.xml" ContentType="application/vnd.ms-office.chartstyle+xml"/>
  <Override PartName="/ppt/charts/colors1.xml" ContentType="application/vnd.ms-office.chartcolorstyle+xml"/>
  <Override PartName="/ppt/charts/chart4.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257" r:id="rId3"/>
    <p:sldId id="290" r:id="rId4"/>
    <p:sldId id="291" r:id="rId5"/>
    <p:sldId id="292" r:id="rId6"/>
    <p:sldId id="293" r:id="rId7"/>
    <p:sldId id="306" r:id="rId8"/>
    <p:sldId id="294" r:id="rId9"/>
    <p:sldId id="295" r:id="rId10"/>
    <p:sldId id="297" r:id="rId11"/>
    <p:sldId id="298" r:id="rId12"/>
    <p:sldId id="305" r:id="rId13"/>
    <p:sldId id="299" r:id="rId14"/>
    <p:sldId id="307" r:id="rId15"/>
    <p:sldId id="301" r:id="rId16"/>
    <p:sldId id="302" r:id="rId17"/>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609" autoAdjust="0"/>
    <p:restoredTop sz="71776" autoAdjust="0"/>
  </p:normalViewPr>
  <p:slideViewPr>
    <p:cSldViewPr snapToGrid="0">
      <p:cViewPr varScale="1">
        <p:scale>
          <a:sx n="49" d="100"/>
          <a:sy n="49" d="100"/>
        </p:scale>
        <p:origin x="402" y="-4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oleObject" Target="file:///C:\Engineering\01%20Repos\The-thermal-repository\PF-srm-Chorrillo%20K1284\PFlammam%20ChorrilloV1%20K1284%20118sec%20-%20KNSU.xlsm" TargetMode="External"/></Relationships>
</file>

<file path=ppt/charts/_rels/chart2.xml.rels><?xml version="1.0" encoding="UTF-8" standalone="yes"?>
<Relationships xmlns="http://schemas.openxmlformats.org/package/2006/relationships"><Relationship Id="rId2" Type="http://schemas.openxmlformats.org/officeDocument/2006/relationships/chartUserShapes" Target="../drawings/drawing2.xml"/><Relationship Id="rId1" Type="http://schemas.openxmlformats.org/officeDocument/2006/relationships/oleObject" Target="file:///C:\Engineering\01%20Repos\The-thermal-repository\PF-srm-Chorrillo%20K1284\PFlammam%20ChorrilloV1%20K1284%20118sec%20-%20KNSU.xlsm" TargetMode="External"/></Relationships>
</file>

<file path=ppt/charts/_rels/chart3.xml.rels><?xml version="1.0" encoding="UTF-8" standalone="yes"?>
<Relationships xmlns="http://schemas.openxmlformats.org/package/2006/relationships"><Relationship Id="rId3" Type="http://schemas.openxmlformats.org/officeDocument/2006/relationships/oleObject" Target="file:///C:\00%20Repos\thermal-repository\The-thermal-repository\PF-srm-Chorrillo%20K1284\PFlammam%20ChorrilloV1%20K1284%20118sec%20-%20KNSU.xlsm" TargetMode="External"/><Relationship Id="rId2" Type="http://schemas.microsoft.com/office/2011/relationships/chartColorStyle" Target="colors1.xml"/><Relationship Id="rId1" Type="http://schemas.microsoft.com/office/2011/relationships/chartStyle" Target="style1.xml"/></Relationships>
</file>

<file path=ppt/charts/_rels/chart4.xml.rels><?xml version="1.0" encoding="UTF-8" standalone="yes"?>
<Relationships xmlns="http://schemas.openxmlformats.org/package/2006/relationships"><Relationship Id="rId1" Type="http://schemas.openxmlformats.org/officeDocument/2006/relationships/oleObject" Target="file:///C:\00%20Repos\thermal-repository\The-thermal-repository\PF-srm-Chorrillo%20K1284\PFlammam%20ChorrilloV1%20K1284%20118sec%20-%20KNSU.xlsm"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050" b="0" i="0" u="none" strike="noStrike" baseline="0">
                <a:solidFill>
                  <a:srgbClr val="993300"/>
                </a:solidFill>
                <a:latin typeface="Arial"/>
                <a:ea typeface="Arial"/>
                <a:cs typeface="Arial"/>
              </a:defRPr>
            </a:pPr>
            <a:r>
              <a:rPr lang="en-US" sz="1400"/>
              <a:t>Thrust vs time</a:t>
            </a:r>
          </a:p>
        </c:rich>
      </c:tx>
      <c:layout>
        <c:manualLayout>
          <c:xMode val="edge"/>
          <c:yMode val="edge"/>
          <c:x val="0.37613294181457724"/>
          <c:y val="0.1562605428381777"/>
        </c:manualLayout>
      </c:layout>
      <c:overlay val="0"/>
      <c:spPr>
        <a:noFill/>
        <a:ln w="25400">
          <a:noFill/>
        </a:ln>
      </c:spPr>
    </c:title>
    <c:autoTitleDeleted val="0"/>
    <c:plotArea>
      <c:layout>
        <c:manualLayout>
          <c:layoutTarget val="inner"/>
          <c:xMode val="edge"/>
          <c:yMode val="edge"/>
          <c:x val="0.22727305624458102"/>
          <c:y val="0.26720647773279355"/>
          <c:w val="0.69960575574418848"/>
          <c:h val="0.53238866396761131"/>
        </c:manualLayout>
      </c:layout>
      <c:scatterChart>
        <c:scatterStyle val="smoothMarker"/>
        <c:varyColors val="0"/>
        <c:ser>
          <c:idx val="0"/>
          <c:order val="0"/>
          <c:spPr>
            <a:ln w="12700">
              <a:solidFill>
                <a:srgbClr val="000080"/>
              </a:solidFill>
              <a:prstDash val="solid"/>
            </a:ln>
          </c:spPr>
          <c:marker>
            <c:symbol val="none"/>
          </c:marker>
          <c:xVal>
            <c:numRef>
              <c:f>Performance!$L$28:$L$910</c:f>
              <c:numCache>
                <c:formatCode>0.0000</c:formatCode>
                <c:ptCount val="883"/>
                <c:pt idx="0">
                  <c:v>0</c:v>
                </c:pt>
                <c:pt idx="1">
                  <c:v>4.735600265251637E-3</c:v>
                </c:pt>
                <c:pt idx="2">
                  <c:v>6.4169009459614105E-3</c:v>
                </c:pt>
                <c:pt idx="3">
                  <c:v>7.922147485789871E-3</c:v>
                </c:pt>
                <c:pt idx="4">
                  <c:v>9.3483433301025931E-3</c:v>
                </c:pt>
                <c:pt idx="5">
                  <c:v>1.0730713710674373E-2</c:v>
                </c:pt>
                <c:pt idx="6">
                  <c:v>1.2086331345096476E-2</c:v>
                </c:pt>
                <c:pt idx="7">
                  <c:v>1.3424695678083468E-2</c:v>
                </c:pt>
                <c:pt idx="8">
                  <c:v>1.4751526310783027E-2</c:v>
                </c:pt>
                <c:pt idx="9">
                  <c:v>1.6070440763021381E-2</c:v>
                </c:pt>
                <c:pt idx="10">
                  <c:v>1.7383802335225042E-2</c:v>
                </c:pt>
                <c:pt idx="11">
                  <c:v>1.869318950548398E-2</c:v>
                </c:pt>
                <c:pt idx="12">
                  <c:v>1.9999673157608824E-2</c:v>
                </c:pt>
                <c:pt idx="13">
                  <c:v>2.1303988121789443E-2</c:v>
                </c:pt>
                <c:pt idx="14">
                  <c:v>2.2606642972872501E-2</c:v>
                </c:pt>
                <c:pt idx="15">
                  <c:v>2.3907992068742487E-2</c:v>
                </c:pt>
                <c:pt idx="16">
                  <c:v>2.5208283682068761E-2</c:v>
                </c:pt>
                <c:pt idx="17">
                  <c:v>2.6507692596177801E-2</c:v>
                </c:pt>
                <c:pt idx="18">
                  <c:v>2.7806342404865424E-2</c:v>
                </c:pt>
                <c:pt idx="19">
                  <c:v>2.9104320887172842E-2</c:v>
                </c:pt>
                <c:pt idx="20">
                  <c:v>3.0401690672002019E-2</c:v>
                </c:pt>
                <c:pt idx="21">
                  <c:v>3.1698496671435497E-2</c:v>
                </c:pt>
                <c:pt idx="22">
                  <c:v>3.2994771282436872E-2</c:v>
                </c:pt>
                <c:pt idx="23">
                  <c:v>3.4290538039126343E-2</c:v>
                </c:pt>
                <c:pt idx="24">
                  <c:v>3.5585814184622318E-2</c:v>
                </c:pt>
                <c:pt idx="25">
                  <c:v>3.6880612486758287E-2</c:v>
                </c:pt>
                <c:pt idx="26">
                  <c:v>3.8174942522997045E-2</c:v>
                </c:pt>
                <c:pt idx="27">
                  <c:v>3.9468811591703318E-2</c:v>
                </c:pt>
                <c:pt idx="28">
                  <c:v>4.0762225359757105E-2</c:v>
                </c:pt>
                <c:pt idx="29">
                  <c:v>4.2055188323697854E-2</c:v>
                </c:pt>
                <c:pt idx="30">
                  <c:v>4.3347704138711231E-2</c:v>
                </c:pt>
                <c:pt idx="31">
                  <c:v>4.4639775853765502E-2</c:v>
                </c:pt>
                <c:pt idx="32">
                  <c:v>4.5931406079971974E-2</c:v>
                </c:pt>
                <c:pt idx="33">
                  <c:v>4.7222597111345944E-2</c:v>
                </c:pt>
                <c:pt idx="34">
                  <c:v>4.8513351011576576E-2</c:v>
                </c:pt>
                <c:pt idx="35">
                  <c:v>4.9803669676480158E-2</c:v>
                </c:pt>
                <c:pt idx="36">
                  <c:v>5.1093554879028336E-2</c:v>
                </c:pt>
                <c:pt idx="37">
                  <c:v>5.2383008301868081E-2</c:v>
                </c:pt>
                <c:pt idx="38">
                  <c:v>5.367203156084787E-2</c:v>
                </c:pt>
                <c:pt idx="39">
                  <c:v>5.4960626222066537E-2</c:v>
                </c:pt>
                <c:pt idx="40">
                  <c:v>5.6248793814249215E-2</c:v>
                </c:pt>
                <c:pt idx="41">
                  <c:v>5.753653583774717E-2</c:v>
                </c:pt>
                <c:pt idx="42">
                  <c:v>5.8823853771093698E-2</c:v>
                </c:pt>
                <c:pt idx="43">
                  <c:v>6.0110749075789033E-2</c:v>
                </c:pt>
                <c:pt idx="44">
                  <c:v>6.1397223199799511E-2</c:v>
                </c:pt>
                <c:pt idx="45">
                  <c:v>6.2683277580121197E-2</c:v>
                </c:pt>
                <c:pt idx="46">
                  <c:v>6.3968913644662978E-2</c:v>
                </c:pt>
                <c:pt idx="47">
                  <c:v>6.5254132813632695E-2</c:v>
                </c:pt>
                <c:pt idx="48">
                  <c:v>6.65389365005606E-2</c:v>
                </c:pt>
                <c:pt idx="49">
                  <c:v>6.7823326113057275E-2</c:v>
                </c:pt>
                <c:pt idx="50">
                  <c:v>6.9107303053377131E-2</c:v>
                </c:pt>
                <c:pt idx="51">
                  <c:v>7.0390868718839025E-2</c:v>
                </c:pt>
                <c:pt idx="52">
                  <c:v>7.1674024502141928E-2</c:v>
                </c:pt>
                <c:pt idx="53">
                  <c:v>7.2956771791603717E-2</c:v>
                </c:pt>
                <c:pt idx="54">
                  <c:v>7.4239111971342656E-2</c:v>
                </c:pt>
                <c:pt idx="55">
                  <c:v>7.5521046421416965E-2</c:v>
                </c:pt>
                <c:pt idx="56">
                  <c:v>7.6802576517933319E-2</c:v>
                </c:pt>
                <c:pt idx="57">
                  <c:v>7.8083703633132315E-2</c:v>
                </c:pt>
                <c:pt idx="58">
                  <c:v>7.9364429135456854E-2</c:v>
                </c:pt>
                <c:pt idx="59">
                  <c:v>8.0644754389607665E-2</c:v>
                </c:pt>
                <c:pt idx="60">
                  <c:v>8.1924680756589568E-2</c:v>
                </c:pt>
                <c:pt idx="61">
                  <c:v>8.3204209593750494E-2</c:v>
                </c:pt>
                <c:pt idx="62">
                  <c:v>8.4483342254815325E-2</c:v>
                </c:pt>
                <c:pt idx="63">
                  <c:v>8.576208008991569E-2</c:v>
                </c:pt>
                <c:pt idx="64">
                  <c:v>8.7040424445616868E-2</c:v>
                </c:pt>
                <c:pt idx="65">
                  <c:v>8.8318376664942105E-2</c:v>
                </c:pt>
                <c:pt idx="66">
                  <c:v>8.9595938087395771E-2</c:v>
                </c:pt>
                <c:pt idx="67">
                  <c:v>9.0873110048984629E-2</c:v>
                </c:pt>
                <c:pt idx="68">
                  <c:v>9.2149893882238446E-2</c:v>
                </c:pt>
                <c:pt idx="69">
                  <c:v>9.3426290916229726E-2</c:v>
                </c:pt>
                <c:pt idx="70">
                  <c:v>9.4702302476592892E-2</c:v>
                </c:pt>
                <c:pt idx="71">
                  <c:v>9.5977929885542712E-2</c:v>
                </c:pt>
                <c:pt idx="72">
                  <c:v>9.7253174461892772E-2</c:v>
                </c:pt>
                <c:pt idx="73">
                  <c:v>9.8528037521073294E-2</c:v>
                </c:pt>
                <c:pt idx="74">
                  <c:v>9.9802520375148751E-2</c:v>
                </c:pt>
                <c:pt idx="75">
                  <c:v>0.10107662433283546</c:v>
                </c:pt>
                <c:pt idx="76">
                  <c:v>0.1023503506995187</c:v>
                </c:pt>
                <c:pt idx="77">
                  <c:v>0.10362370077726991</c:v>
                </c:pt>
                <c:pt idx="78">
                  <c:v>0.10489667586486356</c:v>
                </c:pt>
                <c:pt idx="79">
                  <c:v>0.10616927725779403</c:v>
                </c:pt>
                <c:pt idx="80">
                  <c:v>0.10744150624829225</c:v>
                </c:pt>
                <c:pt idx="81">
                  <c:v>0.10871336412534234</c:v>
                </c:pt>
                <c:pt idx="82">
                  <c:v>0.10998485217469804</c:v>
                </c:pt>
                <c:pt idx="83">
                  <c:v>0.11125597167889914</c:v>
                </c:pt>
                <c:pt idx="84">
                  <c:v>0.11252672391728767</c:v>
                </c:pt>
                <c:pt idx="85">
                  <c:v>0.11379711016602417</c:v>
                </c:pt>
                <c:pt idx="86">
                  <c:v>0.11506713169810379</c:v>
                </c:pt>
                <c:pt idx="87">
                  <c:v>0.11633678978337218</c:v>
                </c:pt>
                <c:pt idx="88">
                  <c:v>0.11760608568854151</c:v>
                </c:pt>
                <c:pt idx="89">
                  <c:v>0.11887502067720623</c:v>
                </c:pt>
                <c:pt idx="90">
                  <c:v>0.12014359600985897</c:v>
                </c:pt>
                <c:pt idx="91">
                  <c:v>0.12141181294390595</c:v>
                </c:pt>
                <c:pt idx="92">
                  <c:v>0.12267967273368274</c:v>
                </c:pt>
                <c:pt idx="93">
                  <c:v>0.12394717663046972</c:v>
                </c:pt>
                <c:pt idx="94">
                  <c:v>0.12521432588250744</c:v>
                </c:pt>
                <c:pt idx="95">
                  <c:v>0.126481121735012</c:v>
                </c:pt>
                <c:pt idx="96">
                  <c:v>0.12774756543019031</c:v>
                </c:pt>
                <c:pt idx="97">
                  <c:v>0.12901365820725522</c:v>
                </c:pt>
                <c:pt idx="98">
                  <c:v>0.13027940130244064</c:v>
                </c:pt>
                <c:pt idx="99">
                  <c:v>0.13154479594901661</c:v>
                </c:pt>
                <c:pt idx="100">
                  <c:v>0.13280984337730417</c:v>
                </c:pt>
                <c:pt idx="101">
                  <c:v>0.13407454481469025</c:v>
                </c:pt>
                <c:pt idx="102">
                  <c:v>0.13533890148564237</c:v>
                </c:pt>
                <c:pt idx="103">
                  <c:v>0.13660291461172355</c:v>
                </c:pt>
                <c:pt idx="104">
                  <c:v>0.13786658541160676</c:v>
                </c:pt>
                <c:pt idx="105">
                  <c:v>0.13912991510108957</c:v>
                </c:pt>
                <c:pt idx="106">
                  <c:v>0.14039290489310866</c:v>
                </c:pt>
                <c:pt idx="107">
                  <c:v>0.14165555599775415</c:v>
                </c:pt>
                <c:pt idx="108">
                  <c:v>0.14291786962228401</c:v>
                </c:pt>
                <c:pt idx="109">
                  <c:v>0.14417984697113834</c:v>
                </c:pt>
                <c:pt idx="110">
                  <c:v>0.14544148924595349</c:v>
                </c:pt>
                <c:pt idx="111">
                  <c:v>0.14670279764557626</c:v>
                </c:pt>
                <c:pt idx="112">
                  <c:v>0.14796377336607797</c:v>
                </c:pt>
                <c:pt idx="113">
                  <c:v>0.14922441760076832</c:v>
                </c:pt>
                <c:pt idx="114">
                  <c:v>0.15048473154020953</c:v>
                </c:pt>
                <c:pt idx="115">
                  <c:v>0.15174471637222989</c:v>
                </c:pt>
                <c:pt idx="116">
                  <c:v>0.15300437328193778</c:v>
                </c:pt>
                <c:pt idx="117">
                  <c:v>0.15426370345173535</c:v>
                </c:pt>
                <c:pt idx="118">
                  <c:v>0.15552270806133198</c:v>
                </c:pt>
                <c:pt idx="119">
                  <c:v>0.15678138828775812</c:v>
                </c:pt>
                <c:pt idx="120">
                  <c:v>0.15803974530537854</c:v>
                </c:pt>
                <c:pt idx="121">
                  <c:v>0.15929778028590594</c:v>
                </c:pt>
                <c:pt idx="122">
                  <c:v>0.16055549439841429</c:v>
                </c:pt>
                <c:pt idx="123">
                  <c:v>0.1618128888093521</c:v>
                </c:pt>
                <c:pt idx="124">
                  <c:v>0.16306996468255566</c:v>
                </c:pt>
                <c:pt idx="125">
                  <c:v>0.16432672317926231</c:v>
                </c:pt>
                <c:pt idx="126">
                  <c:v>0.16558316545812343</c:v>
                </c:pt>
                <c:pt idx="127">
                  <c:v>0.16683929267521755</c:v>
                </c:pt>
                <c:pt idx="128">
                  <c:v>0.16809510598406335</c:v>
                </c:pt>
                <c:pt idx="129">
                  <c:v>0.16935060653563253</c:v>
                </c:pt>
                <c:pt idx="130">
                  <c:v>0.17060579547836274</c:v>
                </c:pt>
                <c:pt idx="131">
                  <c:v>0.1718606739581704</c:v>
                </c:pt>
                <c:pt idx="132">
                  <c:v>0.1731152431184633</c:v>
                </c:pt>
                <c:pt idx="133">
                  <c:v>0.17436950410015339</c:v>
                </c:pt>
                <c:pt idx="134">
                  <c:v>0.17562345804166937</c:v>
                </c:pt>
                <c:pt idx="135">
                  <c:v>0.17687710607896928</c:v>
                </c:pt>
                <c:pt idx="136">
                  <c:v>0.17813044934555292</c:v>
                </c:pt>
                <c:pt idx="137">
                  <c:v>0.1793834889724743</c:v>
                </c:pt>
                <c:pt idx="138">
                  <c:v>0.18063622608835408</c:v>
                </c:pt>
                <c:pt idx="139">
                  <c:v>0.18188866181939184</c:v>
                </c:pt>
                <c:pt idx="140">
                  <c:v>0.18314079728937838</c:v>
                </c:pt>
                <c:pt idx="141">
                  <c:v>0.18439263361970779</c:v>
                </c:pt>
                <c:pt idx="142">
                  <c:v>0.18564417192938978</c:v>
                </c:pt>
                <c:pt idx="143">
                  <c:v>0.18689541333506171</c:v>
                </c:pt>
                <c:pt idx="144">
                  <c:v>0.18814635895100051</c:v>
                </c:pt>
                <c:pt idx="145">
                  <c:v>0.18939700988913477</c:v>
                </c:pt>
                <c:pt idx="146">
                  <c:v>0.19064736725905659</c:v>
                </c:pt>
                <c:pt idx="147">
                  <c:v>0.19189743216803351</c:v>
                </c:pt>
                <c:pt idx="148">
                  <c:v>0.19314720572102029</c:v>
                </c:pt>
                <c:pt idx="149">
                  <c:v>0.19439668902067062</c:v>
                </c:pt>
                <c:pt idx="150">
                  <c:v>0.19564588316734888</c:v>
                </c:pt>
                <c:pt idx="151">
                  <c:v>0.19689478925914172</c:v>
                </c:pt>
                <c:pt idx="152">
                  <c:v>0.1981434083918697</c:v>
                </c:pt>
                <c:pt idx="153">
                  <c:v>0.19939174165909881</c:v>
                </c:pt>
                <c:pt idx="154">
                  <c:v>0.20063979015215197</c:v>
                </c:pt>
                <c:pt idx="155">
                  <c:v>0.2018875549601204</c:v>
                </c:pt>
                <c:pt idx="156">
                  <c:v>0.20313503716987508</c:v>
                </c:pt>
                <c:pt idx="157">
                  <c:v>0.20438223786607801</c:v>
                </c:pt>
                <c:pt idx="158">
                  <c:v>0.20562915813119356</c:v>
                </c:pt>
                <c:pt idx="159">
                  <c:v>0.20687579904549963</c:v>
                </c:pt>
                <c:pt idx="160">
                  <c:v>0.20812216168709879</c:v>
                </c:pt>
                <c:pt idx="161">
                  <c:v>0.2093682471319295</c:v>
                </c:pt>
                <c:pt idx="162">
                  <c:v>0.21061405645377712</c:v>
                </c:pt>
                <c:pt idx="163">
                  <c:v>0.21185959072428495</c:v>
                </c:pt>
                <c:pt idx="164">
                  <c:v>0.2131048510129652</c:v>
                </c:pt>
                <c:pt idx="165">
                  <c:v>0.21434983838720989</c:v>
                </c:pt>
                <c:pt idx="166">
                  <c:v>0.21559455391230181</c:v>
                </c:pt>
                <c:pt idx="167">
                  <c:v>0.21683899865142522</c:v>
                </c:pt>
                <c:pt idx="168">
                  <c:v>0.21808317366567673</c:v>
                </c:pt>
                <c:pt idx="169">
                  <c:v>0.21932708001407594</c:v>
                </c:pt>
                <c:pt idx="170">
                  <c:v>0.22057071875357623</c:v>
                </c:pt>
                <c:pt idx="171">
                  <c:v>0.22181409093907531</c:v>
                </c:pt>
                <c:pt idx="172">
                  <c:v>0.22305719762342585</c:v>
                </c:pt>
                <c:pt idx="173">
                  <c:v>0.22430003985744601</c:v>
                </c:pt>
                <c:pt idx="174">
                  <c:v>0.22554261868992995</c:v>
                </c:pt>
                <c:pt idx="175">
                  <c:v>0.22678493516765824</c:v>
                </c:pt>
                <c:pt idx="176">
                  <c:v>0.2280269903354083</c:v>
                </c:pt>
                <c:pt idx="177">
                  <c:v>0.22926878523596478</c:v>
                </c:pt>
                <c:pt idx="178">
                  <c:v>0.2305103209101298</c:v>
                </c:pt>
                <c:pt idx="179">
                  <c:v>0.23175159839673329</c:v>
                </c:pt>
                <c:pt idx="180">
                  <c:v>0.23299261873264315</c:v>
                </c:pt>
                <c:pt idx="181">
                  <c:v>0.23423338295277554</c:v>
                </c:pt>
                <c:pt idx="182">
                  <c:v>0.23547389209010489</c:v>
                </c:pt>
                <c:pt idx="183">
                  <c:v>0.23671414717567404</c:v>
                </c:pt>
                <c:pt idx="184">
                  <c:v>0.23795414923860436</c:v>
                </c:pt>
                <c:pt idx="185">
                  <c:v>0.23919389930610566</c:v>
                </c:pt>
                <c:pt idx="186">
                  <c:v>0.24043339840348621</c:v>
                </c:pt>
                <c:pt idx="187">
                  <c:v>0.2416726475541626</c:v>
                </c:pt>
                <c:pt idx="188">
                  <c:v>0.2429116477796697</c:v>
                </c:pt>
                <c:pt idx="189">
                  <c:v>0.24415040009967046</c:v>
                </c:pt>
                <c:pt idx="190">
                  <c:v>0.24538890553196574</c:v>
                </c:pt>
                <c:pt idx="191">
                  <c:v>0.24662716509250399</c:v>
                </c:pt>
                <c:pt idx="192">
                  <c:v>0.24786517979539102</c:v>
                </c:pt>
                <c:pt idx="193">
                  <c:v>0.24910295065289972</c:v>
                </c:pt>
                <c:pt idx="194">
                  <c:v>0.25034047867547959</c:v>
                </c:pt>
                <c:pt idx="195">
                  <c:v>0.25157776487176636</c:v>
                </c:pt>
                <c:pt idx="196">
                  <c:v>0.25281481024859165</c:v>
                </c:pt>
                <c:pt idx="197">
                  <c:v>0.25405161581099234</c:v>
                </c:pt>
                <c:pt idx="198">
                  <c:v>0.25528818256222019</c:v>
                </c:pt>
                <c:pt idx="199">
                  <c:v>0.25652451150375111</c:v>
                </c:pt>
                <c:pt idx="200">
                  <c:v>0.25776060363529463</c:v>
                </c:pt>
                <c:pt idx="201">
                  <c:v>0.25899645995480336</c:v>
                </c:pt>
                <c:pt idx="202">
                  <c:v>0.2602320814584822</c:v>
                </c:pt>
                <c:pt idx="203">
                  <c:v>0.26146746914079766</c:v>
                </c:pt>
                <c:pt idx="204">
                  <c:v>0.26270262399448702</c:v>
                </c:pt>
                <c:pt idx="205">
                  <c:v>0.26393754701056765</c:v>
                </c:pt>
                <c:pt idx="206">
                  <c:v>0.2651722391783462</c:v>
                </c:pt>
                <c:pt idx="207">
                  <c:v>0.26640670148542761</c:v>
                </c:pt>
                <c:pt idx="208">
                  <c:v>0.26764093491772428</c:v>
                </c:pt>
                <c:pt idx="209">
                  <c:v>0.26887494045946514</c:v>
                </c:pt>
                <c:pt idx="210">
                  <c:v>0.27010871909320466</c:v>
                </c:pt>
                <c:pt idx="211">
                  <c:v>0.27134227179983189</c:v>
                </c:pt>
                <c:pt idx="212">
                  <c:v>0.27257559955857924</c:v>
                </c:pt>
                <c:pt idx="213">
                  <c:v>0.27380870334703161</c:v>
                </c:pt>
                <c:pt idx="214">
                  <c:v>0.27504158414113516</c:v>
                </c:pt>
                <c:pt idx="215">
                  <c:v>0.27627424291520614</c:v>
                </c:pt>
                <c:pt idx="216">
                  <c:v>0.27750668064193978</c:v>
                </c:pt>
                <c:pt idx="217">
                  <c:v>0.27873889829241905</c:v>
                </c:pt>
                <c:pt idx="218">
                  <c:v>0.27997089683612336</c:v>
                </c:pt>
                <c:pt idx="219">
                  <c:v>0.28120267724093723</c:v>
                </c:pt>
                <c:pt idx="220">
                  <c:v>0.28243424047315918</c:v>
                </c:pt>
                <c:pt idx="221">
                  <c:v>0.28366558749751003</c:v>
                </c:pt>
                <c:pt idx="222">
                  <c:v>0.28489671927714189</c:v>
                </c:pt>
                <c:pt idx="223">
                  <c:v>0.28612763677364639</c:v>
                </c:pt>
                <c:pt idx="224">
                  <c:v>0.28735834094706347</c:v>
                </c:pt>
                <c:pt idx="225">
                  <c:v>0.28858883275588976</c:v>
                </c:pt>
                <c:pt idx="226">
                  <c:v>0.28981911315708714</c:v>
                </c:pt>
                <c:pt idx="227">
                  <c:v>0.29104918310609107</c:v>
                </c:pt>
                <c:pt idx="228">
                  <c:v>0.29227904355681916</c:v>
                </c:pt>
                <c:pt idx="229">
                  <c:v>0.29350869546167946</c:v>
                </c:pt>
                <c:pt idx="230">
                  <c:v>0.29473813977157876</c:v>
                </c:pt>
                <c:pt idx="231">
                  <c:v>0.29596737743593099</c:v>
                </c:pt>
                <c:pt idx="232">
                  <c:v>0.29719640940266556</c:v>
                </c:pt>
                <c:pt idx="233">
                  <c:v>0.2984252366182355</c:v>
                </c:pt>
                <c:pt idx="234">
                  <c:v>0.29965386002762567</c:v>
                </c:pt>
                <c:pt idx="235">
                  <c:v>0.30088228057436112</c:v>
                </c:pt>
                <c:pt idx="236">
                  <c:v>0.30211049920051508</c:v>
                </c:pt>
                <c:pt idx="237">
                  <c:v>0.30333851684671725</c:v>
                </c:pt>
                <c:pt idx="238">
                  <c:v>0.30456633445216175</c:v>
                </c:pt>
                <c:pt idx="239">
                  <c:v>0.30579395295461526</c:v>
                </c:pt>
                <c:pt idx="240">
                  <c:v>0.30702137329042517</c:v>
                </c:pt>
                <c:pt idx="241">
                  <c:v>0.30824859639452745</c:v>
                </c:pt>
                <c:pt idx="242">
                  <c:v>0.30947562320045474</c:v>
                </c:pt>
                <c:pt idx="243">
                  <c:v>0.31070245464034424</c:v>
                </c:pt>
                <c:pt idx="244">
                  <c:v>0.31192909164494559</c:v>
                </c:pt>
                <c:pt idx="245">
                  <c:v>0.31315553514362898</c:v>
                </c:pt>
                <c:pt idx="246">
                  <c:v>0.31438178606439288</c:v>
                </c:pt>
                <c:pt idx="247">
                  <c:v>0.31560784533387182</c:v>
                </c:pt>
                <c:pt idx="248">
                  <c:v>0.31683371387734438</c:v>
                </c:pt>
                <c:pt idx="249">
                  <c:v>0.31805939261874078</c:v>
                </c:pt>
                <c:pt idx="250">
                  <c:v>0.3192848824806509</c:v>
                </c:pt>
                <c:pt idx="251">
                  <c:v>0.32051018438433176</c:v>
                </c:pt>
                <c:pt idx="252">
                  <c:v>0.32173529924971539</c:v>
                </c:pt>
                <c:pt idx="253">
                  <c:v>0.32296022799541652</c:v>
                </c:pt>
                <c:pt idx="254">
                  <c:v>0.32418497153874004</c:v>
                </c:pt>
                <c:pt idx="255">
                  <c:v>0.32540953079568891</c:v>
                </c:pt>
                <c:pt idx="256">
                  <c:v>0.32663390668097153</c:v>
                </c:pt>
                <c:pt idx="257">
                  <c:v>0.32785810010800942</c:v>
                </c:pt>
                <c:pt idx="258">
                  <c:v>0.32908211198894483</c:v>
                </c:pt>
                <c:pt idx="259">
                  <c:v>0.33030594323464818</c:v>
                </c:pt>
                <c:pt idx="260">
                  <c:v>0.33152959475472554</c:v>
                </c:pt>
                <c:pt idx="261">
                  <c:v>0.33275306745752614</c:v>
                </c:pt>
                <c:pt idx="262">
                  <c:v>0.33397636225014982</c:v>
                </c:pt>
                <c:pt idx="263">
                  <c:v>0.33519948003845451</c:v>
                </c:pt>
                <c:pt idx="264">
                  <c:v>0.33642242172706355</c:v>
                </c:pt>
                <c:pt idx="265">
                  <c:v>0.33764518821937306</c:v>
                </c:pt>
                <c:pt idx="266">
                  <c:v>0.33886778041755933</c:v>
                </c:pt>
                <c:pt idx="267">
                  <c:v>0.34009019922258615</c:v>
                </c:pt>
                <c:pt idx="268">
                  <c:v>0.34131244553421208</c:v>
                </c:pt>
                <c:pt idx="269">
                  <c:v>0.34253452025099779</c:v>
                </c:pt>
                <c:pt idx="270">
                  <c:v>0.34375642427031317</c:v>
                </c:pt>
                <c:pt idx="271">
                  <c:v>0.34497815848834473</c:v>
                </c:pt>
                <c:pt idx="272">
                  <c:v>0.34619972380010278</c:v>
                </c:pt>
                <c:pt idx="273">
                  <c:v>0.34742112109942852</c:v>
                </c:pt>
                <c:pt idx="274">
                  <c:v>0.34864235127900123</c:v>
                </c:pt>
                <c:pt idx="275">
                  <c:v>0.34986341523034542</c:v>
                </c:pt>
                <c:pt idx="276">
                  <c:v>0.35108431384383798</c:v>
                </c:pt>
                <c:pt idx="277">
                  <c:v>0.35230504800871532</c:v>
                </c:pt>
                <c:pt idx="278">
                  <c:v>0.35352561861308024</c:v>
                </c:pt>
                <c:pt idx="279">
                  <c:v>0.35474602654390913</c:v>
                </c:pt>
                <c:pt idx="280">
                  <c:v>0.35596627268705899</c:v>
                </c:pt>
                <c:pt idx="281">
                  <c:v>0.35718635792727443</c:v>
                </c:pt>
                <c:pt idx="282">
                  <c:v>0.35840628314819467</c:v>
                </c:pt>
                <c:pt idx="283">
                  <c:v>0.3596260492323603</c:v>
                </c:pt>
                <c:pt idx="284">
                  <c:v>0.36084565706122057</c:v>
                </c:pt>
                <c:pt idx="285">
                  <c:v>0.36206510751513998</c:v>
                </c:pt>
                <c:pt idx="286">
                  <c:v>0.36328440147340541</c:v>
                </c:pt>
                <c:pt idx="287">
                  <c:v>0.36450353981423284</c:v>
                </c:pt>
                <c:pt idx="288">
                  <c:v>0.36572252341477429</c:v>
                </c:pt>
                <c:pt idx="289">
                  <c:v>0.36694135315112464</c:v>
                </c:pt>
                <c:pt idx="290">
                  <c:v>0.36816002989832836</c:v>
                </c:pt>
                <c:pt idx="291">
                  <c:v>0.36937855453038643</c:v>
                </c:pt>
                <c:pt idx="292">
                  <c:v>0.37059692792026305</c:v>
                </c:pt>
                <c:pt idx="293">
                  <c:v>0.37181515093989242</c:v>
                </c:pt>
                <c:pt idx="294">
                  <c:v>0.37303322446018539</c:v>
                </c:pt>
                <c:pt idx="295">
                  <c:v>0.37425114935103626</c:v>
                </c:pt>
                <c:pt idx="296">
                  <c:v>0.37546892648132946</c:v>
                </c:pt>
                <c:pt idx="297">
                  <c:v>0.37668655671894619</c:v>
                </c:pt>
                <c:pt idx="298">
                  <c:v>0.37790404093077112</c:v>
                </c:pt>
                <c:pt idx="299">
                  <c:v>0.37912137998269896</c:v>
                </c:pt>
                <c:pt idx="300">
                  <c:v>0.38033857473964111</c:v>
                </c:pt>
                <c:pt idx="301">
                  <c:v>0.38155562606553228</c:v>
                </c:pt>
                <c:pt idx="302">
                  <c:v>0.38277253482333706</c:v>
                </c:pt>
                <c:pt idx="303">
                  <c:v>0.38398930187505642</c:v>
                </c:pt>
                <c:pt idx="304">
                  <c:v>0.38520592808173437</c:v>
                </c:pt>
                <c:pt idx="305">
                  <c:v>0.38642241430346441</c:v>
                </c:pt>
                <c:pt idx="306">
                  <c:v>0.38763876139939596</c:v>
                </c:pt>
                <c:pt idx="307">
                  <c:v>0.38885497022774096</c:v>
                </c:pt>
                <c:pt idx="308">
                  <c:v>0.39007104164578033</c:v>
                </c:pt>
                <c:pt idx="309">
                  <c:v>0.39128697650987038</c:v>
                </c:pt>
                <c:pt idx="310">
                  <c:v>0.39250277567544922</c:v>
                </c:pt>
                <c:pt idx="311">
                  <c:v>0.39371843999704326</c:v>
                </c:pt>
                <c:pt idx="312">
                  <c:v>0.3949339703282736</c:v>
                </c:pt>
                <c:pt idx="313">
                  <c:v>0.39614936752186225</c:v>
                </c:pt>
                <c:pt idx="314">
                  <c:v>0.39736463242963876</c:v>
                </c:pt>
                <c:pt idx="315">
                  <c:v>0.39857976590254635</c:v>
                </c:pt>
                <c:pt idx="316">
                  <c:v>0.39979476879064829</c:v>
                </c:pt>
                <c:pt idx="317">
                  <c:v>0.40100964194313432</c:v>
                </c:pt>
                <c:pt idx="318">
                  <c:v>0.40222438620832679</c:v>
                </c:pt>
                <c:pt idx="319">
                  <c:v>0.40343900243368713</c:v>
                </c:pt>
                <c:pt idx="320">
                  <c:v>0.40465349146582191</c:v>
                </c:pt>
                <c:pt idx="321">
                  <c:v>0.4058678541504892</c:v>
                </c:pt>
                <c:pt idx="322">
                  <c:v>0.40708209133260481</c:v>
                </c:pt>
                <c:pt idx="323">
                  <c:v>0.40829620385624849</c:v>
                </c:pt>
                <c:pt idx="324">
                  <c:v>0.40951019256467008</c:v>
                </c:pt>
                <c:pt idx="325">
                  <c:v>0.41072405830029585</c:v>
                </c:pt>
                <c:pt idx="326">
                  <c:v>0.41193780190473445</c:v>
                </c:pt>
                <c:pt idx="327">
                  <c:v>0.4131514242187832</c:v>
                </c:pt>
                <c:pt idx="328">
                  <c:v>0.4143649260824343</c:v>
                </c:pt>
                <c:pt idx="329">
                  <c:v>0.41557830833488074</c:v>
                </c:pt>
                <c:pt idx="330">
                  <c:v>0.41679157181452264</c:v>
                </c:pt>
                <c:pt idx="331">
                  <c:v>0.41800471735897321</c:v>
                </c:pt>
                <c:pt idx="332">
                  <c:v>0.41921774580506477</c:v>
                </c:pt>
                <c:pt idx="333">
                  <c:v>0.42043065798885504</c:v>
                </c:pt>
                <c:pt idx="334">
                  <c:v>0.42164345474563303</c:v>
                </c:pt>
                <c:pt idx="335">
                  <c:v>0.42285613690992502</c:v>
                </c:pt>
                <c:pt idx="336">
                  <c:v>0.42406870531550073</c:v>
                </c:pt>
                <c:pt idx="337">
                  <c:v>0.42528116079537931</c:v>
                </c:pt>
                <c:pt idx="338">
                  <c:v>0.42649350418183518</c:v>
                </c:pt>
                <c:pt idx="339">
                  <c:v>0.42770573630640424</c:v>
                </c:pt>
                <c:pt idx="340">
                  <c:v>0.42891785799988968</c:v>
                </c:pt>
                <c:pt idx="341">
                  <c:v>0.43012987009236797</c:v>
                </c:pt>
                <c:pt idx="342">
                  <c:v>0.4313417734131948</c:v>
                </c:pt>
                <c:pt idx="343">
                  <c:v>0.43255356879101098</c:v>
                </c:pt>
                <c:pt idx="344">
                  <c:v>0.43376525705374852</c:v>
                </c:pt>
                <c:pt idx="345">
                  <c:v>0.43497683902863626</c:v>
                </c:pt>
                <c:pt idx="346">
                  <c:v>0.436188315542206</c:v>
                </c:pt>
                <c:pt idx="347">
                  <c:v>0.43739968742029817</c:v>
                </c:pt>
                <c:pt idx="348">
                  <c:v>0.43861095548806789</c:v>
                </c:pt>
                <c:pt idx="349">
                  <c:v>0.43982212056999065</c:v>
                </c:pt>
                <c:pt idx="350">
                  <c:v>0.44103318348986831</c:v>
                </c:pt>
                <c:pt idx="351">
                  <c:v>0.44224414507083476</c:v>
                </c:pt>
                <c:pt idx="352">
                  <c:v>0.44345500613536187</c:v>
                </c:pt>
                <c:pt idx="353">
                  <c:v>0.44466576750526521</c:v>
                </c:pt>
                <c:pt idx="354">
                  <c:v>0.44587643000170984</c:v>
                </c:pt>
                <c:pt idx="355">
                  <c:v>0.44708699444521616</c:v>
                </c:pt>
                <c:pt idx="356">
                  <c:v>0.44829746165566559</c:v>
                </c:pt>
                <c:pt idx="357">
                  <c:v>0.44950783245230636</c:v>
                </c:pt>
                <c:pt idx="358">
                  <c:v>0.45071810765375925</c:v>
                </c:pt>
                <c:pt idx="359">
                  <c:v>0.45192828807802332</c:v>
                </c:pt>
                <c:pt idx="360">
                  <c:v>0.45313837454248163</c:v>
                </c:pt>
                <c:pt idx="361">
                  <c:v>0.45434836786390692</c:v>
                </c:pt>
                <c:pt idx="362">
                  <c:v>0.4555582688584674</c:v>
                </c:pt>
                <c:pt idx="363">
                  <c:v>0.45676807834173228</c:v>
                </c:pt>
                <c:pt idx="364">
                  <c:v>0.45797779712867764</c:v>
                </c:pt>
                <c:pt idx="365">
                  <c:v>0.45918742603369189</c:v>
                </c:pt>
                <c:pt idx="366">
                  <c:v>0.4603969658705816</c:v>
                </c:pt>
                <c:pt idx="367">
                  <c:v>0.46160641745257697</c:v>
                </c:pt>
                <c:pt idx="368">
                  <c:v>0.46281578159233766</c:v>
                </c:pt>
                <c:pt idx="369">
                  <c:v>0.46402505910195824</c:v>
                </c:pt>
                <c:pt idx="370">
                  <c:v>0.46523425079297392</c:v>
                </c:pt>
                <c:pt idx="371">
                  <c:v>0.46644335747636606</c:v>
                </c:pt>
                <c:pt idx="372">
                  <c:v>0.46765237996256781</c:v>
                </c:pt>
                <c:pt idx="373">
                  <c:v>0.46886131906146972</c:v>
                </c:pt>
                <c:pt idx="374">
                  <c:v>0.47007017558242525</c:v>
                </c:pt>
                <c:pt idx="375">
                  <c:v>0.47127895033425637</c:v>
                </c:pt>
                <c:pt idx="376">
                  <c:v>0.47248764412525912</c:v>
                </c:pt>
                <c:pt idx="377">
                  <c:v>0.47369625776320906</c:v>
                </c:pt>
                <c:pt idx="378">
                  <c:v>0.47490479205536701</c:v>
                </c:pt>
                <c:pt idx="379">
                  <c:v>0.4761132478084843</c:v>
                </c:pt>
                <c:pt idx="380">
                  <c:v>0.47732162582880855</c:v>
                </c:pt>
                <c:pt idx="381">
                  <c:v>0.47852992692208901</c:v>
                </c:pt>
                <c:pt idx="382">
                  <c:v>0.47973815189358215</c:v>
                </c:pt>
                <c:pt idx="383">
                  <c:v>0.48094630154805706</c:v>
                </c:pt>
                <c:pt idx="384">
                  <c:v>0.48215437668980093</c:v>
                </c:pt>
                <c:pt idx="385">
                  <c:v>0.48336237812262467</c:v>
                </c:pt>
                <c:pt idx="386">
                  <c:v>0.48457030664986817</c:v>
                </c:pt>
                <c:pt idx="387">
                  <c:v>0.48577816307440597</c:v>
                </c:pt>
                <c:pt idx="388">
                  <c:v>0.48698594819865243</c:v>
                </c:pt>
                <c:pt idx="389">
                  <c:v>0.4881936628245675</c:v>
                </c:pt>
                <c:pt idx="390">
                  <c:v>0.48940130775366186</c:v>
                </c:pt>
                <c:pt idx="391">
                  <c:v>0.49060888378700251</c:v>
                </c:pt>
                <c:pt idx="392">
                  <c:v>0.49181639172521813</c:v>
                </c:pt>
                <c:pt idx="393">
                  <c:v>0.49302383236850444</c:v>
                </c:pt>
                <c:pt idx="394">
                  <c:v>0.49423120651662972</c:v>
                </c:pt>
                <c:pt idx="395">
                  <c:v>0.49543851496894009</c:v>
                </c:pt>
                <c:pt idx="396">
                  <c:v>0.49664575852436493</c:v>
                </c:pt>
                <c:pt idx="397">
                  <c:v>0.49785293798142233</c:v>
                </c:pt>
                <c:pt idx="398">
                  <c:v>0.49906005413822424</c:v>
                </c:pt>
                <c:pt idx="399">
                  <c:v>0.50026710779248207</c:v>
                </c:pt>
                <c:pt idx="400">
                  <c:v>0.50147409974151202</c:v>
                </c:pt>
                <c:pt idx="401">
                  <c:v>0.50268103078224025</c:v>
                </c:pt>
                <c:pt idx="402">
                  <c:v>0.50388790171120834</c:v>
                </c:pt>
                <c:pt idx="403">
                  <c:v>0.50509471332457867</c:v>
                </c:pt>
                <c:pt idx="404">
                  <c:v>0.50630146641813967</c:v>
                </c:pt>
                <c:pt idx="405">
                  <c:v>0.50750816178731117</c:v>
                </c:pt>
                <c:pt idx="406">
                  <c:v>0.50871480022714977</c:v>
                </c:pt>
                <c:pt idx="407">
                  <c:v>0.50992138253235386</c:v>
                </c:pt>
                <c:pt idx="408">
                  <c:v>0.51112790949726938</c:v>
                </c:pt>
                <c:pt idx="409">
                  <c:v>0.51233438191589475</c:v>
                </c:pt>
                <c:pt idx="410">
                  <c:v>0.51354080058188634</c:v>
                </c:pt>
                <c:pt idx="411">
                  <c:v>0.51474716628856376</c:v>
                </c:pt>
                <c:pt idx="412">
                  <c:v>0.51595347982891493</c:v>
                </c:pt>
                <c:pt idx="413">
                  <c:v>0.51715974199560155</c:v>
                </c:pt>
                <c:pt idx="414">
                  <c:v>0.51836595358096449</c:v>
                </c:pt>
                <c:pt idx="415">
                  <c:v>0.51957211537702863</c:v>
                </c:pt>
                <c:pt idx="416">
                  <c:v>0.52077822817550845</c:v>
                </c:pt>
                <c:pt idx="417">
                  <c:v>0.52198429276781322</c:v>
                </c:pt>
                <c:pt idx="418">
                  <c:v>0.52319030994505222</c:v>
                </c:pt>
                <c:pt idx="419">
                  <c:v>0.52439628049803988</c:v>
                </c:pt>
                <c:pt idx="420">
                  <c:v>0.52560220521730117</c:v>
                </c:pt>
                <c:pt idx="421">
                  <c:v>0.52680808489307673</c:v>
                </c:pt>
                <c:pt idx="422">
                  <c:v>0.52801392031532823</c:v>
                </c:pt>
                <c:pt idx="423">
                  <c:v>0.52921971227374343</c:v>
                </c:pt>
                <c:pt idx="424">
                  <c:v>0.53042546155774128</c:v>
                </c:pt>
                <c:pt idx="425">
                  <c:v>0.53163116895647755</c:v>
                </c:pt>
                <c:pt idx="426">
                  <c:v>0.53283683525884951</c:v>
                </c:pt>
                <c:pt idx="427">
                  <c:v>0.53404246125350163</c:v>
                </c:pt>
                <c:pt idx="428">
                  <c:v>0.5352480477288305</c:v>
                </c:pt>
                <c:pt idx="429">
                  <c:v>0.53645359547298999</c:v>
                </c:pt>
                <c:pt idx="430">
                  <c:v>0.5376591052738966</c:v>
                </c:pt>
                <c:pt idx="431">
                  <c:v>0.53886457791923437</c:v>
                </c:pt>
                <c:pt idx="432">
                  <c:v>0.5400700141964605</c:v>
                </c:pt>
                <c:pt idx="433">
                  <c:v>0.54127541489281006</c:v>
                </c:pt>
                <c:pt idx="434">
                  <c:v>0.54248078079530149</c:v>
                </c:pt>
                <c:pt idx="435">
                  <c:v>0.54368611269074163</c:v>
                </c:pt>
                <c:pt idx="436">
                  <c:v>0.54489141136573094</c:v>
                </c:pt>
                <c:pt idx="437">
                  <c:v>0.54609667760666847</c:v>
                </c:pt>
                <c:pt idx="438">
                  <c:v>0.54730191219975721</c:v>
                </c:pt>
                <c:pt idx="439">
                  <c:v>0.54850711593100931</c:v>
                </c:pt>
                <c:pt idx="440">
                  <c:v>0.54971228958625118</c:v>
                </c:pt>
                <c:pt idx="441">
                  <c:v>0.55091743395112824</c:v>
                </c:pt>
                <c:pt idx="442">
                  <c:v>0.55212254981111075</c:v>
                </c:pt>
                <c:pt idx="443">
                  <c:v>0.55332763795149853</c:v>
                </c:pt>
                <c:pt idx="444">
                  <c:v>0.55453269915742598</c:v>
                </c:pt>
                <c:pt idx="445">
                  <c:v>0.55573773421386763</c:v>
                </c:pt>
                <c:pt idx="446">
                  <c:v>0.55694274390564291</c:v>
                </c:pt>
                <c:pt idx="447">
                  <c:v>0.55814772901742149</c:v>
                </c:pt>
                <c:pt idx="448">
                  <c:v>0.55935269033372836</c:v>
                </c:pt>
                <c:pt idx="449">
                  <c:v>0.56055762863894876</c:v>
                </c:pt>
                <c:pt idx="450">
                  <c:v>0.56176254471733367</c:v>
                </c:pt>
                <c:pt idx="451">
                  <c:v>0.56296743935300475</c:v>
                </c:pt>
                <c:pt idx="452">
                  <c:v>0.56417231332995921</c:v>
                </c:pt>
                <c:pt idx="453">
                  <c:v>0.56537716743207533</c:v>
                </c:pt>
                <c:pt idx="454">
                  <c:v>0.56658200244311741</c:v>
                </c:pt>
                <c:pt idx="455">
                  <c:v>0.56778681914674078</c:v>
                </c:pt>
                <c:pt idx="456">
                  <c:v>0.56899161832649714</c:v>
                </c:pt>
                <c:pt idx="457">
                  <c:v>0.57019640076583944</c:v>
                </c:pt>
                <c:pt idx="458">
                  <c:v>0.57140116724812695</c:v>
                </c:pt>
                <c:pt idx="459">
                  <c:v>0.57260591855663079</c:v>
                </c:pt>
                <c:pt idx="460">
                  <c:v>0.57381065547453858</c:v>
                </c:pt>
                <c:pt idx="461">
                  <c:v>0.57501537878495967</c:v>
                </c:pt>
                <c:pt idx="462">
                  <c:v>0.57622008927093027</c:v>
                </c:pt>
                <c:pt idx="463">
                  <c:v>0.57742478771541861</c:v>
                </c:pt>
                <c:pt idx="464">
                  <c:v>0.5786294749013301</c:v>
                </c:pt>
                <c:pt idx="465">
                  <c:v>0.57983415161151208</c:v>
                </c:pt>
                <c:pt idx="466">
                  <c:v>0.58103881862875928</c:v>
                </c:pt>
                <c:pt idx="467">
                  <c:v>0.58224347673581878</c:v>
                </c:pt>
                <c:pt idx="468">
                  <c:v>0.58344812671539503</c:v>
                </c:pt>
                <c:pt idx="469">
                  <c:v>0.58465276935015509</c:v>
                </c:pt>
                <c:pt idx="470">
                  <c:v>0.58585740542273379</c:v>
                </c:pt>
                <c:pt idx="471">
                  <c:v>0.58706203571573845</c:v>
                </c:pt>
                <c:pt idx="472">
                  <c:v>0.58826666101175451</c:v>
                </c:pt>
                <c:pt idx="473">
                  <c:v>0.58947128209334998</c:v>
                </c:pt>
                <c:pt idx="474">
                  <c:v>0.59067589974308121</c:v>
                </c:pt>
                <c:pt idx="475">
                  <c:v>0.59188051474349757</c:v>
                </c:pt>
                <c:pt idx="476">
                  <c:v>0.59308512787714651</c:v>
                </c:pt>
                <c:pt idx="477">
                  <c:v>0.59428973992657896</c:v>
                </c:pt>
                <c:pt idx="478">
                  <c:v>0.59549435167435416</c:v>
                </c:pt>
                <c:pt idx="479">
                  <c:v>0.59669896390304489</c:v>
                </c:pt>
                <c:pt idx="480">
                  <c:v>0.59790357739524236</c:v>
                </c:pt>
                <c:pt idx="481">
                  <c:v>0.59910819293356166</c:v>
                </c:pt>
                <c:pt idx="482">
                  <c:v>0.60031281130064651</c:v>
                </c:pt>
                <c:pt idx="483">
                  <c:v>0.60151743327917462</c:v>
                </c:pt>
                <c:pt idx="484">
                  <c:v>0.60272205965186254</c:v>
                </c:pt>
                <c:pt idx="485">
                  <c:v>0.60392669120147102</c:v>
                </c:pt>
                <c:pt idx="486">
                  <c:v>0.60513132871080988</c:v>
                </c:pt>
                <c:pt idx="487">
                  <c:v>0.60633597296274333</c:v>
                </c:pt>
                <c:pt idx="488">
                  <c:v>0.60754062474019477</c:v>
                </c:pt>
                <c:pt idx="489">
                  <c:v>0.6087452848261522</c:v>
                </c:pt>
                <c:pt idx="490">
                  <c:v>0.60994995400367313</c:v>
                </c:pt>
                <c:pt idx="491">
                  <c:v>0.6111546330558898</c:v>
                </c:pt>
                <c:pt idx="492">
                  <c:v>0.61235932276601424</c:v>
                </c:pt>
                <c:pt idx="493">
                  <c:v>0.61356402391734333</c:v>
                </c:pt>
                <c:pt idx="494">
                  <c:v>0.61476873729326398</c:v>
                </c:pt>
                <c:pt idx="495">
                  <c:v>0.61597346367725814</c:v>
                </c:pt>
                <c:pt idx="496">
                  <c:v>0.61717820385290811</c:v>
                </c:pt>
                <c:pt idx="497">
                  <c:v>0.61838295860390158</c:v>
                </c:pt>
                <c:pt idx="498">
                  <c:v>0.61958772871403656</c:v>
                </c:pt>
                <c:pt idx="499">
                  <c:v>0.62079251496722665</c:v>
                </c:pt>
                <c:pt idx="500">
                  <c:v>0.62199731814750614</c:v>
                </c:pt>
                <c:pt idx="501">
                  <c:v>0.62320213903903532</c:v>
                </c:pt>
                <c:pt idx="502">
                  <c:v>0.62440697842610526</c:v>
                </c:pt>
                <c:pt idx="503">
                  <c:v>0.62561183709314316</c:v>
                </c:pt>
                <c:pt idx="504">
                  <c:v>0.62681671582471743</c:v>
                </c:pt>
                <c:pt idx="505">
                  <c:v>0.6280216154055428</c:v>
                </c:pt>
                <c:pt idx="506">
                  <c:v>0.62922653662048567</c:v>
                </c:pt>
                <c:pt idx="507">
                  <c:v>0.63043148025456885</c:v>
                </c:pt>
                <c:pt idx="508">
                  <c:v>0.63163644709297695</c:v>
                </c:pt>
                <c:pt idx="509">
                  <c:v>0.63284143792106162</c:v>
                </c:pt>
                <c:pt idx="510">
                  <c:v>0.63404645352434641</c:v>
                </c:pt>
                <c:pt idx="511">
                  <c:v>0.63525149468853226</c:v>
                </c:pt>
                <c:pt idx="512">
                  <c:v>0.63645656219950242</c:v>
                </c:pt>
                <c:pt idx="513">
                  <c:v>0.63766165684332754</c:v>
                </c:pt>
                <c:pt idx="514">
                  <c:v>0.63886677940627112</c:v>
                </c:pt>
                <c:pt idx="515">
                  <c:v>0.6400719306747944</c:v>
                </c:pt>
                <c:pt idx="516">
                  <c:v>0.64127711143556176</c:v>
                </c:pt>
                <c:pt idx="517">
                  <c:v>0.64248232247544579</c:v>
                </c:pt>
                <c:pt idx="518">
                  <c:v>0.64368756458153242</c:v>
                </c:pt>
                <c:pt idx="519">
                  <c:v>0.64489283854112611</c:v>
                </c:pt>
                <c:pt idx="520">
                  <c:v>0.64609814514175501</c:v>
                </c:pt>
                <c:pt idx="521">
                  <c:v>0.64730348517117631</c:v>
                </c:pt>
                <c:pt idx="522">
                  <c:v>0.64850885941738134</c:v>
                </c:pt>
                <c:pt idx="523">
                  <c:v>0.64971426866860083</c:v>
                </c:pt>
                <c:pt idx="524">
                  <c:v>0.65091971371330981</c:v>
                </c:pt>
                <c:pt idx="525">
                  <c:v>0.65212519534023328</c:v>
                </c:pt>
                <c:pt idx="526">
                  <c:v>0.65333071433835099</c:v>
                </c:pt>
                <c:pt idx="527">
                  <c:v>0.65453627149690297</c:v>
                </c:pt>
                <c:pt idx="528">
                  <c:v>0.65574186760539477</c:v>
                </c:pt>
                <c:pt idx="529">
                  <c:v>0.65694750345360231</c:v>
                </c:pt>
                <c:pt idx="530">
                  <c:v>0.65815317983157751</c:v>
                </c:pt>
                <c:pt idx="531">
                  <c:v>0.65935889752965327</c:v>
                </c:pt>
                <c:pt idx="532">
                  <c:v>0.66056465733844894</c:v>
                </c:pt>
                <c:pt idx="533">
                  <c:v>0.66177046004887541</c:v>
                </c:pt>
                <c:pt idx="534">
                  <c:v>0.66297630645214034</c:v>
                </c:pt>
                <c:pt idx="535">
                  <c:v>0.66418219733975348</c:v>
                </c:pt>
                <c:pt idx="536">
                  <c:v>0.66538813350353199</c:v>
                </c:pt>
                <c:pt idx="537">
                  <c:v>0.66659411573560567</c:v>
                </c:pt>
                <c:pt idx="538">
                  <c:v>0.66780014482842209</c:v>
                </c:pt>
                <c:pt idx="539">
                  <c:v>0.66900622157475209</c:v>
                </c:pt>
                <c:pt idx="540">
                  <c:v>0.67021234676769492</c:v>
                </c:pt>
                <c:pt idx="541">
                  <c:v>0.67141852120068368</c:v>
                </c:pt>
                <c:pt idx="542">
                  <c:v>0.67262474566749042</c:v>
                </c:pt>
                <c:pt idx="543">
                  <c:v>0.67383102096223157</c:v>
                </c:pt>
                <c:pt idx="544">
                  <c:v>0.67503734787937331</c:v>
                </c:pt>
                <c:pt idx="545">
                  <c:v>0.6762437272137366</c:v>
                </c:pt>
                <c:pt idx="546">
                  <c:v>0.67745015976050305</c:v>
                </c:pt>
                <c:pt idx="547">
                  <c:v>0.6786566463152196</c:v>
                </c:pt>
                <c:pt idx="548">
                  <c:v>0.67986318767380438</c:v>
                </c:pt>
                <c:pt idx="549">
                  <c:v>0.68106978463255174</c:v>
                </c:pt>
                <c:pt idx="550">
                  <c:v>0.68227643798813775</c:v>
                </c:pt>
                <c:pt idx="551">
                  <c:v>0.6834831485376256</c:v>
                </c:pt>
                <c:pt idx="552">
                  <c:v>0.68468991707847071</c:v>
                </c:pt>
                <c:pt idx="553">
                  <c:v>0.68589674440852644</c:v>
                </c:pt>
                <c:pt idx="554">
                  <c:v>0.68710363132604924</c:v>
                </c:pt>
                <c:pt idx="555">
                  <c:v>0.68831057862970424</c:v>
                </c:pt>
                <c:pt idx="556">
                  <c:v>0.68951758711857025</c:v>
                </c:pt>
                <c:pt idx="557">
                  <c:v>0.69072465759214574</c:v>
                </c:pt>
                <c:pt idx="558">
                  <c:v>0.69193179085035383</c:v>
                </c:pt>
                <c:pt idx="559">
                  <c:v>0.69313898769354776</c:v>
                </c:pt>
                <c:pt idx="560">
                  <c:v>0.6943462489225164</c:v>
                </c:pt>
                <c:pt idx="561">
                  <c:v>0.69555357533848972</c:v>
                </c:pt>
                <c:pt idx="562">
                  <c:v>0.69676096774314422</c:v>
                </c:pt>
                <c:pt idx="563">
                  <c:v>0.69796842693860828</c:v>
                </c:pt>
                <c:pt idx="564">
                  <c:v>0.69917595372746766</c:v>
                </c:pt>
                <c:pt idx="565">
                  <c:v>0.7003835489127711</c:v>
                </c:pt>
                <c:pt idx="566">
                  <c:v>0.70159121329803564</c:v>
                </c:pt>
                <c:pt idx="567">
                  <c:v>0.70279894768725204</c:v>
                </c:pt>
                <c:pt idx="568">
                  <c:v>0.70400675288489067</c:v>
                </c:pt>
                <c:pt idx="569">
                  <c:v>0.70521462969590643</c:v>
                </c:pt>
                <c:pt idx="570">
                  <c:v>0.70642257892574489</c:v>
                </c:pt>
                <c:pt idx="571">
                  <c:v>0.70763060138034717</c:v>
                </c:pt>
                <c:pt idx="572">
                  <c:v>0.70883869786615605</c:v>
                </c:pt>
                <c:pt idx="573">
                  <c:v>0.71004686919012128</c:v>
                </c:pt>
                <c:pt idx="574">
                  <c:v>0.71125511615970483</c:v>
                </c:pt>
                <c:pt idx="575">
                  <c:v>0.71246343958288705</c:v>
                </c:pt>
                <c:pt idx="576">
                  <c:v>0.71367184026817165</c:v>
                </c:pt>
                <c:pt idx="577">
                  <c:v>0.71488031902459181</c:v>
                </c:pt>
                <c:pt idx="578">
                  <c:v>0.71608887666171528</c:v>
                </c:pt>
                <c:pt idx="579">
                  <c:v>0.71729751398965036</c:v>
                </c:pt>
                <c:pt idx="580">
                  <c:v>0.71850623181905138</c:v>
                </c:pt>
                <c:pt idx="581">
                  <c:v>0.71971503096112421</c:v>
                </c:pt>
                <c:pt idx="582">
                  <c:v>0.72092391222763197</c:v>
                </c:pt>
                <c:pt idx="583">
                  <c:v>0.72213287643090063</c:v>
                </c:pt>
                <c:pt idx="584">
                  <c:v>0.72334192438382494</c:v>
                </c:pt>
                <c:pt idx="585">
                  <c:v>0.72455105689987365</c:v>
                </c:pt>
                <c:pt idx="586">
                  <c:v>0.72576027479309546</c:v>
                </c:pt>
                <c:pt idx="587">
                  <c:v>0.72696957887812463</c:v>
                </c:pt>
                <c:pt idx="588">
                  <c:v>0.72817896997018683</c:v>
                </c:pt>
                <c:pt idx="589">
                  <c:v>0.72938844888510446</c:v>
                </c:pt>
                <c:pt idx="590">
                  <c:v>0.73059801643930278</c:v>
                </c:pt>
                <c:pt idx="591">
                  <c:v>0.73180767344981534</c:v>
                </c:pt>
                <c:pt idx="592">
                  <c:v>0.73301742073428999</c:v>
                </c:pt>
                <c:pt idx="593">
                  <c:v>0.7342272591109944</c:v>
                </c:pt>
                <c:pt idx="594">
                  <c:v>0.73543718939882186</c:v>
                </c:pt>
                <c:pt idx="595">
                  <c:v>0.73664721241729714</c:v>
                </c:pt>
                <c:pt idx="596">
                  <c:v>0.73785732898658241</c:v>
                </c:pt>
                <c:pt idx="597">
                  <c:v>0.73906753992748264</c:v>
                </c:pt>
                <c:pt idx="598">
                  <c:v>0.74027784606145175</c:v>
                </c:pt>
                <c:pt idx="599">
                  <c:v>0.74148824821059833</c:v>
                </c:pt>
                <c:pt idx="600">
                  <c:v>0.74269874719769136</c:v>
                </c:pt>
                <c:pt idx="601">
                  <c:v>0.74390934384616636</c:v>
                </c:pt>
                <c:pt idx="602">
                  <c:v>0.74512003898013091</c:v>
                </c:pt>
                <c:pt idx="603">
                  <c:v>0.74633083342437068</c:v>
                </c:pt>
                <c:pt idx="604">
                  <c:v>0.74754172800435537</c:v>
                </c:pt>
                <c:pt idx="605">
                  <c:v>0.74875272354624456</c:v>
                </c:pt>
                <c:pt idx="606">
                  <c:v>0.74996382087689351</c:v>
                </c:pt>
                <c:pt idx="607">
                  <c:v>0.75117502082385923</c:v>
                </c:pt>
                <c:pt idx="608">
                  <c:v>0.75238632421540641</c:v>
                </c:pt>
                <c:pt idx="609">
                  <c:v>0.75359773188051338</c:v>
                </c:pt>
                <c:pt idx="610">
                  <c:v>0.75480924464887789</c:v>
                </c:pt>
                <c:pt idx="611">
                  <c:v>0.75602086335092333</c:v>
                </c:pt>
                <c:pt idx="612">
                  <c:v>0.75723258881780464</c:v>
                </c:pt>
                <c:pt idx="613">
                  <c:v>0.75844442188141425</c:v>
                </c:pt>
                <c:pt idx="614">
                  <c:v>0.75965636337438824</c:v>
                </c:pt>
                <c:pt idx="615">
                  <c:v>0.76086841413011219</c:v>
                </c:pt>
                <c:pt idx="616">
                  <c:v>0.7620805749827273</c:v>
                </c:pt>
                <c:pt idx="617">
                  <c:v>0.7632928467671366</c:v>
                </c:pt>
                <c:pt idx="618">
                  <c:v>0.76450523031901085</c:v>
                </c:pt>
                <c:pt idx="619">
                  <c:v>0.76571772647479475</c:v>
                </c:pt>
                <c:pt idx="620">
                  <c:v>0.76693033607171301</c:v>
                </c:pt>
                <c:pt idx="621">
                  <c:v>0.76814305994777632</c:v>
                </c:pt>
                <c:pt idx="622">
                  <c:v>0.76935589894178769</c:v>
                </c:pt>
                <c:pt idx="623">
                  <c:v>0.77056885389334862</c:v>
                </c:pt>
                <c:pt idx="624">
                  <c:v>0.77178192564286519</c:v>
                </c:pt>
                <c:pt idx="625">
                  <c:v>0.77299511503155416</c:v>
                </c:pt>
                <c:pt idx="626">
                  <c:v>0.77420842290144931</c:v>
                </c:pt>
                <c:pt idx="627">
                  <c:v>0.77542185009540754</c:v>
                </c:pt>
                <c:pt idx="628">
                  <c:v>0.7766353974571153</c:v>
                </c:pt>
                <c:pt idx="629">
                  <c:v>0.77784906583109448</c:v>
                </c:pt>
                <c:pt idx="630">
                  <c:v>0.7790628560627092</c:v>
                </c:pt>
                <c:pt idx="631">
                  <c:v>0.78027676899817144</c:v>
                </c:pt>
                <c:pt idx="632">
                  <c:v>0.78149080548454808</c:v>
                </c:pt>
                <c:pt idx="633">
                  <c:v>0.78270496636976639</c:v>
                </c:pt>
                <c:pt idx="634">
                  <c:v>0.78391925250262118</c:v>
                </c:pt>
                <c:pt idx="635">
                  <c:v>0.78513366473278046</c:v>
                </c:pt>
                <c:pt idx="636">
                  <c:v>0.7863482039107923</c:v>
                </c:pt>
                <c:pt idx="637">
                  <c:v>0.78756287088809085</c:v>
                </c:pt>
                <c:pt idx="638">
                  <c:v>0.78877766651700298</c:v>
                </c:pt>
                <c:pt idx="639">
                  <c:v>0.78999259165075464</c:v>
                </c:pt>
                <c:pt idx="640">
                  <c:v>0.79120764714347713</c:v>
                </c:pt>
                <c:pt idx="641">
                  <c:v>0.79242283385021395</c:v>
                </c:pt>
                <c:pt idx="642">
                  <c:v>0.79363815262692672</c:v>
                </c:pt>
                <c:pt idx="643">
                  <c:v>0.79485360433050212</c:v>
                </c:pt>
                <c:pt idx="644">
                  <c:v>0.79606918981875818</c:v>
                </c:pt>
                <c:pt idx="645">
                  <c:v>0.79728490995045087</c:v>
                </c:pt>
                <c:pt idx="646">
                  <c:v>0.7985007655852806</c:v>
                </c:pt>
                <c:pt idx="647">
                  <c:v>0.79971675758389871</c:v>
                </c:pt>
                <c:pt idx="648">
                  <c:v>0.8009328868079143</c:v>
                </c:pt>
                <c:pt idx="649">
                  <c:v>0.80214915411990062</c:v>
                </c:pt>
                <c:pt idx="650">
                  <c:v>0.80336556038340168</c:v>
                </c:pt>
                <c:pt idx="651">
                  <c:v>0.80458210646293893</c:v>
                </c:pt>
                <c:pt idx="652">
                  <c:v>0.80579879322401793</c:v>
                </c:pt>
                <c:pt idx="653">
                  <c:v>0.80701562153313511</c:v>
                </c:pt>
                <c:pt idx="654">
                  <c:v>0.80823259225778432</c:v>
                </c:pt>
                <c:pt idx="655">
                  <c:v>0.80944970626646351</c:v>
                </c:pt>
                <c:pt idx="656">
                  <c:v>0.81066696442868158</c:v>
                </c:pt>
                <c:pt idx="657">
                  <c:v>0.81188436761496519</c:v>
                </c:pt>
                <c:pt idx="658">
                  <c:v>0.81310191669686527</c:v>
                </c:pt>
                <c:pt idx="659">
                  <c:v>0.81431961254696417</c:v>
                </c:pt>
                <c:pt idx="660">
                  <c:v>0.81553745603888217</c:v>
                </c:pt>
                <c:pt idx="661">
                  <c:v>0.8167554480472845</c:v>
                </c:pt>
                <c:pt idx="662">
                  <c:v>0.81797358944788801</c:v>
                </c:pt>
                <c:pt idx="663">
                  <c:v>0.81919188111746832</c:v>
                </c:pt>
                <c:pt idx="664">
                  <c:v>0.82041032393386648</c:v>
                </c:pt>
                <c:pt idx="665">
                  <c:v>0.82162891877599598</c:v>
                </c:pt>
                <c:pt idx="666">
                  <c:v>0.82284766652384955</c:v>
                </c:pt>
                <c:pt idx="667">
                  <c:v>0.82406656805850653</c:v>
                </c:pt>
                <c:pt idx="668">
                  <c:v>0.82528562426213936</c:v>
                </c:pt>
                <c:pt idx="669">
                  <c:v>0.82650483601802094</c:v>
                </c:pt>
                <c:pt idx="670">
                  <c:v>0.82772420421053128</c:v>
                </c:pt>
                <c:pt idx="671">
                  <c:v>0.82894372972516506</c:v>
                </c:pt>
                <c:pt idx="672">
                  <c:v>0.83016341344853828</c:v>
                </c:pt>
                <c:pt idx="673">
                  <c:v>0.8313832562683956</c:v>
                </c:pt>
                <c:pt idx="674">
                  <c:v>0.83260325907361721</c:v>
                </c:pt>
                <c:pt idx="675">
                  <c:v>0.83382342275422627</c:v>
                </c:pt>
                <c:pt idx="676">
                  <c:v>0.83504374820139593</c:v>
                </c:pt>
                <c:pt idx="677">
                  <c:v>0.83626423630745628</c:v>
                </c:pt>
                <c:pt idx="678">
                  <c:v>0.83748488796590204</c:v>
                </c:pt>
                <c:pt idx="679">
                  <c:v>0.83870570407139955</c:v>
                </c:pt>
                <c:pt idx="680">
                  <c:v>0.83992668551979377</c:v>
                </c:pt>
                <c:pt idx="681">
                  <c:v>0.84114783320811604</c:v>
                </c:pt>
                <c:pt idx="682">
                  <c:v>0.84236914803459118</c:v>
                </c:pt>
                <c:pt idx="683">
                  <c:v>0.84359063089864461</c:v>
                </c:pt>
                <c:pt idx="684">
                  <c:v>0.84481228270090991</c:v>
                </c:pt>
                <c:pt idx="685">
                  <c:v>0.84603410434323634</c:v>
                </c:pt>
                <c:pt idx="686">
                  <c:v>0.84725609672869606</c:v>
                </c:pt>
                <c:pt idx="687">
                  <c:v>0.84847826076159139</c:v>
                </c:pt>
                <c:pt idx="688">
                  <c:v>0.84970059734746273</c:v>
                </c:pt>
                <c:pt idx="689">
                  <c:v>0.85092310739309551</c:v>
                </c:pt>
                <c:pt idx="690">
                  <c:v>0.85214579180652805</c:v>
                </c:pt>
                <c:pt idx="691">
                  <c:v>0.85336865149705898</c:v>
                </c:pt>
                <c:pt idx="692">
                  <c:v>0.85459168737525493</c:v>
                </c:pt>
                <c:pt idx="693">
                  <c:v>0.85581490035295771</c:v>
                </c:pt>
                <c:pt idx="694">
                  <c:v>0.85703829134329246</c:v>
                </c:pt>
                <c:pt idx="695">
                  <c:v>0.85826186126067483</c:v>
                </c:pt>
                <c:pt idx="696">
                  <c:v>0.859485611020819</c:v>
                </c:pt>
                <c:pt idx="697">
                  <c:v>0.86070954154074508</c:v>
                </c:pt>
                <c:pt idx="698">
                  <c:v>0.86193365373878694</c:v>
                </c:pt>
                <c:pt idx="699">
                  <c:v>0.86315794853460004</c:v>
                </c:pt>
                <c:pt idx="700">
                  <c:v>0.86438242684916899</c:v>
                </c:pt>
                <c:pt idx="701">
                  <c:v>0.86560708960481558</c:v>
                </c:pt>
                <c:pt idx="702">
                  <c:v>0.8668319377252065</c:v>
                </c:pt>
                <c:pt idx="703">
                  <c:v>0.86805697213536115</c:v>
                </c:pt>
                <c:pt idx="704">
                  <c:v>0.86928219376165961</c:v>
                </c:pt>
                <c:pt idx="705">
                  <c:v>0.87050760353185042</c:v>
                </c:pt>
                <c:pt idx="706">
                  <c:v>0.87173320237505869</c:v>
                </c:pt>
                <c:pt idx="707">
                  <c:v>0.87295899122179399</c:v>
                </c:pt>
                <c:pt idx="708">
                  <c:v>0.8741849710039582</c:v>
                </c:pt>
                <c:pt idx="709">
                  <c:v>0.87541114265485387</c:v>
                </c:pt>
                <c:pt idx="710">
                  <c:v>0.87663750710919197</c:v>
                </c:pt>
                <c:pt idx="711">
                  <c:v>0.87786406530310002</c:v>
                </c:pt>
                <c:pt idx="712">
                  <c:v>0.87909081817413037</c:v>
                </c:pt>
                <c:pt idx="713">
                  <c:v>0.88031776666126826</c:v>
                </c:pt>
                <c:pt idx="714">
                  <c:v>0.88154491170493987</c:v>
                </c:pt>
                <c:pt idx="715">
                  <c:v>0.88277225424702066</c:v>
                </c:pt>
                <c:pt idx="716">
                  <c:v>0.88399979523084371</c:v>
                </c:pt>
                <c:pt idx="717">
                  <c:v>0.88522753560120759</c:v>
                </c:pt>
                <c:pt idx="718">
                  <c:v>0.88645547630438526</c:v>
                </c:pt>
                <c:pt idx="719">
                  <c:v>0.8876836182881318</c:v>
                </c:pt>
                <c:pt idx="720">
                  <c:v>0.88891196250169324</c:v>
                </c:pt>
                <c:pt idx="721">
                  <c:v>0.8901405098958145</c:v>
                </c:pt>
                <c:pt idx="722">
                  <c:v>0.8913692614227483</c:v>
                </c:pt>
                <c:pt idx="723">
                  <c:v>0.89259821803626327</c:v>
                </c:pt>
                <c:pt idx="724">
                  <c:v>0.89382738069165246</c:v>
                </c:pt>
                <c:pt idx="725">
                  <c:v>0.89505675034574217</c:v>
                </c:pt>
                <c:pt idx="726">
                  <c:v>0.89628632795690011</c:v>
                </c:pt>
                <c:pt idx="727">
                  <c:v>0.8975161144850442</c:v>
                </c:pt>
                <c:pt idx="728">
                  <c:v>0.89874611089165113</c:v>
                </c:pt>
                <c:pt idx="729">
                  <c:v>0.8999763181397652</c:v>
                </c:pt>
                <c:pt idx="730">
                  <c:v>0.90120673719400668</c:v>
                </c:pt>
                <c:pt idx="731">
                  <c:v>0.90243736902058069</c:v>
                </c:pt>
                <c:pt idx="732">
                  <c:v>0.90366821458728608</c:v>
                </c:pt>
                <c:pt idx="733">
                  <c:v>0.90489927486352406</c:v>
                </c:pt>
                <c:pt idx="734">
                  <c:v>0.90613055082030713</c:v>
                </c:pt>
                <c:pt idx="735">
                  <c:v>0.90736204343026783</c:v>
                </c:pt>
                <c:pt idx="736">
                  <c:v>0.9085937536676677</c:v>
                </c:pt>
                <c:pt idx="737">
                  <c:v>0.90982568250840623</c:v>
                </c:pt>
                <c:pt idx="738">
                  <c:v>0.91105783093002979</c:v>
                </c:pt>
                <c:pt idx="739">
                  <c:v>0.91229019991174076</c:v>
                </c:pt>
                <c:pt idx="740">
                  <c:v>0.91352279043440621</c:v>
                </c:pt>
                <c:pt idx="741">
                  <c:v>0.9147556034805675</c:v>
                </c:pt>
                <c:pt idx="742">
                  <c:v>0.91598864003444891</c:v>
                </c:pt>
                <c:pt idx="743">
                  <c:v>0.91722190108196722</c:v>
                </c:pt>
                <c:pt idx="744">
                  <c:v>0.91845538761074041</c:v>
                </c:pt>
                <c:pt idx="745">
                  <c:v>0.91968910061009745</c:v>
                </c:pt>
                <c:pt idx="746">
                  <c:v>0.92092304107108702</c:v>
                </c:pt>
                <c:pt idx="747">
                  <c:v>0.9221572099864872</c:v>
                </c:pt>
                <c:pt idx="748">
                  <c:v>0.92339160835081457</c:v>
                </c:pt>
                <c:pt idx="749">
                  <c:v>0.92462623716033387</c:v>
                </c:pt>
                <c:pt idx="750">
                  <c:v>0.9258610974130671</c:v>
                </c:pt>
                <c:pt idx="751">
                  <c:v>0.92709619010880306</c:v>
                </c:pt>
                <c:pt idx="752">
                  <c:v>0.92833151624910704</c:v>
                </c:pt>
                <c:pt idx="753">
                  <c:v>0.92956707683733009</c:v>
                </c:pt>
                <c:pt idx="754">
                  <c:v>0.93080287287861874</c:v>
                </c:pt>
                <c:pt idx="755">
                  <c:v>0.93203890537992462</c:v>
                </c:pt>
                <c:pt idx="756">
                  <c:v>0.93327517535001403</c:v>
                </c:pt>
                <c:pt idx="757">
                  <c:v>0.9345116837994778</c:v>
                </c:pt>
                <c:pt idx="758">
                  <c:v>0.93574843174074085</c:v>
                </c:pt>
                <c:pt idx="759">
                  <c:v>0.93698542018807207</c:v>
                </c:pt>
                <c:pt idx="760">
                  <c:v>0.9382226501575941</c:v>
                </c:pt>
                <c:pt idx="761">
                  <c:v>0.93946012266729317</c:v>
                </c:pt>
                <c:pt idx="762">
                  <c:v>0.94069783873702906</c:v>
                </c:pt>
                <c:pt idx="763">
                  <c:v>0.94193579938854499</c:v>
                </c:pt>
                <c:pt idx="764">
                  <c:v>0.94317400564547771</c:v>
                </c:pt>
                <c:pt idx="765">
                  <c:v>0.9444124585333673</c:v>
                </c:pt>
                <c:pt idx="766">
                  <c:v>0.94565115907966768</c:v>
                </c:pt>
                <c:pt idx="767">
                  <c:v>0.9468901083137562</c:v>
                </c:pt>
                <c:pt idx="768">
                  <c:v>0.94812930726694422</c:v>
                </c:pt>
                <c:pt idx="769">
                  <c:v>0.94936875697248702</c:v>
                </c:pt>
                <c:pt idx="770">
                  <c:v>0.95060845846559439</c:v>
                </c:pt>
                <c:pt idx="771">
                  <c:v>0.95184841278344046</c:v>
                </c:pt>
                <c:pt idx="772">
                  <c:v>0.95308862096517455</c:v>
                </c:pt>
                <c:pt idx="773">
                  <c:v>0.95432908405193129</c:v>
                </c:pt>
                <c:pt idx="774">
                  <c:v>0.95556980308684092</c:v>
                </c:pt>
                <c:pt idx="775">
                  <c:v>0.95681077911504009</c:v>
                </c:pt>
                <c:pt idx="776">
                  <c:v>0.95805201318368205</c:v>
                </c:pt>
                <c:pt idx="777">
                  <c:v>0.95929350634194765</c:v>
                </c:pt>
                <c:pt idx="778">
                  <c:v>0.96053525964105546</c:v>
                </c:pt>
                <c:pt idx="779">
                  <c:v>0.96177727413427283</c:v>
                </c:pt>
                <c:pt idx="780">
                  <c:v>0.96301955087692648</c:v>
                </c:pt>
                <c:pt idx="781">
                  <c:v>0.96426209092641313</c:v>
                </c:pt>
                <c:pt idx="782">
                  <c:v>0.9655048953422104</c:v>
                </c:pt>
                <c:pt idx="783">
                  <c:v>0.9667479651858879</c:v>
                </c:pt>
                <c:pt idx="784">
                  <c:v>0.96799130152111768</c:v>
                </c:pt>
                <c:pt idx="785">
                  <c:v>0.96923490541368562</c:v>
                </c:pt>
                <c:pt idx="786">
                  <c:v>0.97047877793150217</c:v>
                </c:pt>
                <c:pt idx="787">
                  <c:v>0.97172292014461359</c:v>
                </c:pt>
                <c:pt idx="788">
                  <c:v>0.97296733312521277</c:v>
                </c:pt>
                <c:pt idx="789">
                  <c:v>0.97421201794765078</c:v>
                </c:pt>
                <c:pt idx="790">
                  <c:v>0.9754569756884478</c:v>
                </c:pt>
                <c:pt idx="791">
                  <c:v>0.97670220742630454</c:v>
                </c:pt>
                <c:pt idx="792">
                  <c:v>0.97794771424211335</c:v>
                </c:pt>
                <c:pt idx="793">
                  <c:v>0.97919349721896976</c:v>
                </c:pt>
                <c:pt idx="794">
                  <c:v>0.98043955744218381</c:v>
                </c:pt>
                <c:pt idx="795">
                  <c:v>0.98168589599929168</c:v>
                </c:pt>
                <c:pt idx="796">
                  <c:v>0.98293251398006709</c:v>
                </c:pt>
                <c:pt idx="797">
                  <c:v>0.98417941247653273</c:v>
                </c:pt>
                <c:pt idx="798">
                  <c:v>0.98542659258297216</c:v>
                </c:pt>
                <c:pt idx="799">
                  <c:v>0.98667405539594144</c:v>
                </c:pt>
                <c:pt idx="800">
                  <c:v>0.98792180201428059</c:v>
                </c:pt>
                <c:pt idx="801">
                  <c:v>0.98916983353912591</c:v>
                </c:pt>
                <c:pt idx="802">
                  <c:v>0.99041815107392128</c:v>
                </c:pt>
                <c:pt idx="803">
                  <c:v>0.99166675572443053</c:v>
                </c:pt>
                <c:pt idx="804">
                  <c:v>0.99291564859874903</c:v>
                </c:pt>
                <c:pt idx="805">
                  <c:v>0.99416483080731588</c:v>
                </c:pt>
                <c:pt idx="806">
                  <c:v>0.99541430346292603</c:v>
                </c:pt>
                <c:pt idx="807">
                  <c:v>0.99666406768074245</c:v>
                </c:pt>
                <c:pt idx="808">
                  <c:v>0.99791412457830808</c:v>
                </c:pt>
                <c:pt idx="809">
                  <c:v>0.99916447527555829</c:v>
                </c:pt>
                <c:pt idx="810">
                  <c:v>1.0004151208948333</c:v>
                </c:pt>
                <c:pt idx="811">
                  <c:v>1.0016660625608902</c:v>
                </c:pt>
                <c:pt idx="812">
                  <c:v>1.0029173014009156</c:v>
                </c:pt>
                <c:pt idx="813">
                  <c:v>1.004168838544538</c:v>
                </c:pt>
                <c:pt idx="814">
                  <c:v>1.0054206751238406</c:v>
                </c:pt>
                <c:pt idx="815">
                  <c:v>1.0066728122733737</c:v>
                </c:pt>
                <c:pt idx="816">
                  <c:v>1.0079252511301675</c:v>
                </c:pt>
                <c:pt idx="817">
                  <c:v>1.0091779928337445</c:v>
                </c:pt>
                <c:pt idx="818">
                  <c:v>1.0104310385261326</c:v>
                </c:pt>
                <c:pt idx="819">
                  <c:v>1.0116843893518779</c:v>
                </c:pt>
                <c:pt idx="820">
                  <c:v>1.0129380464580577</c:v>
                </c:pt>
                <c:pt idx="821">
                  <c:v>1.0141920109942935</c:v>
                </c:pt>
                <c:pt idx="822">
                  <c:v>1.0154462841127636</c:v>
                </c:pt>
                <c:pt idx="823">
                  <c:v>1.0167008669682167</c:v>
                </c:pt>
                <c:pt idx="824">
                  <c:v>1.017955760717985</c:v>
                </c:pt>
                <c:pt idx="825">
                  <c:v>1.0192109665219973</c:v>
                </c:pt>
                <c:pt idx="826">
                  <c:v>1.0204664855427923</c:v>
                </c:pt>
                <c:pt idx="827">
                  <c:v>1.0217223189455322</c:v>
                </c:pt>
                <c:pt idx="828">
                  <c:v>1.0229784678980161</c:v>
                </c:pt>
                <c:pt idx="829">
                  <c:v>1.0242349335706931</c:v>
                </c:pt>
                <c:pt idx="830">
                  <c:v>1.0254917171366762</c:v>
                </c:pt>
                <c:pt idx="831">
                  <c:v>1.026748819771756</c:v>
                </c:pt>
                <c:pt idx="832">
                  <c:v>1.0280062426544143</c:v>
                </c:pt>
                <c:pt idx="833">
                  <c:v>1.029263986965838</c:v>
                </c:pt>
                <c:pt idx="834">
                  <c:v>1.0305220538899327</c:v>
                </c:pt>
                <c:pt idx="835">
                  <c:v>1.0312215152853419</c:v>
                </c:pt>
                <c:pt idx="836">
                  <c:v>1.0319209766807511</c:v>
                </c:pt>
                <c:pt idx="837">
                  <c:v>1.0326204380761603</c:v>
                </c:pt>
                <c:pt idx="838">
                  <c:v>1.0333198994715695</c:v>
                </c:pt>
                <c:pt idx="839">
                  <c:v>1.0340193608669788</c:v>
                </c:pt>
                <c:pt idx="840">
                  <c:v>1.034718822262388</c:v>
                </c:pt>
                <c:pt idx="841">
                  <c:v>1.0354182836577972</c:v>
                </c:pt>
                <c:pt idx="842">
                  <c:v>1.0361177450532064</c:v>
                </c:pt>
                <c:pt idx="843">
                  <c:v>1.0368172064486156</c:v>
                </c:pt>
                <c:pt idx="844">
                  <c:v>1.0375166678440249</c:v>
                </c:pt>
                <c:pt idx="845">
                  <c:v>1.0382161292394341</c:v>
                </c:pt>
                <c:pt idx="846">
                  <c:v>1.0389155906348433</c:v>
                </c:pt>
                <c:pt idx="847">
                  <c:v>1.0396150520302525</c:v>
                </c:pt>
                <c:pt idx="848">
                  <c:v>1.0403145134256617</c:v>
                </c:pt>
                <c:pt idx="849">
                  <c:v>1.0410139748210709</c:v>
                </c:pt>
                <c:pt idx="850">
                  <c:v>1.0417134362164802</c:v>
                </c:pt>
                <c:pt idx="851">
                  <c:v>1.0424128976118894</c:v>
                </c:pt>
                <c:pt idx="852">
                  <c:v>1.0431123590072986</c:v>
                </c:pt>
                <c:pt idx="853">
                  <c:v>1.0438118204027078</c:v>
                </c:pt>
                <c:pt idx="854">
                  <c:v>1.044511281798117</c:v>
                </c:pt>
                <c:pt idx="855">
                  <c:v>1.0452107431935262</c:v>
                </c:pt>
                <c:pt idx="856">
                  <c:v>1.0459102045889355</c:v>
                </c:pt>
                <c:pt idx="857">
                  <c:v>1.0466096659843447</c:v>
                </c:pt>
                <c:pt idx="858">
                  <c:v>1.0473091273797539</c:v>
                </c:pt>
                <c:pt idx="859">
                  <c:v>1.0480085887751631</c:v>
                </c:pt>
                <c:pt idx="860">
                  <c:v>1.0487080501705723</c:v>
                </c:pt>
                <c:pt idx="861">
                  <c:v>1.0494075115659816</c:v>
                </c:pt>
                <c:pt idx="862">
                  <c:v>1.0501069729613908</c:v>
                </c:pt>
                <c:pt idx="863">
                  <c:v>1.0508064343568</c:v>
                </c:pt>
                <c:pt idx="864">
                  <c:v>1.0515058957522092</c:v>
                </c:pt>
                <c:pt idx="865">
                  <c:v>1.0522053571476184</c:v>
                </c:pt>
                <c:pt idx="866">
                  <c:v>1.0529048185430276</c:v>
                </c:pt>
                <c:pt idx="867">
                  <c:v>1.0536042799384369</c:v>
                </c:pt>
                <c:pt idx="868">
                  <c:v>1.0543037413338461</c:v>
                </c:pt>
                <c:pt idx="869">
                  <c:v>1.0550032027292553</c:v>
                </c:pt>
                <c:pt idx="870">
                  <c:v>1.0557026641246645</c:v>
                </c:pt>
                <c:pt idx="871">
                  <c:v>1.0564021255200737</c:v>
                </c:pt>
                <c:pt idx="872">
                  <c:v>1.0571015869154829</c:v>
                </c:pt>
                <c:pt idx="873">
                  <c:v>1.0578010483108922</c:v>
                </c:pt>
                <c:pt idx="874">
                  <c:v>1.0585005097063014</c:v>
                </c:pt>
                <c:pt idx="875">
                  <c:v>1.0591999711017106</c:v>
                </c:pt>
                <c:pt idx="876">
                  <c:v>1.0598994324971198</c:v>
                </c:pt>
                <c:pt idx="877">
                  <c:v>1.060598893892529</c:v>
                </c:pt>
                <c:pt idx="878">
                  <c:v>1.0612983552879383</c:v>
                </c:pt>
                <c:pt idx="879">
                  <c:v>1.0619978166833475</c:v>
                </c:pt>
                <c:pt idx="880">
                  <c:v>1.0626972780787567</c:v>
                </c:pt>
                <c:pt idx="881">
                  <c:v>1.0633967394741659</c:v>
                </c:pt>
                <c:pt idx="882">
                  <c:v>1.0640962008695751</c:v>
                </c:pt>
              </c:numCache>
            </c:numRef>
          </c:xVal>
          <c:yVal>
            <c:numRef>
              <c:f>Performance!$J$28:$J$910</c:f>
              <c:numCache>
                <c:formatCode>0</c:formatCode>
                <c:ptCount val="883"/>
                <c:pt idx="0">
                  <c:v>0</c:v>
                </c:pt>
                <c:pt idx="1">
                  <c:v>454.60116852204317</c:v>
                </c:pt>
                <c:pt idx="2">
                  <c:v>669.31142030393164</c:v>
                </c:pt>
                <c:pt idx="3">
                  <c:v>804.32392214721449</c:v>
                </c:pt>
                <c:pt idx="4">
                  <c:v>893.51978467958452</c:v>
                </c:pt>
                <c:pt idx="5">
                  <c:v>953.9788565920519</c:v>
                </c:pt>
                <c:pt idx="6">
                  <c:v>995.66364513250801</c:v>
                </c:pt>
                <c:pt idx="7">
                  <c:v>1024.7930438574595</c:v>
                </c:pt>
                <c:pt idx="8">
                  <c:v>1045.4001141313968</c:v>
                </c:pt>
                <c:pt idx="9">
                  <c:v>1060.1631951482286</c:v>
                </c:pt>
                <c:pt idx="10">
                  <c:v>1070.8892106536107</c:v>
                </c:pt>
                <c:pt idx="11">
                  <c:v>1078.8106634149487</c:v>
                </c:pt>
                <c:pt idx="12">
                  <c:v>1084.7749956622056</c:v>
                </c:pt>
                <c:pt idx="13">
                  <c:v>1089.368428823969</c:v>
                </c:pt>
                <c:pt idx="14">
                  <c:v>1092.9984181983707</c:v>
                </c:pt>
                <c:pt idx="15">
                  <c:v>1095.9492678805636</c:v>
                </c:pt>
                <c:pt idx="16">
                  <c:v>1098.4200031081241</c:v>
                </c:pt>
                <c:pt idx="17">
                  <c:v>1100.5503480666512</c:v>
                </c:pt>
                <c:pt idx="18">
                  <c:v>1102.4386458304957</c:v>
                </c:pt>
                <c:pt idx="19">
                  <c:v>1104.1542760161569</c:v>
                </c:pt>
                <c:pt idx="20">
                  <c:v>1105.7462919468392</c:v>
                </c:pt>
                <c:pt idx="21">
                  <c:v>1107.2494475074418</c:v>
                </c:pt>
                <c:pt idx="22">
                  <c:v>1108.688414376006</c:v>
                </c:pt>
                <c:pt idx="23">
                  <c:v>1110.0807404339928</c:v>
                </c:pt>
                <c:pt idx="24">
                  <c:v>1111.4389299166542</c:v>
                </c:pt>
                <c:pt idx="25">
                  <c:v>1112.7719092025068</c:v>
                </c:pt>
                <c:pt idx="26">
                  <c:v>1114.0860618144191</c:v>
                </c:pt>
                <c:pt idx="27">
                  <c:v>1115.3859606817252</c:v>
                </c:pt>
                <c:pt idx="28">
                  <c:v>1116.6748872006274</c:v>
                </c:pt>
                <c:pt idx="29">
                  <c:v>1117.9551998555844</c:v>
                </c:pt>
                <c:pt idx="30">
                  <c:v>1119.2285964747059</c:v>
                </c:pt>
                <c:pt idx="31">
                  <c:v>1120.4963011470829</c:v>
                </c:pt>
                <c:pt idx="32">
                  <c:v>1121.7591976769791</c:v>
                </c:pt>
                <c:pt idx="33">
                  <c:v>1123.0179250307222</c:v>
                </c:pt>
                <c:pt idx="34">
                  <c:v>1124.2729457195085</c:v>
                </c:pt>
                <c:pt idx="35">
                  <c:v>1125.5245948726638</c:v>
                </c:pt>
                <c:pt idx="36">
                  <c:v>1126.7731155138283</c:v>
                </c:pt>
                <c:pt idx="37">
                  <c:v>1128.0186839610476</c:v>
                </c:pt>
                <c:pt idx="38">
                  <c:v>1129.2614281449132</c:v>
                </c:pt>
                <c:pt idx="39">
                  <c:v>1130.5014408417769</c:v>
                </c:pt>
                <c:pt idx="40">
                  <c:v>1131.7387892472821</c:v>
                </c:pt>
                <c:pt idx="41">
                  <c:v>1132.9735219159948</c:v>
                </c:pt>
                <c:pt idx="42">
                  <c:v>1134.2056737965561</c:v>
                </c:pt>
                <c:pt idx="43">
                  <c:v>1135.4352698922391</c:v>
                </c:pt>
                <c:pt idx="44">
                  <c:v>1136.662327927655</c:v>
                </c:pt>
                <c:pt idx="45">
                  <c:v>1137.8868602912673</c:v>
                </c:pt>
                <c:pt idx="46">
                  <c:v>1139.1088754555913</c:v>
                </c:pt>
                <c:pt idx="47">
                  <c:v>1140.3283790147771</c:v>
                </c:pt>
                <c:pt idx="48">
                  <c:v>1141.5453744454296</c:v>
                </c:pt>
                <c:pt idx="49">
                  <c:v>1142.759863664211</c:v>
                </c:pt>
                <c:pt idx="50">
                  <c:v>1143.9718474379727</c:v>
                </c:pt>
                <c:pt idx="51">
                  <c:v>1145.1813256853704</c:v>
                </c:pt>
                <c:pt idx="52">
                  <c:v>1146.3882976980772</c:v>
                </c:pt>
                <c:pt idx="53">
                  <c:v>1147.5927623056953</c:v>
                </c:pt>
                <c:pt idx="54">
                  <c:v>1148.7947179965481</c:v>
                </c:pt>
                <c:pt idx="55">
                  <c:v>1149.9941630071121</c:v>
                </c:pt>
                <c:pt idx="56">
                  <c:v>1151.1910953885006</c:v>
                </c:pt>
                <c:pt idx="57">
                  <c:v>1152.3855130554875</c:v>
                </c:pt>
                <c:pt idx="58">
                  <c:v>1153.5774138237903</c:v>
                </c:pt>
                <c:pt idx="59">
                  <c:v>1154.7667954363781</c:v>
                </c:pt>
                <c:pt idx="60">
                  <c:v>1155.9536555844836</c:v>
                </c:pt>
                <c:pt idx="61">
                  <c:v>1157.1379919220758</c:v>
                </c:pt>
                <c:pt idx="62">
                  <c:v>1158.3198020777186</c:v>
                </c:pt>
                <c:pt idx="63">
                  <c:v>1159.4990836623836</c:v>
                </c:pt>
                <c:pt idx="64">
                  <c:v>1160.6758342768828</c:v>
                </c:pt>
                <c:pt idx="65">
                  <c:v>1161.8500515149872</c:v>
                </c:pt>
                <c:pt idx="66">
                  <c:v>1163.0217329683878</c:v>
                </c:pt>
                <c:pt idx="67">
                  <c:v>1164.1908762286357</c:v>
                </c:pt>
                <c:pt idx="68">
                  <c:v>1165.357478889295</c:v>
                </c:pt>
                <c:pt idx="69">
                  <c:v>1166.5215385472488</c:v>
                </c:pt>
                <c:pt idx="70">
                  <c:v>1167.68305280454</c:v>
                </c:pt>
                <c:pt idx="71">
                  <c:v>1168.842019268171</c:v>
                </c:pt>
                <c:pt idx="72">
                  <c:v>1169.9984355515201</c:v>
                </c:pt>
                <c:pt idx="73">
                  <c:v>1171.1522992746955</c:v>
                </c:pt>
                <c:pt idx="74">
                  <c:v>1172.3036080644088</c:v>
                </c:pt>
                <c:pt idx="75">
                  <c:v>1173.4523595549654</c:v>
                </c:pt>
                <c:pt idx="76">
                  <c:v>1174.5985513877984</c:v>
                </c:pt>
                <c:pt idx="77">
                  <c:v>1175.7421812121361</c:v>
                </c:pt>
                <c:pt idx="78">
                  <c:v>1176.8832466847953</c:v>
                </c:pt>
                <c:pt idx="79">
                  <c:v>1178.0217454702677</c:v>
                </c:pt>
                <c:pt idx="80">
                  <c:v>1179.1576752409962</c:v>
                </c:pt>
                <c:pt idx="81">
                  <c:v>1180.2910336771124</c:v>
                </c:pt>
                <c:pt idx="82">
                  <c:v>1181.4218184666215</c:v>
                </c:pt>
                <c:pt idx="83">
                  <c:v>1182.5500273056093</c:v>
                </c:pt>
                <c:pt idx="84">
                  <c:v>1183.6756578978082</c:v>
                </c:pt>
                <c:pt idx="85">
                  <c:v>1184.7987079547831</c:v>
                </c:pt>
                <c:pt idx="86">
                  <c:v>1185.9191751961898</c:v>
                </c:pt>
                <c:pt idx="87">
                  <c:v>1187.0370573495916</c:v>
                </c:pt>
                <c:pt idx="88">
                  <c:v>1188.1523521501745</c:v>
                </c:pt>
                <c:pt idx="89">
                  <c:v>1189.2650573408146</c:v>
                </c:pt>
                <c:pt idx="90">
                  <c:v>1190.3751706727471</c:v>
                </c:pt>
                <c:pt idx="91">
                  <c:v>1191.4826899045934</c:v>
                </c:pt>
                <c:pt idx="92">
                  <c:v>1192.587612802922</c:v>
                </c:pt>
                <c:pt idx="93">
                  <c:v>1193.6899371421291</c:v>
                </c:pt>
                <c:pt idx="94">
                  <c:v>1194.7896607042333</c:v>
                </c:pt>
                <c:pt idx="95">
                  <c:v>1195.886781279017</c:v>
                </c:pt>
                <c:pt idx="96">
                  <c:v>1196.9812966641748</c:v>
                </c:pt>
                <c:pt idx="97">
                  <c:v>1198.0732046648325</c:v>
                </c:pt>
                <c:pt idx="98">
                  <c:v>1199.162503094022</c:v>
                </c:pt>
                <c:pt idx="99">
                  <c:v>1200.2491897722371</c:v>
                </c:pt>
                <c:pt idx="100">
                  <c:v>1201.3332625277696</c:v>
                </c:pt>
                <c:pt idx="101">
                  <c:v>1202.4147191967309</c:v>
                </c:pt>
                <c:pt idx="102">
                  <c:v>1203.4935576223825</c:v>
                </c:pt>
                <c:pt idx="103">
                  <c:v>1204.5697756560457</c:v>
                </c:pt>
                <c:pt idx="104">
                  <c:v>1205.6433711562836</c:v>
                </c:pt>
                <c:pt idx="105">
                  <c:v>1206.7143419893703</c:v>
                </c:pt>
                <c:pt idx="106">
                  <c:v>1207.7826860291134</c:v>
                </c:pt>
                <c:pt idx="107">
                  <c:v>1208.848401156843</c:v>
                </c:pt>
                <c:pt idx="108">
                  <c:v>1209.9114852613379</c:v>
                </c:pt>
                <c:pt idx="109">
                  <c:v>1210.9719362390458</c:v>
                </c:pt>
                <c:pt idx="110">
                  <c:v>1212.0297519936262</c:v>
                </c:pt>
                <c:pt idx="111">
                  <c:v>1213.0849304362805</c:v>
                </c:pt>
                <c:pt idx="112">
                  <c:v>1214.1374694858764</c:v>
                </c:pt>
                <c:pt idx="113">
                  <c:v>1215.1873670682055</c:v>
                </c:pt>
                <c:pt idx="114">
                  <c:v>1216.2346211170891</c:v>
                </c:pt>
                <c:pt idx="115">
                  <c:v>1217.279229573269</c:v>
                </c:pt>
                <c:pt idx="116">
                  <c:v>1218.3211903848187</c:v>
                </c:pt>
                <c:pt idx="117">
                  <c:v>1219.3605015075862</c:v>
                </c:pt>
                <c:pt idx="118">
                  <c:v>1220.3971609043144</c:v>
                </c:pt>
                <c:pt idx="119">
                  <c:v>1221.4311665453554</c:v>
                </c:pt>
                <c:pt idx="120">
                  <c:v>1222.4625164081829</c:v>
                </c:pt>
                <c:pt idx="121">
                  <c:v>1223.4912084774969</c:v>
                </c:pt>
                <c:pt idx="122">
                  <c:v>1224.5172407455614</c:v>
                </c:pt>
                <c:pt idx="123">
                  <c:v>1225.5406112115647</c:v>
                </c:pt>
                <c:pt idx="124">
                  <c:v>1226.5613178820108</c:v>
                </c:pt>
                <c:pt idx="125">
                  <c:v>1227.5793587707251</c:v>
                </c:pt>
                <c:pt idx="126">
                  <c:v>1228.5947318987176</c:v>
                </c:pt>
                <c:pt idx="127">
                  <c:v>1229.6074352939454</c:v>
                </c:pt>
                <c:pt idx="128">
                  <c:v>1230.6174669918939</c:v>
                </c:pt>
                <c:pt idx="129">
                  <c:v>1231.6248250348824</c:v>
                </c:pt>
                <c:pt idx="130">
                  <c:v>1232.6295074724269</c:v>
                </c:pt>
                <c:pt idx="131">
                  <c:v>1233.6315123613354</c:v>
                </c:pt>
                <c:pt idx="132">
                  <c:v>1234.6308377652658</c:v>
                </c:pt>
                <c:pt idx="133">
                  <c:v>1235.6274817552071</c:v>
                </c:pt>
                <c:pt idx="134">
                  <c:v>1236.6214424088541</c:v>
                </c:pt>
                <c:pt idx="135">
                  <c:v>1237.6127178114264</c:v>
                </c:pt>
                <c:pt idx="136">
                  <c:v>1238.6013060548007</c:v>
                </c:pt>
                <c:pt idx="137">
                  <c:v>1239.5872052379589</c:v>
                </c:pt>
                <c:pt idx="138">
                  <c:v>1240.5704134670502</c:v>
                </c:pt>
                <c:pt idx="139">
                  <c:v>1241.5509288549106</c:v>
                </c:pt>
                <c:pt idx="140">
                  <c:v>1242.5287495217488</c:v>
                </c:pt>
                <c:pt idx="141">
                  <c:v>1243.5038735942728</c:v>
                </c:pt>
                <c:pt idx="142">
                  <c:v>1244.4762992063725</c:v>
                </c:pt>
                <c:pt idx="143">
                  <c:v>1245.4460244989634</c:v>
                </c:pt>
                <c:pt idx="144">
                  <c:v>1246.4130476196628</c:v>
                </c:pt>
                <c:pt idx="145">
                  <c:v>1247.3773667230789</c:v>
                </c:pt>
                <c:pt idx="146">
                  <c:v>1248.3389799707243</c:v>
                </c:pt>
                <c:pt idx="147">
                  <c:v>1249.2978855308538</c:v>
                </c:pt>
                <c:pt idx="148">
                  <c:v>1250.2540815787147</c:v>
                </c:pt>
                <c:pt idx="149">
                  <c:v>1251.2075662963264</c:v>
                </c:pt>
                <c:pt idx="150">
                  <c:v>1252.1583378724674</c:v>
                </c:pt>
                <c:pt idx="151">
                  <c:v>1253.1063945027925</c:v>
                </c:pt>
                <c:pt idx="152">
                  <c:v>1254.0517343897377</c:v>
                </c:pt>
                <c:pt idx="153">
                  <c:v>1254.9943557425017</c:v>
                </c:pt>
                <c:pt idx="154">
                  <c:v>1255.9342567770468</c:v>
                </c:pt>
                <c:pt idx="155">
                  <c:v>1256.8714357160056</c:v>
                </c:pt>
                <c:pt idx="156">
                  <c:v>1257.805890788926</c:v>
                </c:pt>
                <c:pt idx="157">
                  <c:v>1258.7376202318228</c:v>
                </c:pt>
                <c:pt idx="158">
                  <c:v>1259.666622287634</c:v>
                </c:pt>
                <c:pt idx="159">
                  <c:v>1260.5928952058159</c:v>
                </c:pt>
                <c:pt idx="160">
                  <c:v>1261.5164372426734</c:v>
                </c:pt>
                <c:pt idx="161">
                  <c:v>1262.437246661065</c:v>
                </c:pt>
                <c:pt idx="162">
                  <c:v>1263.3553217303436</c:v>
                </c:pt>
                <c:pt idx="163">
                  <c:v>1264.2706607268035</c:v>
                </c:pt>
                <c:pt idx="164">
                  <c:v>1265.183261933169</c:v>
                </c:pt>
                <c:pt idx="165">
                  <c:v>1266.0931236387255</c:v>
                </c:pt>
                <c:pt idx="166">
                  <c:v>1267.0002441394522</c:v>
                </c:pt>
                <c:pt idx="167">
                  <c:v>1267.9046217379077</c:v>
                </c:pt>
                <c:pt idx="168">
                  <c:v>1268.8062547431455</c:v>
                </c:pt>
                <c:pt idx="169">
                  <c:v>1269.7051414707526</c:v>
                </c:pt>
                <c:pt idx="170">
                  <c:v>1270.6012802429543</c:v>
                </c:pt>
                <c:pt idx="171">
                  <c:v>1271.4946693884046</c:v>
                </c:pt>
                <c:pt idx="172">
                  <c:v>1272.3853072422744</c:v>
                </c:pt>
                <c:pt idx="173">
                  <c:v>1273.2731921462796</c:v>
                </c:pt>
                <c:pt idx="174">
                  <c:v>1274.1583224484791</c:v>
                </c:pt>
                <c:pt idx="175">
                  <c:v>1275.0406965036709</c:v>
                </c:pt>
                <c:pt idx="176">
                  <c:v>1275.9203126727807</c:v>
                </c:pt>
                <c:pt idx="177">
                  <c:v>1276.7971693233883</c:v>
                </c:pt>
                <c:pt idx="178">
                  <c:v>1277.6712648294063</c:v>
                </c:pt>
                <c:pt idx="179">
                  <c:v>1278.5425975713006</c:v>
                </c:pt>
                <c:pt idx="180">
                  <c:v>1279.4111659357156</c:v>
                </c:pt>
                <c:pt idx="181">
                  <c:v>1280.2769683158106</c:v>
                </c:pt>
                <c:pt idx="182">
                  <c:v>1281.1400031112032</c:v>
                </c:pt>
                <c:pt idx="183">
                  <c:v>1282.0002687277306</c:v>
                </c:pt>
                <c:pt idx="184">
                  <c:v>1282.8577635776353</c:v>
                </c:pt>
                <c:pt idx="185">
                  <c:v>1283.7124860793829</c:v>
                </c:pt>
                <c:pt idx="186">
                  <c:v>1284.5644346580614</c:v>
                </c:pt>
                <c:pt idx="187">
                  <c:v>1285.413607744812</c:v>
                </c:pt>
                <c:pt idx="188">
                  <c:v>1286.260003777126</c:v>
                </c:pt>
                <c:pt idx="189">
                  <c:v>1287.1036211987685</c:v>
                </c:pt>
                <c:pt idx="190">
                  <c:v>1287.9444584598923</c:v>
                </c:pt>
                <c:pt idx="191">
                  <c:v>1288.7825140167949</c:v>
                </c:pt>
                <c:pt idx="192">
                  <c:v>1289.617786332049</c:v>
                </c:pt>
                <c:pt idx="193">
                  <c:v>1290.4502738745095</c:v>
                </c:pt>
                <c:pt idx="194">
                  <c:v>1291.2799751192133</c:v>
                </c:pt>
                <c:pt idx="195">
                  <c:v>1292.1068885474428</c:v>
                </c:pt>
                <c:pt idx="196">
                  <c:v>1292.9310126466398</c:v>
                </c:pt>
                <c:pt idx="197">
                  <c:v>1293.7523459104982</c:v>
                </c:pt>
                <c:pt idx="198">
                  <c:v>1294.5708868387999</c:v>
                </c:pt>
                <c:pt idx="199">
                  <c:v>1295.3866339375923</c:v>
                </c:pt>
                <c:pt idx="200">
                  <c:v>1296.1995857190238</c:v>
                </c:pt>
                <c:pt idx="201">
                  <c:v>1297.0097407013911</c:v>
                </c:pt>
                <c:pt idx="202">
                  <c:v>1297.8170974091079</c:v>
                </c:pt>
                <c:pt idx="203">
                  <c:v>1298.6216543727519</c:v>
                </c:pt>
                <c:pt idx="204">
                  <c:v>1299.4234101289519</c:v>
                </c:pt>
                <c:pt idx="205">
                  <c:v>1300.2223632204964</c:v>
                </c:pt>
                <c:pt idx="206">
                  <c:v>1301.018512196222</c:v>
                </c:pt>
                <c:pt idx="207">
                  <c:v>1301.8118556109621</c:v>
                </c:pt>
                <c:pt idx="208">
                  <c:v>1302.6023920258262</c:v>
                </c:pt>
                <c:pt idx="209">
                  <c:v>1303.3901200077701</c:v>
                </c:pt>
                <c:pt idx="210">
                  <c:v>1304.1750381298436</c:v>
                </c:pt>
                <c:pt idx="211">
                  <c:v>1304.9571449711902</c:v>
                </c:pt>
                <c:pt idx="212">
                  <c:v>1305.7364391168705</c:v>
                </c:pt>
                <c:pt idx="213">
                  <c:v>1306.5129191580349</c:v>
                </c:pt>
                <c:pt idx="214">
                  <c:v>1307.2865836917827</c:v>
                </c:pt>
                <c:pt idx="215">
                  <c:v>1308.057431321299</c:v>
                </c:pt>
                <c:pt idx="216">
                  <c:v>1308.825460655469</c:v>
                </c:pt>
                <c:pt idx="217">
                  <c:v>1309.5906703095363</c:v>
                </c:pt>
                <c:pt idx="218">
                  <c:v>1310.3530589044262</c:v>
                </c:pt>
                <c:pt idx="219">
                  <c:v>1311.1126250669404</c:v>
                </c:pt>
                <c:pt idx="220">
                  <c:v>1311.8693674301569</c:v>
                </c:pt>
                <c:pt idx="221">
                  <c:v>1312.6232846326529</c:v>
                </c:pt>
                <c:pt idx="222">
                  <c:v>1313.3743753192305</c:v>
                </c:pt>
                <c:pt idx="223">
                  <c:v>1314.1226381404742</c:v>
                </c:pt>
                <c:pt idx="224">
                  <c:v>1314.8680717528614</c:v>
                </c:pt>
                <c:pt idx="225">
                  <c:v>1315.6106748187392</c:v>
                </c:pt>
                <c:pt idx="226">
                  <c:v>1316.3504460062661</c:v>
                </c:pt>
                <c:pt idx="227">
                  <c:v>1317.0873839896831</c:v>
                </c:pt>
                <c:pt idx="228">
                  <c:v>1317.8214874487535</c:v>
                </c:pt>
                <c:pt idx="229">
                  <c:v>1318.5527550693878</c:v>
                </c:pt>
                <c:pt idx="230">
                  <c:v>1319.2811855430341</c:v>
                </c:pt>
                <c:pt idx="231">
                  <c:v>1320.0067775671907</c:v>
                </c:pt>
                <c:pt idx="232">
                  <c:v>1320.7295298450699</c:v>
                </c:pt>
                <c:pt idx="233">
                  <c:v>1321.4494410857137</c:v>
                </c:pt>
                <c:pt idx="234">
                  <c:v>1322.1665100038722</c:v>
                </c:pt>
                <c:pt idx="235">
                  <c:v>1322.8807353201503</c:v>
                </c:pt>
                <c:pt idx="236">
                  <c:v>1323.5921157608393</c:v>
                </c:pt>
                <c:pt idx="237">
                  <c:v>1324.3006500581762</c:v>
                </c:pt>
                <c:pt idx="238">
                  <c:v>1325.0063369498484</c:v>
                </c:pt>
                <c:pt idx="239">
                  <c:v>1325.7091751796156</c:v>
                </c:pt>
                <c:pt idx="240">
                  <c:v>1326.4091634966135</c:v>
                </c:pt>
                <c:pt idx="241">
                  <c:v>1327.1063006560298</c:v>
                </c:pt>
                <c:pt idx="242">
                  <c:v>1327.8005854185617</c:v>
                </c:pt>
                <c:pt idx="243">
                  <c:v>1328.4920165506378</c:v>
                </c:pt>
                <c:pt idx="244">
                  <c:v>1329.1805928243812</c:v>
                </c:pt>
                <c:pt idx="245">
                  <c:v>1329.8663130176483</c:v>
                </c:pt>
                <c:pt idx="246">
                  <c:v>1330.5491759139293</c:v>
                </c:pt>
                <c:pt idx="247">
                  <c:v>1331.2291803023068</c:v>
                </c:pt>
                <c:pt idx="248">
                  <c:v>1331.9063249777164</c:v>
                </c:pt>
                <c:pt idx="249">
                  <c:v>1332.5806087404765</c:v>
                </c:pt>
                <c:pt idx="250">
                  <c:v>1333.2520303967526</c:v>
                </c:pt>
                <c:pt idx="251">
                  <c:v>1333.9205887582464</c:v>
                </c:pt>
                <c:pt idx="252">
                  <c:v>1334.5862826422526</c:v>
                </c:pt>
                <c:pt idx="253">
                  <c:v>1335.2491108717209</c:v>
                </c:pt>
                <c:pt idx="254">
                  <c:v>1335.9090722752276</c:v>
                </c:pt>
                <c:pt idx="255">
                  <c:v>1336.5661656868306</c:v>
                </c:pt>
                <c:pt idx="256">
                  <c:v>1337.2203899462515</c:v>
                </c:pt>
                <c:pt idx="257">
                  <c:v>1337.8717438988047</c:v>
                </c:pt>
                <c:pt idx="258">
                  <c:v>1338.5202263953076</c:v>
                </c:pt>
                <c:pt idx="259">
                  <c:v>1339.165836292156</c:v>
                </c:pt>
                <c:pt idx="260">
                  <c:v>1339.8085724512866</c:v>
                </c:pt>
                <c:pt idx="261">
                  <c:v>1340.4484337402305</c:v>
                </c:pt>
                <c:pt idx="262">
                  <c:v>1341.0854190319046</c:v>
                </c:pt>
                <c:pt idx="263">
                  <c:v>1341.719527204903</c:v>
                </c:pt>
                <c:pt idx="264">
                  <c:v>1342.3507571432754</c:v>
                </c:pt>
                <c:pt idx="265">
                  <c:v>1342.9791077365339</c:v>
                </c:pt>
                <c:pt idx="266">
                  <c:v>1343.6045778797532</c:v>
                </c:pt>
                <c:pt idx="267">
                  <c:v>1344.2271664734637</c:v>
                </c:pt>
                <c:pt idx="268">
                  <c:v>1344.8468724236245</c:v>
                </c:pt>
                <c:pt idx="269">
                  <c:v>1345.463694641797</c:v>
                </c:pt>
                <c:pt idx="270">
                  <c:v>1346.0776320448176</c:v>
                </c:pt>
                <c:pt idx="271">
                  <c:v>1346.6886835551729</c:v>
                </c:pt>
                <c:pt idx="272">
                  <c:v>1347.2968481007003</c:v>
                </c:pt>
                <c:pt idx="273">
                  <c:v>1347.9021246146019</c:v>
                </c:pt>
                <c:pt idx="274">
                  <c:v>1348.5045120356499</c:v>
                </c:pt>
                <c:pt idx="275">
                  <c:v>1349.1040093080219</c:v>
                </c:pt>
                <c:pt idx="276">
                  <c:v>1349.7006153811892</c:v>
                </c:pt>
                <c:pt idx="277">
                  <c:v>1350.2943292100854</c:v>
                </c:pt>
                <c:pt idx="278">
                  <c:v>1350.8851497551402</c:v>
                </c:pt>
                <c:pt idx="279">
                  <c:v>1351.4730759820668</c:v>
                </c:pt>
                <c:pt idx="280">
                  <c:v>1352.0581068620188</c:v>
                </c:pt>
                <c:pt idx="281">
                  <c:v>1352.6402413714407</c:v>
                </c:pt>
                <c:pt idx="282">
                  <c:v>1353.2194784922604</c:v>
                </c:pt>
                <c:pt idx="283">
                  <c:v>1353.7958172116391</c:v>
                </c:pt>
                <c:pt idx="284">
                  <c:v>1354.369256522252</c:v>
                </c:pt>
                <c:pt idx="285">
                  <c:v>1354.9397954219644</c:v>
                </c:pt>
                <c:pt idx="286">
                  <c:v>1355.5074329140846</c:v>
                </c:pt>
                <c:pt idx="287">
                  <c:v>1356.0721680071592</c:v>
                </c:pt>
                <c:pt idx="288">
                  <c:v>1356.6339997151563</c:v>
                </c:pt>
                <c:pt idx="289">
                  <c:v>1357.1929270572809</c:v>
                </c:pt>
                <c:pt idx="290">
                  <c:v>1357.7489490581127</c:v>
                </c:pt>
                <c:pt idx="291">
                  <c:v>1358.3020647475369</c:v>
                </c:pt>
                <c:pt idx="292">
                  <c:v>1358.8522731605651</c:v>
                </c:pt>
                <c:pt idx="293">
                  <c:v>1359.3995733377317</c:v>
                </c:pt>
                <c:pt idx="294">
                  <c:v>1359.943964324772</c:v>
                </c:pt>
                <c:pt idx="295">
                  <c:v>1360.4854451725355</c:v>
                </c:pt>
                <c:pt idx="296">
                  <c:v>1361.0240149374163</c:v>
                </c:pt>
                <c:pt idx="297">
                  <c:v>1361.5596726807537</c:v>
                </c:pt>
                <c:pt idx="298">
                  <c:v>1362.0924174694858</c:v>
                </c:pt>
                <c:pt idx="299">
                  <c:v>1362.6222483755257</c:v>
                </c:pt>
                <c:pt idx="300">
                  <c:v>1363.1491644761238</c:v>
                </c:pt>
                <c:pt idx="301">
                  <c:v>1363.6731648537809</c:v>
                </c:pt>
                <c:pt idx="302">
                  <c:v>1364.1942485961592</c:v>
                </c:pt>
                <c:pt idx="303">
                  <c:v>1364.7124147961915</c:v>
                </c:pt>
                <c:pt idx="304">
                  <c:v>1365.2276625519869</c:v>
                </c:pt>
                <c:pt idx="305">
                  <c:v>1365.7399909669348</c:v>
                </c:pt>
                <c:pt idx="306">
                  <c:v>1366.2493991495046</c:v>
                </c:pt>
                <c:pt idx="307">
                  <c:v>1366.755886213449</c:v>
                </c:pt>
                <c:pt idx="308">
                  <c:v>1367.2594512776784</c:v>
                </c:pt>
                <c:pt idx="309">
                  <c:v>1367.7600934662491</c:v>
                </c:pt>
                <c:pt idx="310">
                  <c:v>1368.257811908489</c:v>
                </c:pt>
                <c:pt idx="311">
                  <c:v>1368.7526057387713</c:v>
                </c:pt>
                <c:pt idx="312">
                  <c:v>1369.2444740966771</c:v>
                </c:pt>
                <c:pt idx="313">
                  <c:v>1369.7334161269346</c:v>
                </c:pt>
                <c:pt idx="314">
                  <c:v>1370.2194309795143</c:v>
                </c:pt>
                <c:pt idx="315">
                  <c:v>1370.7025178093579</c:v>
                </c:pt>
                <c:pt idx="316">
                  <c:v>1371.1826757766582</c:v>
                </c:pt>
                <c:pt idx="317">
                  <c:v>1371.6599040467254</c:v>
                </c:pt>
                <c:pt idx="318">
                  <c:v>1372.1342017898955</c:v>
                </c:pt>
                <c:pt idx="319">
                  <c:v>1372.605568181787</c:v>
                </c:pt>
                <c:pt idx="320">
                  <c:v>1373.0740024030479</c:v>
                </c:pt>
                <c:pt idx="321">
                  <c:v>1373.5395036393397</c:v>
                </c:pt>
                <c:pt idx="322">
                  <c:v>1374.0020710815372</c:v>
                </c:pt>
                <c:pt idx="323">
                  <c:v>1374.4617039256182</c:v>
                </c:pt>
                <c:pt idx="324">
                  <c:v>1374.9184013725796</c:v>
                </c:pt>
                <c:pt idx="325">
                  <c:v>1375.3721626285253</c:v>
                </c:pt>
                <c:pt idx="326">
                  <c:v>1375.8229869046654</c:v>
                </c:pt>
                <c:pt idx="327">
                  <c:v>1376.2708734172074</c:v>
                </c:pt>
                <c:pt idx="328">
                  <c:v>1376.7158213875175</c:v>
                </c:pt>
                <c:pt idx="329">
                  <c:v>1377.1578300419146</c:v>
                </c:pt>
                <c:pt idx="330">
                  <c:v>1377.5968986118762</c:v>
                </c:pt>
                <c:pt idx="331">
                  <c:v>1378.0330263338126</c:v>
                </c:pt>
                <c:pt idx="332">
                  <c:v>1378.4662124492984</c:v>
                </c:pt>
                <c:pt idx="333">
                  <c:v>1378.896456204897</c:v>
                </c:pt>
                <c:pt idx="334">
                  <c:v>1379.3237568521404</c:v>
                </c:pt>
                <c:pt idx="335">
                  <c:v>1379.7481136476765</c:v>
                </c:pt>
                <c:pt idx="336">
                  <c:v>1380.1695258531236</c:v>
                </c:pt>
                <c:pt idx="337">
                  <c:v>1380.5879927351421</c:v>
                </c:pt>
                <c:pt idx="338">
                  <c:v>1381.0035135653561</c:v>
                </c:pt>
                <c:pt idx="339">
                  <c:v>1381.4160876205096</c:v>
                </c:pt>
                <c:pt idx="340">
                  <c:v>1381.8257141821582</c:v>
                </c:pt>
                <c:pt idx="341">
                  <c:v>1382.2323925370058</c:v>
                </c:pt>
                <c:pt idx="342">
                  <c:v>1382.6361219766864</c:v>
                </c:pt>
                <c:pt idx="343">
                  <c:v>1383.0369017978405</c:v>
                </c:pt>
                <c:pt idx="344">
                  <c:v>1383.4347313020839</c:v>
                </c:pt>
                <c:pt idx="345">
                  <c:v>1383.8296097959624</c:v>
                </c:pt>
                <c:pt idx="346">
                  <c:v>1384.2215365910788</c:v>
                </c:pt>
                <c:pt idx="347">
                  <c:v>1384.6105110039089</c:v>
                </c:pt>
                <c:pt idx="348">
                  <c:v>1384.9965323559134</c:v>
                </c:pt>
                <c:pt idx="349">
                  <c:v>1385.3795999735889</c:v>
                </c:pt>
                <c:pt idx="350">
                  <c:v>1385.759713188226</c:v>
                </c:pt>
                <c:pt idx="351">
                  <c:v>1386.1368713362961</c:v>
                </c:pt>
                <c:pt idx="352">
                  <c:v>1386.5110737589089</c:v>
                </c:pt>
                <c:pt idx="353">
                  <c:v>1386.882319802314</c:v>
                </c:pt>
                <c:pt idx="354">
                  <c:v>1387.2506088176526</c:v>
                </c:pt>
                <c:pt idx="355">
                  <c:v>1387.6159401610048</c:v>
                </c:pt>
                <c:pt idx="356">
                  <c:v>1387.9783131933684</c:v>
                </c:pt>
                <c:pt idx="357">
                  <c:v>1388.3377272805974</c:v>
                </c:pt>
                <c:pt idx="358">
                  <c:v>1388.6941817934958</c:v>
                </c:pt>
                <c:pt idx="359">
                  <c:v>1389.0476761078103</c:v>
                </c:pt>
                <c:pt idx="360">
                  <c:v>1389.3982096041873</c:v>
                </c:pt>
                <c:pt idx="361">
                  <c:v>1389.7457816680935</c:v>
                </c:pt>
                <c:pt idx="362">
                  <c:v>1390.090391689989</c:v>
                </c:pt>
                <c:pt idx="363">
                  <c:v>1390.4320390652115</c:v>
                </c:pt>
                <c:pt idx="364">
                  <c:v>1390.7707231939044</c:v>
                </c:pt>
                <c:pt idx="365">
                  <c:v>1391.1064434812024</c:v>
                </c:pt>
                <c:pt idx="366">
                  <c:v>1391.4391993370441</c:v>
                </c:pt>
                <c:pt idx="367">
                  <c:v>1391.7689901762333</c:v>
                </c:pt>
                <c:pt idx="368">
                  <c:v>1392.0958154185253</c:v>
                </c:pt>
                <c:pt idx="369">
                  <c:v>1392.419674488486</c:v>
                </c:pt>
                <c:pt idx="370">
                  <c:v>1392.7405668155477</c:v>
                </c:pt>
                <c:pt idx="371">
                  <c:v>1393.0584918339691</c:v>
                </c:pt>
                <c:pt idx="372">
                  <c:v>1393.3734489829706</c:v>
                </c:pt>
                <c:pt idx="373">
                  <c:v>1393.6854377064863</c:v>
                </c:pt>
                <c:pt idx="374">
                  <c:v>1393.9944574533856</c:v>
                </c:pt>
                <c:pt idx="375">
                  <c:v>1394.3005076773504</c:v>
                </c:pt>
                <c:pt idx="376">
                  <c:v>1394.6035878369437</c:v>
                </c:pt>
                <c:pt idx="377">
                  <c:v>1394.9036973954942</c:v>
                </c:pt>
                <c:pt idx="378">
                  <c:v>1395.200835821179</c:v>
                </c:pt>
                <c:pt idx="379">
                  <c:v>1395.4950025870894</c:v>
                </c:pt>
                <c:pt idx="380">
                  <c:v>1395.786197171052</c:v>
                </c:pt>
                <c:pt idx="381">
                  <c:v>1396.0744190556957</c:v>
                </c:pt>
                <c:pt idx="382">
                  <c:v>1396.3596677285404</c:v>
                </c:pt>
                <c:pt idx="383">
                  <c:v>1396.6419426818632</c:v>
                </c:pt>
                <c:pt idx="384">
                  <c:v>1396.9212434128224</c:v>
                </c:pt>
                <c:pt idx="385">
                  <c:v>1397.1975694232981</c:v>
                </c:pt>
                <c:pt idx="386">
                  <c:v>1397.4709202200272</c:v>
                </c:pt>
                <c:pt idx="387">
                  <c:v>1397.7412953145081</c:v>
                </c:pt>
                <c:pt idx="388">
                  <c:v>1398.0086942230832</c:v>
                </c:pt>
                <c:pt idx="389">
                  <c:v>1398.2731164668874</c:v>
                </c:pt>
                <c:pt idx="390">
                  <c:v>1398.534561571784</c:v>
                </c:pt>
                <c:pt idx="391">
                  <c:v>1398.7930290684544</c:v>
                </c:pt>
                <c:pt idx="392">
                  <c:v>1399.0485184924091</c:v>
                </c:pt>
                <c:pt idx="393">
                  <c:v>1399.3010293838934</c:v>
                </c:pt>
                <c:pt idx="394">
                  <c:v>1399.5505612879278</c:v>
                </c:pt>
                <c:pt idx="395">
                  <c:v>1399.7971137543223</c:v>
                </c:pt>
                <c:pt idx="396">
                  <c:v>1400.0406863376497</c:v>
                </c:pt>
                <c:pt idx="397">
                  <c:v>1400.2812785972817</c:v>
                </c:pt>
                <c:pt idx="398">
                  <c:v>1400.5188900973164</c:v>
                </c:pt>
                <c:pt idx="399">
                  <c:v>1400.7535204066035</c:v>
                </c:pt>
                <c:pt idx="400">
                  <c:v>1400.9851690988023</c:v>
                </c:pt>
                <c:pt idx="401">
                  <c:v>1401.2138357523186</c:v>
                </c:pt>
                <c:pt idx="402">
                  <c:v>1401.4395199502846</c:v>
                </c:pt>
                <c:pt idx="403">
                  <c:v>1401.6622212805721</c:v>
                </c:pt>
                <c:pt idx="404">
                  <c:v>1401.8819393358624</c:v>
                </c:pt>
                <c:pt idx="405">
                  <c:v>1402.0986737135152</c:v>
                </c:pt>
                <c:pt idx="406">
                  <c:v>1402.3124240156938</c:v>
                </c:pt>
                <c:pt idx="407">
                  <c:v>1402.5231898492223</c:v>
                </c:pt>
                <c:pt idx="408">
                  <c:v>1402.730970825771</c:v>
                </c:pt>
                <c:pt idx="409">
                  <c:v>1402.9357665617242</c:v>
                </c:pt>
                <c:pt idx="410">
                  <c:v>1403.1375766780593</c:v>
                </c:pt>
                <c:pt idx="411">
                  <c:v>1403.3364008006279</c:v>
                </c:pt>
                <c:pt idx="412">
                  <c:v>1403.5322385599916</c:v>
                </c:pt>
                <c:pt idx="413">
                  <c:v>1403.7250895913921</c:v>
                </c:pt>
                <c:pt idx="414">
                  <c:v>1403.9149535348297</c:v>
                </c:pt>
                <c:pt idx="415">
                  <c:v>1404.1018300349895</c:v>
                </c:pt>
                <c:pt idx="416">
                  <c:v>1404.2857187413508</c:v>
                </c:pt>
                <c:pt idx="417">
                  <c:v>1404.4666193080245</c:v>
                </c:pt>
                <c:pt idx="418">
                  <c:v>1404.6445313938398</c:v>
                </c:pt>
                <c:pt idx="419">
                  <c:v>1404.8194546624118</c:v>
                </c:pt>
                <c:pt idx="420">
                  <c:v>1404.9913887819919</c:v>
                </c:pt>
                <c:pt idx="421">
                  <c:v>1405.1603334255863</c:v>
                </c:pt>
                <c:pt idx="422">
                  <c:v>1405.3262882708525</c:v>
                </c:pt>
                <c:pt idx="423">
                  <c:v>1405.4892530002155</c:v>
                </c:pt>
                <c:pt idx="424">
                  <c:v>1405.6492273007786</c:v>
                </c:pt>
                <c:pt idx="425">
                  <c:v>1405.8062108643107</c:v>
                </c:pt>
                <c:pt idx="426">
                  <c:v>1405.9602033873184</c:v>
                </c:pt>
                <c:pt idx="427">
                  <c:v>1406.1112045710065</c:v>
                </c:pt>
                <c:pt idx="428">
                  <c:v>1406.2592141212149</c:v>
                </c:pt>
                <c:pt idx="429">
                  <c:v>1406.404231748543</c:v>
                </c:pt>
                <c:pt idx="430">
                  <c:v>1406.5462571682492</c:v>
                </c:pt>
                <c:pt idx="431">
                  <c:v>1406.6852901002835</c:v>
                </c:pt>
                <c:pt idx="432">
                  <c:v>1406.8213302693107</c:v>
                </c:pt>
                <c:pt idx="433">
                  <c:v>1406.9543774046147</c:v>
                </c:pt>
                <c:pt idx="434">
                  <c:v>1407.0844312402294</c:v>
                </c:pt>
                <c:pt idx="435">
                  <c:v>1407.2114915148143</c:v>
                </c:pt>
                <c:pt idx="436">
                  <c:v>1407.3355579717495</c:v>
                </c:pt>
                <c:pt idx="437">
                  <c:v>1407.4566303590982</c:v>
                </c:pt>
                <c:pt idx="438">
                  <c:v>1407.5747084295524</c:v>
                </c:pt>
                <c:pt idx="439">
                  <c:v>1407.6897919405499</c:v>
                </c:pt>
                <c:pt idx="440">
                  <c:v>1407.8018806541188</c:v>
                </c:pt>
                <c:pt idx="441">
                  <c:v>1407.9109743370418</c:v>
                </c:pt>
                <c:pt idx="442">
                  <c:v>1408.0170727607187</c:v>
                </c:pt>
                <c:pt idx="443">
                  <c:v>1408.1201757012159</c:v>
                </c:pt>
                <c:pt idx="444">
                  <c:v>1408.2202829393268</c:v>
                </c:pt>
                <c:pt idx="445">
                  <c:v>1408.3173942604069</c:v>
                </c:pt>
                <c:pt idx="446">
                  <c:v>1408.4115094545991</c:v>
                </c:pt>
                <c:pt idx="447">
                  <c:v>1408.5026283166687</c:v>
                </c:pt>
                <c:pt idx="448">
                  <c:v>1408.5907506459828</c:v>
                </c:pt>
                <c:pt idx="449">
                  <c:v>1408.6758762466197</c:v>
                </c:pt>
                <c:pt idx="450">
                  <c:v>1408.7580049273788</c:v>
                </c:pt>
                <c:pt idx="451">
                  <c:v>1408.8371365015639</c:v>
                </c:pt>
                <c:pt idx="452">
                  <c:v>1408.9132707873075</c:v>
                </c:pt>
                <c:pt idx="453">
                  <c:v>1408.9864076073352</c:v>
                </c:pt>
                <c:pt idx="454">
                  <c:v>1409.0565467889649</c:v>
                </c:pt>
                <c:pt idx="455">
                  <c:v>1409.1236881642521</c:v>
                </c:pt>
                <c:pt idx="456">
                  <c:v>1409.1878315698805</c:v>
                </c:pt>
                <c:pt idx="457">
                  <c:v>1409.2489768472069</c:v>
                </c:pt>
                <c:pt idx="458">
                  <c:v>1409.3071238422119</c:v>
                </c:pt>
                <c:pt idx="459">
                  <c:v>1409.3622724055394</c:v>
                </c:pt>
                <c:pt idx="460">
                  <c:v>1409.4144223925216</c:v>
                </c:pt>
                <c:pt idx="461">
                  <c:v>1409.463573663038</c:v>
                </c:pt>
                <c:pt idx="462">
                  <c:v>1409.5097260817772</c:v>
                </c:pt>
                <c:pt idx="463">
                  <c:v>1409.5528795179498</c:v>
                </c:pt>
                <c:pt idx="464">
                  <c:v>1409.5930338454459</c:v>
                </c:pt>
                <c:pt idx="465">
                  <c:v>1409.6301889428662</c:v>
                </c:pt>
                <c:pt idx="466">
                  <c:v>1409.6643446933479</c:v>
                </c:pt>
                <c:pt idx="467">
                  <c:v>1409.6955009847959</c:v>
                </c:pt>
                <c:pt idx="468">
                  <c:v>1409.723657709694</c:v>
                </c:pt>
                <c:pt idx="469">
                  <c:v>1409.7488147651932</c:v>
                </c:pt>
                <c:pt idx="470">
                  <c:v>1409.7709720530568</c:v>
                </c:pt>
                <c:pt idx="471">
                  <c:v>1409.7901294797241</c:v>
                </c:pt>
                <c:pt idx="472">
                  <c:v>1409.8062869563148</c:v>
                </c:pt>
                <c:pt idx="473">
                  <c:v>1409.8194443985772</c:v>
                </c:pt>
                <c:pt idx="474">
                  <c:v>1409.8296017268194</c:v>
                </c:pt>
                <c:pt idx="475">
                  <c:v>1409.8367588660824</c:v>
                </c:pt>
                <c:pt idx="476">
                  <c:v>1409.8409157460515</c:v>
                </c:pt>
                <c:pt idx="477">
                  <c:v>1409.8420723010747</c:v>
                </c:pt>
                <c:pt idx="478">
                  <c:v>1409.8402284700467</c:v>
                </c:pt>
                <c:pt idx="479">
                  <c:v>1409.8353841965984</c:v>
                </c:pt>
                <c:pt idx="480">
                  <c:v>1409.8275394289594</c:v>
                </c:pt>
                <c:pt idx="481">
                  <c:v>1409.8166941200705</c:v>
                </c:pt>
                <c:pt idx="482">
                  <c:v>1409.8028482274408</c:v>
                </c:pt>
                <c:pt idx="483">
                  <c:v>1409.7860017132525</c:v>
                </c:pt>
                <c:pt idx="484">
                  <c:v>1409.7661545443625</c:v>
                </c:pt>
                <c:pt idx="485">
                  <c:v>1409.743306692201</c:v>
                </c:pt>
                <c:pt idx="486">
                  <c:v>1409.7174581329025</c:v>
                </c:pt>
                <c:pt idx="487">
                  <c:v>1409.6886088472647</c:v>
                </c:pt>
                <c:pt idx="488">
                  <c:v>1409.6567588206649</c:v>
                </c:pt>
                <c:pt idx="489">
                  <c:v>1409.6219080431893</c:v>
                </c:pt>
                <c:pt idx="490">
                  <c:v>1409.5840565095318</c:v>
                </c:pt>
                <c:pt idx="491">
                  <c:v>1409.5432042190625</c:v>
                </c:pt>
                <c:pt idx="492">
                  <c:v>1409.4993511757343</c:v>
                </c:pt>
                <c:pt idx="493">
                  <c:v>1409.4524973882583</c:v>
                </c:pt>
                <c:pt idx="494">
                  <c:v>1409.4026428698764</c:v>
                </c:pt>
                <c:pt idx="495">
                  <c:v>1409.3497876386086</c:v>
                </c:pt>
                <c:pt idx="496">
                  <c:v>1409.293931716973</c:v>
                </c:pt>
                <c:pt idx="497">
                  <c:v>1409.2350751322447</c:v>
                </c:pt>
                <c:pt idx="498">
                  <c:v>1409.17321791631</c:v>
                </c:pt>
                <c:pt idx="499">
                  <c:v>1409.1083601057412</c:v>
                </c:pt>
                <c:pt idx="500">
                  <c:v>1409.0405017417499</c:v>
                </c:pt>
                <c:pt idx="501">
                  <c:v>1408.9696428701545</c:v>
                </c:pt>
                <c:pt idx="502">
                  <c:v>1408.8957835414565</c:v>
                </c:pt>
                <c:pt idx="503">
                  <c:v>1408.8189238108614</c:v>
                </c:pt>
                <c:pt idx="504">
                  <c:v>1408.7390637381325</c:v>
                </c:pt>
                <c:pt idx="505">
                  <c:v>1408.6562033877967</c:v>
                </c:pt>
                <c:pt idx="506">
                  <c:v>1408.5703428289348</c:v>
                </c:pt>
                <c:pt idx="507">
                  <c:v>1408.4814821353407</c:v>
                </c:pt>
                <c:pt idx="508">
                  <c:v>1408.3896213854987</c:v>
                </c:pt>
                <c:pt idx="509">
                  <c:v>1408.2947606624518</c:v>
                </c:pt>
                <c:pt idx="510">
                  <c:v>1408.19690005403</c:v>
                </c:pt>
                <c:pt idx="511">
                  <c:v>1408.0960396526109</c:v>
                </c:pt>
                <c:pt idx="512">
                  <c:v>1407.9921795552877</c:v>
                </c:pt>
                <c:pt idx="513">
                  <c:v>1407.8853198638656</c:v>
                </c:pt>
                <c:pt idx="514">
                  <c:v>1407.7754606847006</c:v>
                </c:pt>
                <c:pt idx="515">
                  <c:v>1407.6626021289294</c:v>
                </c:pt>
                <c:pt idx="516">
                  <c:v>1407.5467443122675</c:v>
                </c:pt>
                <c:pt idx="517">
                  <c:v>1407.4278873551643</c:v>
                </c:pt>
                <c:pt idx="518">
                  <c:v>1407.3060313826941</c:v>
                </c:pt>
                <c:pt idx="519">
                  <c:v>1407.1811765246262</c:v>
                </c:pt>
                <c:pt idx="520">
                  <c:v>1407.0533229154316</c:v>
                </c:pt>
                <c:pt idx="521">
                  <c:v>1406.9224706941725</c:v>
                </c:pt>
                <c:pt idx="522">
                  <c:v>1406.7886200046748</c:v>
                </c:pt>
                <c:pt idx="523">
                  <c:v>1406.6517709953682</c:v>
                </c:pt>
                <c:pt idx="524">
                  <c:v>1406.5119238194352</c:v>
                </c:pt>
                <c:pt idx="525">
                  <c:v>1406.3690786346776</c:v>
                </c:pt>
                <c:pt idx="526">
                  <c:v>1406.2232356036245</c:v>
                </c:pt>
                <c:pt idx="527">
                  <c:v>1406.0743948934551</c:v>
                </c:pt>
                <c:pt idx="528">
                  <c:v>1405.9225566760374</c:v>
                </c:pt>
                <c:pt idx="529">
                  <c:v>1405.7677211279395</c:v>
                </c:pt>
                <c:pt idx="530">
                  <c:v>1405.6098884304452</c:v>
                </c:pt>
                <c:pt idx="531">
                  <c:v>1405.4490587694602</c:v>
                </c:pt>
                <c:pt idx="532">
                  <c:v>1405.2852323356515</c:v>
                </c:pt>
                <c:pt idx="533">
                  <c:v>1405.1184093243442</c:v>
                </c:pt>
                <c:pt idx="534">
                  <c:v>1404.9485899355514</c:v>
                </c:pt>
                <c:pt idx="535">
                  <c:v>1404.7757743740096</c:v>
                </c:pt>
                <c:pt idx="536">
                  <c:v>1404.5999628491568</c:v>
                </c:pt>
                <c:pt idx="537">
                  <c:v>1404.421155575094</c:v>
                </c:pt>
                <c:pt idx="538">
                  <c:v>1404.2393527706961</c:v>
                </c:pt>
                <c:pt idx="539">
                  <c:v>1404.0545546594597</c:v>
                </c:pt>
                <c:pt idx="540">
                  <c:v>1403.8667614696722</c:v>
                </c:pt>
                <c:pt idx="541">
                  <c:v>1403.6759734342638</c:v>
                </c:pt>
                <c:pt idx="542">
                  <c:v>1403.4821907909291</c:v>
                </c:pt>
                <c:pt idx="543">
                  <c:v>1403.2854137820359</c:v>
                </c:pt>
                <c:pt idx="544">
                  <c:v>1403.0856426546904</c:v>
                </c:pt>
                <c:pt idx="545">
                  <c:v>1402.8828776607556</c:v>
                </c:pt>
                <c:pt idx="546">
                  <c:v>1402.6771190567349</c:v>
                </c:pt>
                <c:pt idx="547">
                  <c:v>1402.4683671039263</c:v>
                </c:pt>
                <c:pt idx="548">
                  <c:v>1402.2566220683175</c:v>
                </c:pt>
                <c:pt idx="549">
                  <c:v>1402.0418842206218</c:v>
                </c:pt>
                <c:pt idx="550">
                  <c:v>1401.8241538363286</c:v>
                </c:pt>
                <c:pt idx="551">
                  <c:v>1401.6034311956073</c:v>
                </c:pt>
                <c:pt idx="552">
                  <c:v>1401.3797165834008</c:v>
                </c:pt>
                <c:pt idx="553">
                  <c:v>1401.1530102893835</c:v>
                </c:pt>
                <c:pt idx="554">
                  <c:v>1400.9233126079687</c:v>
                </c:pt>
                <c:pt idx="555">
                  <c:v>1400.6906238383037</c:v>
                </c:pt>
                <c:pt idx="556">
                  <c:v>1400.4549442842974</c:v>
                </c:pt>
                <c:pt idx="557">
                  <c:v>1400.2162742546093</c:v>
                </c:pt>
                <c:pt idx="558">
                  <c:v>1399.9746140626421</c:v>
                </c:pt>
                <c:pt idx="559">
                  <c:v>1399.7299640265483</c:v>
                </c:pt>
                <c:pt idx="560">
                  <c:v>1399.4823244692589</c:v>
                </c:pt>
                <c:pt idx="561">
                  <c:v>1399.2316957184785</c:v>
                </c:pt>
                <c:pt idx="562">
                  <c:v>1398.9780781066393</c:v>
                </c:pt>
                <c:pt idx="563">
                  <c:v>1398.7214719709596</c:v>
                </c:pt>
                <c:pt idx="564">
                  <c:v>1398.4618776534228</c:v>
                </c:pt>
                <c:pt idx="565">
                  <c:v>1398.1992955007859</c:v>
                </c:pt>
                <c:pt idx="566">
                  <c:v>1397.9337258645965</c:v>
                </c:pt>
                <c:pt idx="567">
                  <c:v>1397.6651691011614</c:v>
                </c:pt>
                <c:pt idx="568">
                  <c:v>1397.3936255715976</c:v>
                </c:pt>
                <c:pt idx="569">
                  <c:v>1397.1190956417809</c:v>
                </c:pt>
                <c:pt idx="570">
                  <c:v>1396.8415796823683</c:v>
                </c:pt>
                <c:pt idx="571">
                  <c:v>1396.5610780688726</c:v>
                </c:pt>
                <c:pt idx="572">
                  <c:v>1396.2775911815133</c:v>
                </c:pt>
                <c:pt idx="573">
                  <c:v>1395.9911194053759</c:v>
                </c:pt>
                <c:pt idx="574">
                  <c:v>1395.7016631303168</c:v>
                </c:pt>
                <c:pt idx="575">
                  <c:v>1395.4092227510109</c:v>
                </c:pt>
                <c:pt idx="576">
                  <c:v>1395.1137986669376</c:v>
                </c:pt>
                <c:pt idx="577">
                  <c:v>1394.8153912824027</c:v>
                </c:pt>
                <c:pt idx="578">
                  <c:v>1394.5140010064999</c:v>
                </c:pt>
                <c:pt idx="579">
                  <c:v>1394.20962825319</c:v>
                </c:pt>
                <c:pt idx="580">
                  <c:v>1393.9022734411797</c:v>
                </c:pt>
                <c:pt idx="581">
                  <c:v>1393.5919369940691</c:v>
                </c:pt>
                <c:pt idx="582">
                  <c:v>1393.2786193402951</c:v>
                </c:pt>
                <c:pt idx="583">
                  <c:v>1392.9623209131037</c:v>
                </c:pt>
                <c:pt idx="584">
                  <c:v>1392.6430421505629</c:v>
                </c:pt>
                <c:pt idx="585">
                  <c:v>1392.3207834956113</c:v>
                </c:pt>
                <c:pt idx="586">
                  <c:v>1391.9955453960199</c:v>
                </c:pt>
                <c:pt idx="587">
                  <c:v>1391.6673283044172</c:v>
                </c:pt>
                <c:pt idx="588">
                  <c:v>1391.3361326782826</c:v>
                </c:pt>
                <c:pt idx="589">
                  <c:v>1391.0019589799435</c:v>
                </c:pt>
                <c:pt idx="590">
                  <c:v>1390.6648076766232</c:v>
                </c:pt>
                <c:pt idx="591">
                  <c:v>1390.3246792403665</c:v>
                </c:pt>
                <c:pt idx="592">
                  <c:v>1389.9815741481159</c:v>
                </c:pt>
                <c:pt idx="593">
                  <c:v>1389.6354928816813</c:v>
                </c:pt>
                <c:pt idx="594">
                  <c:v>1389.2864359277626</c:v>
                </c:pt>
                <c:pt idx="595">
                  <c:v>1388.9344037779131</c:v>
                </c:pt>
                <c:pt idx="596">
                  <c:v>1388.5793969286126</c:v>
                </c:pt>
                <c:pt idx="597">
                  <c:v>1388.2214158811839</c:v>
                </c:pt>
                <c:pt idx="598">
                  <c:v>1387.8604611418809</c:v>
                </c:pt>
                <c:pt idx="599">
                  <c:v>1387.4965332218474</c:v>
                </c:pt>
                <c:pt idx="600">
                  <c:v>1387.1296326371469</c:v>
                </c:pt>
                <c:pt idx="601">
                  <c:v>1386.7597599087139</c:v>
                </c:pt>
                <c:pt idx="602">
                  <c:v>1386.3869155624409</c:v>
                </c:pt>
                <c:pt idx="603">
                  <c:v>1386.0111001290977</c:v>
                </c:pt>
                <c:pt idx="604">
                  <c:v>1385.6323141443913</c:v>
                </c:pt>
                <c:pt idx="605">
                  <c:v>1385.2505581489843</c:v>
                </c:pt>
                <c:pt idx="606">
                  <c:v>1384.865832688411</c:v>
                </c:pt>
                <c:pt idx="607">
                  <c:v>1384.4781383132024</c:v>
                </c:pt>
                <c:pt idx="608">
                  <c:v>1384.0874755787825</c:v>
                </c:pt>
                <c:pt idx="609">
                  <c:v>1383.6938450455648</c:v>
                </c:pt>
                <c:pt idx="610">
                  <c:v>1383.2972472788636</c:v>
                </c:pt>
                <c:pt idx="611">
                  <c:v>1382.897682848981</c:v>
                </c:pt>
                <c:pt idx="612">
                  <c:v>1382.4951523311963</c:v>
                </c:pt>
                <c:pt idx="613">
                  <c:v>1382.0896563056936</c:v>
                </c:pt>
                <c:pt idx="614">
                  <c:v>1381.6811953576894</c:v>
                </c:pt>
                <c:pt idx="615">
                  <c:v>1381.2697700773172</c:v>
                </c:pt>
                <c:pt idx="616">
                  <c:v>1380.8553810597607</c:v>
                </c:pt>
                <c:pt idx="617">
                  <c:v>1380.4380289051196</c:v>
                </c:pt>
                <c:pt idx="618">
                  <c:v>1380.0177142185414</c:v>
                </c:pt>
                <c:pt idx="619">
                  <c:v>1379.5944376101179</c:v>
                </c:pt>
                <c:pt idx="620">
                  <c:v>1379.1681996949496</c:v>
                </c:pt>
                <c:pt idx="621">
                  <c:v>1378.7390010931979</c:v>
                </c:pt>
                <c:pt idx="622">
                  <c:v>1378.3068424299756</c:v>
                </c:pt>
                <c:pt idx="623">
                  <c:v>1377.8717243354351</c:v>
                </c:pt>
                <c:pt idx="624">
                  <c:v>1377.4336474447216</c:v>
                </c:pt>
                <c:pt idx="625">
                  <c:v>1376.9926123980731</c:v>
                </c:pt>
                <c:pt idx="626">
                  <c:v>1376.5486198406716</c:v>
                </c:pt>
                <c:pt idx="627">
                  <c:v>1376.1016704228323</c:v>
                </c:pt>
                <c:pt idx="628">
                  <c:v>1375.6517647998207</c:v>
                </c:pt>
                <c:pt idx="629">
                  <c:v>1375.1989036320367</c:v>
                </c:pt>
                <c:pt idx="630">
                  <c:v>1374.7430875848625</c:v>
                </c:pt>
                <c:pt idx="631">
                  <c:v>1374.2843173287911</c:v>
                </c:pt>
                <c:pt idx="632">
                  <c:v>1373.8225935393546</c:v>
                </c:pt>
                <c:pt idx="633">
                  <c:v>1373.3579168971801</c:v>
                </c:pt>
                <c:pt idx="634">
                  <c:v>1372.8902880879286</c:v>
                </c:pt>
                <c:pt idx="635">
                  <c:v>1372.4197078023865</c:v>
                </c:pt>
                <c:pt idx="636">
                  <c:v>1371.9461767364098</c:v>
                </c:pt>
                <c:pt idx="637">
                  <c:v>1371.4696955909833</c:v>
                </c:pt>
                <c:pt idx="638">
                  <c:v>1370.9902650721392</c:v>
                </c:pt>
                <c:pt idx="639">
                  <c:v>1370.5078858910495</c:v>
                </c:pt>
                <c:pt idx="640">
                  <c:v>1370.02255876399</c:v>
                </c:pt>
                <c:pt idx="641">
                  <c:v>1369.5342844123654</c:v>
                </c:pt>
                <c:pt idx="642">
                  <c:v>1369.0430635626872</c:v>
                </c:pt>
                <c:pt idx="643">
                  <c:v>1368.5488969466157</c:v>
                </c:pt>
                <c:pt idx="644">
                  <c:v>1368.0517853009494</c:v>
                </c:pt>
                <c:pt idx="645">
                  <c:v>1367.5517293676107</c:v>
                </c:pt>
                <c:pt idx="646">
                  <c:v>1367.0487298936839</c:v>
                </c:pt>
                <c:pt idx="647">
                  <c:v>1366.5427876314357</c:v>
                </c:pt>
                <c:pt idx="648">
                  <c:v>1366.0339033382388</c:v>
                </c:pt>
                <c:pt idx="649">
                  <c:v>1365.5220777766865</c:v>
                </c:pt>
                <c:pt idx="650">
                  <c:v>1365.007311714535</c:v>
                </c:pt>
                <c:pt idx="651">
                  <c:v>1364.4896059247067</c:v>
                </c:pt>
                <c:pt idx="652">
                  <c:v>1363.9689611853305</c:v>
                </c:pt>
                <c:pt idx="653">
                  <c:v>1363.4453782797234</c:v>
                </c:pt>
                <c:pt idx="654">
                  <c:v>1362.9188579963793</c:v>
                </c:pt>
                <c:pt idx="655">
                  <c:v>1362.389401129059</c:v>
                </c:pt>
                <c:pt idx="656">
                  <c:v>1361.8570084766895</c:v>
                </c:pt>
                <c:pt idx="657">
                  <c:v>1361.3216808434518</c:v>
                </c:pt>
                <c:pt idx="658">
                  <c:v>1360.7834190387171</c:v>
                </c:pt>
                <c:pt idx="659">
                  <c:v>1360.242223877138</c:v>
                </c:pt>
                <c:pt idx="660">
                  <c:v>1359.6980961785794</c:v>
                </c:pt>
                <c:pt idx="661">
                  <c:v>1359.1510367681742</c:v>
                </c:pt>
                <c:pt idx="662">
                  <c:v>1358.6010464762812</c:v>
                </c:pt>
                <c:pt idx="663">
                  <c:v>1358.0481261385748</c:v>
                </c:pt>
                <c:pt idx="664">
                  <c:v>1357.4922765959425</c:v>
                </c:pt>
                <c:pt idx="665">
                  <c:v>1356.9334986945871</c:v>
                </c:pt>
                <c:pt idx="666">
                  <c:v>1356.3717932860129</c:v>
                </c:pt>
                <c:pt idx="667">
                  <c:v>1355.8071612269555</c:v>
                </c:pt>
                <c:pt idx="668">
                  <c:v>1355.239603379513</c:v>
                </c:pt>
                <c:pt idx="669">
                  <c:v>1354.6691206110474</c:v>
                </c:pt>
                <c:pt idx="670">
                  <c:v>1354.0957137942619</c:v>
                </c:pt>
                <c:pt idx="671">
                  <c:v>1353.5193838071709</c:v>
                </c:pt>
                <c:pt idx="672">
                  <c:v>1352.9401315331188</c:v>
                </c:pt>
                <c:pt idx="673">
                  <c:v>1352.3579578607737</c:v>
                </c:pt>
                <c:pt idx="674">
                  <c:v>1351.7728636841809</c:v>
                </c:pt>
                <c:pt idx="675">
                  <c:v>1351.1848499027139</c:v>
                </c:pt>
                <c:pt idx="676">
                  <c:v>1350.5939174210998</c:v>
                </c:pt>
                <c:pt idx="677">
                  <c:v>1350.0000671494608</c:v>
                </c:pt>
                <c:pt idx="678">
                  <c:v>1349.4033000032664</c:v>
                </c:pt>
                <c:pt idx="679">
                  <c:v>1348.8036169033708</c:v>
                </c:pt>
                <c:pt idx="680">
                  <c:v>1348.2010187760509</c:v>
                </c:pt>
                <c:pt idx="681">
                  <c:v>1347.595506552954</c:v>
                </c:pt>
                <c:pt idx="682">
                  <c:v>1346.9870811711178</c:v>
                </c:pt>
                <c:pt idx="683">
                  <c:v>1346.3757435730454</c:v>
                </c:pt>
                <c:pt idx="684">
                  <c:v>1345.7614947066252</c:v>
                </c:pt>
                <c:pt idx="685">
                  <c:v>1345.1443355251772</c:v>
                </c:pt>
                <c:pt idx="686">
                  <c:v>1344.5242669874617</c:v>
                </c:pt>
                <c:pt idx="687">
                  <c:v>1343.9012900577034</c:v>
                </c:pt>
                <c:pt idx="688">
                  <c:v>1343.2754057055699</c:v>
                </c:pt>
                <c:pt idx="689">
                  <c:v>1342.6466149061839</c:v>
                </c:pt>
                <c:pt idx="690">
                  <c:v>1342.0149186401623</c:v>
                </c:pt>
                <c:pt idx="691">
                  <c:v>1341.3803178935743</c:v>
                </c:pt>
                <c:pt idx="692">
                  <c:v>1340.7428136580068</c:v>
                </c:pt>
                <c:pt idx="693">
                  <c:v>1340.1024069305211</c:v>
                </c:pt>
                <c:pt idx="694">
                  <c:v>1339.459098713683</c:v>
                </c:pt>
                <c:pt idx="695">
                  <c:v>1338.8128900155916</c:v>
                </c:pt>
                <c:pt idx="696">
                  <c:v>1338.16378184986</c:v>
                </c:pt>
                <c:pt idx="697">
                  <c:v>1337.511775235613</c:v>
                </c:pt>
                <c:pt idx="698">
                  <c:v>1336.856871197552</c:v>
                </c:pt>
                <c:pt idx="699">
                  <c:v>1336.1990707659099</c:v>
                </c:pt>
                <c:pt idx="700">
                  <c:v>1335.5383749764533</c:v>
                </c:pt>
                <c:pt idx="701">
                  <c:v>1334.8747848705657</c:v>
                </c:pt>
                <c:pt idx="702">
                  <c:v>1334.2083014951545</c:v>
                </c:pt>
                <c:pt idx="703">
                  <c:v>1333.5389259027429</c:v>
                </c:pt>
                <c:pt idx="704">
                  <c:v>1332.8666591514332</c:v>
                </c:pt>
                <c:pt idx="705">
                  <c:v>1332.1915023049487</c:v>
                </c:pt>
                <c:pt idx="706">
                  <c:v>1331.5134564325951</c:v>
                </c:pt>
                <c:pt idx="707">
                  <c:v>1330.832522609322</c:v>
                </c:pt>
                <c:pt idx="708">
                  <c:v>1330.1487019157041</c:v>
                </c:pt>
                <c:pt idx="709">
                  <c:v>1329.4619954379477</c:v>
                </c:pt>
                <c:pt idx="710">
                  <c:v>1328.7724042679101</c:v>
                </c:pt>
                <c:pt idx="711">
                  <c:v>1328.0799295031163</c:v>
                </c:pt>
                <c:pt idx="712">
                  <c:v>1327.3845722467456</c:v>
                </c:pt>
                <c:pt idx="713">
                  <c:v>1326.6863336076619</c:v>
                </c:pt>
                <c:pt idx="714">
                  <c:v>1325.985214700403</c:v>
                </c:pt>
                <c:pt idx="715">
                  <c:v>1325.2812166452322</c:v>
                </c:pt>
                <c:pt idx="716">
                  <c:v>1324.5743405680926</c:v>
                </c:pt>
                <c:pt idx="717">
                  <c:v>1323.864587600634</c:v>
                </c:pt>
                <c:pt idx="718">
                  <c:v>1323.1519588802589</c:v>
                </c:pt>
                <c:pt idx="719">
                  <c:v>1322.4364555500808</c:v>
                </c:pt>
                <c:pt idx="720">
                  <c:v>1321.7180787589646</c:v>
                </c:pt>
                <c:pt idx="721">
                  <c:v>1320.9968296615427</c:v>
                </c:pt>
                <c:pt idx="722">
                  <c:v>1320.2727094181967</c:v>
                </c:pt>
                <c:pt idx="723">
                  <c:v>1319.5457191950811</c:v>
                </c:pt>
                <c:pt idx="724">
                  <c:v>1318.8158601641499</c:v>
                </c:pt>
                <c:pt idx="725">
                  <c:v>1318.0831335031303</c:v>
                </c:pt>
                <c:pt idx="726">
                  <c:v>1317.347540395582</c:v>
                </c:pt>
                <c:pt idx="727">
                  <c:v>1316.6090820308486</c:v>
                </c:pt>
                <c:pt idx="728">
                  <c:v>1315.8677596041255</c:v>
                </c:pt>
                <c:pt idx="729">
                  <c:v>1315.1235743164157</c:v>
                </c:pt>
                <c:pt idx="730">
                  <c:v>1314.3765273745882</c:v>
                </c:pt>
                <c:pt idx="731">
                  <c:v>1313.6266199913853</c:v>
                </c:pt>
                <c:pt idx="732">
                  <c:v>1312.8738533853718</c:v>
                </c:pt>
                <c:pt idx="733">
                  <c:v>1312.1182287810195</c:v>
                </c:pt>
                <c:pt idx="734">
                  <c:v>1311.3597474086823</c:v>
                </c:pt>
                <c:pt idx="735">
                  <c:v>1310.5984105046005</c:v>
                </c:pt>
                <c:pt idx="736">
                  <c:v>1309.8342193109384</c:v>
                </c:pt>
                <c:pt idx="737">
                  <c:v>1309.0671750757924</c:v>
                </c:pt>
                <c:pt idx="738">
                  <c:v>1308.2972790531469</c:v>
                </c:pt>
                <c:pt idx="739">
                  <c:v>1307.5245325029655</c:v>
                </c:pt>
                <c:pt idx="740">
                  <c:v>1306.7489366911457</c:v>
                </c:pt>
                <c:pt idx="741">
                  <c:v>1305.9704928895796</c:v>
                </c:pt>
                <c:pt idx="742">
                  <c:v>1305.1892023760865</c:v>
                </c:pt>
                <c:pt idx="743">
                  <c:v>1304.4050664344959</c:v>
                </c:pt>
                <c:pt idx="744">
                  <c:v>1303.618086354654</c:v>
                </c:pt>
                <c:pt idx="745">
                  <c:v>1302.8282634323732</c:v>
                </c:pt>
                <c:pt idx="746">
                  <c:v>1302.0355989695249</c:v>
                </c:pt>
                <c:pt idx="747">
                  <c:v>1301.2400942739771</c:v>
                </c:pt>
                <c:pt idx="748">
                  <c:v>1300.4417506596717</c:v>
                </c:pt>
                <c:pt idx="749">
                  <c:v>1299.6405694465757</c:v>
                </c:pt>
                <c:pt idx="750">
                  <c:v>1298.8365519607325</c:v>
                </c:pt>
                <c:pt idx="751">
                  <c:v>1298.0296995342726</c:v>
                </c:pt>
                <c:pt idx="752">
                  <c:v>1297.220013505404</c:v>
                </c:pt>
                <c:pt idx="753">
                  <c:v>1296.4074952184335</c:v>
                </c:pt>
                <c:pt idx="754">
                  <c:v>1295.5921460237882</c:v>
                </c:pt>
                <c:pt idx="755">
                  <c:v>1294.7739672780187</c:v>
                </c:pt>
                <c:pt idx="756">
                  <c:v>1293.9529603437957</c:v>
                </c:pt>
                <c:pt idx="757">
                  <c:v>1293.1291265899529</c:v>
                </c:pt>
                <c:pt idx="758">
                  <c:v>1292.3024673914765</c:v>
                </c:pt>
                <c:pt idx="759">
                  <c:v>1291.4729841295209</c:v>
                </c:pt>
                <c:pt idx="760">
                  <c:v>1290.6406781914379</c:v>
                </c:pt>
                <c:pt idx="761">
                  <c:v>1289.8055509707556</c:v>
                </c:pt>
                <c:pt idx="762">
                  <c:v>1288.9676038672246</c:v>
                </c:pt>
                <c:pt idx="763">
                  <c:v>1288.1268382868104</c:v>
                </c:pt>
                <c:pt idx="764">
                  <c:v>1287.2832556417175</c:v>
                </c:pt>
                <c:pt idx="765">
                  <c:v>1286.436857350383</c:v>
                </c:pt>
                <c:pt idx="766">
                  <c:v>1285.5876448375161</c:v>
                </c:pt>
                <c:pt idx="767">
                  <c:v>1284.7356195340938</c:v>
                </c:pt>
                <c:pt idx="768">
                  <c:v>1283.8807828773474</c:v>
                </c:pt>
                <c:pt idx="769">
                  <c:v>1283.0231363108549</c:v>
                </c:pt>
                <c:pt idx="770">
                  <c:v>1282.1626812844531</c:v>
                </c:pt>
                <c:pt idx="771">
                  <c:v>1281.2994192543374</c:v>
                </c:pt>
                <c:pt idx="772">
                  <c:v>1280.4333516830138</c:v>
                </c:pt>
                <c:pt idx="773">
                  <c:v>1279.56448003933</c:v>
                </c:pt>
                <c:pt idx="774">
                  <c:v>1278.6928057985194</c:v>
                </c:pt>
                <c:pt idx="775">
                  <c:v>1277.8183304421605</c:v>
                </c:pt>
                <c:pt idx="776">
                  <c:v>1276.941055458251</c:v>
                </c:pt>
                <c:pt idx="777">
                  <c:v>1276.0609823411585</c:v>
                </c:pt>
                <c:pt idx="778">
                  <c:v>1275.1781125916793</c:v>
                </c:pt>
                <c:pt idx="779">
                  <c:v>1274.2924477170077</c:v>
                </c:pt>
                <c:pt idx="780">
                  <c:v>1273.4039892307942</c:v>
                </c:pt>
                <c:pt idx="781">
                  <c:v>1272.5127386531797</c:v>
                </c:pt>
                <c:pt idx="782">
                  <c:v>1271.618697510695</c:v>
                </c:pt>
                <c:pt idx="783">
                  <c:v>1270.7218673364255</c:v>
                </c:pt>
                <c:pt idx="784">
                  <c:v>1269.8222496698963</c:v>
                </c:pt>
                <c:pt idx="785">
                  <c:v>1268.9198460571674</c:v>
                </c:pt>
                <c:pt idx="786">
                  <c:v>1268.0146580507985</c:v>
                </c:pt>
                <c:pt idx="787">
                  <c:v>1267.1066872099036</c:v>
                </c:pt>
                <c:pt idx="788">
                  <c:v>1266.1959351001453</c:v>
                </c:pt>
                <c:pt idx="789">
                  <c:v>1265.2824032937235</c:v>
                </c:pt>
                <c:pt idx="790">
                  <c:v>1264.366093369443</c:v>
                </c:pt>
                <c:pt idx="791">
                  <c:v>1263.4470069126703</c:v>
                </c:pt>
                <c:pt idx="792">
                  <c:v>1262.5251455154112</c:v>
                </c:pt>
                <c:pt idx="793">
                  <c:v>1261.6005107762758</c:v>
                </c:pt>
                <c:pt idx="794">
                  <c:v>1260.6731043004938</c:v>
                </c:pt>
                <c:pt idx="795">
                  <c:v>1259.7429276999617</c:v>
                </c:pt>
                <c:pt idx="796">
                  <c:v>1258.809982593212</c:v>
                </c:pt>
                <c:pt idx="797">
                  <c:v>1257.8742706054932</c:v>
                </c:pt>
                <c:pt idx="798">
                  <c:v>1256.935793368722</c:v>
                </c:pt>
                <c:pt idx="799">
                  <c:v>1255.9945525215021</c:v>
                </c:pt>
                <c:pt idx="800">
                  <c:v>1255.0505497092061</c:v>
                </c:pt>
                <c:pt idx="801">
                  <c:v>1254.103786583901</c:v>
                </c:pt>
                <c:pt idx="802">
                  <c:v>1253.1542648044106</c:v>
                </c:pt>
                <c:pt idx="803">
                  <c:v>1252.2019860363362</c:v>
                </c:pt>
                <c:pt idx="804">
                  <c:v>1251.2469519520585</c:v>
                </c:pt>
                <c:pt idx="805">
                  <c:v>1250.2891642307395</c:v>
                </c:pt>
                <c:pt idx="806">
                  <c:v>1249.328624558362</c:v>
                </c:pt>
                <c:pt idx="807">
                  <c:v>1248.3653346277531</c:v>
                </c:pt>
                <c:pt idx="808">
                  <c:v>1247.3992961385422</c:v>
                </c:pt>
                <c:pt idx="809">
                  <c:v>1246.430510797235</c:v>
                </c:pt>
                <c:pt idx="810">
                  <c:v>1245.458980317215</c:v>
                </c:pt>
                <c:pt idx="811">
                  <c:v>1244.4847064187534</c:v>
                </c:pt>
                <c:pt idx="812">
                  <c:v>1243.5076908290005</c:v>
                </c:pt>
                <c:pt idx="813">
                  <c:v>1242.527935282078</c:v>
                </c:pt>
                <c:pt idx="814">
                  <c:v>1241.5454415189899</c:v>
                </c:pt>
                <c:pt idx="815">
                  <c:v>1240.5602112876991</c:v>
                </c:pt>
                <c:pt idx="816">
                  <c:v>1239.5722463431443</c:v>
                </c:pt>
                <c:pt idx="817">
                  <c:v>1238.5815484472589</c:v>
                </c:pt>
                <c:pt idx="818">
                  <c:v>1237.5881193689609</c:v>
                </c:pt>
                <c:pt idx="819">
                  <c:v>1236.5919608841762</c:v>
                </c:pt>
                <c:pt idx="820">
                  <c:v>1235.593074775891</c:v>
                </c:pt>
                <c:pt idx="821">
                  <c:v>1234.5914628340938</c:v>
                </c:pt>
                <c:pt idx="822">
                  <c:v>1233.587126855854</c:v>
                </c:pt>
                <c:pt idx="823">
                  <c:v>1232.5800686453581</c:v>
                </c:pt>
                <c:pt idx="824">
                  <c:v>1231.5702900138515</c:v>
                </c:pt>
                <c:pt idx="825">
                  <c:v>1230.557792779698</c:v>
                </c:pt>
                <c:pt idx="826">
                  <c:v>1229.5425787683851</c:v>
                </c:pt>
                <c:pt idx="827">
                  <c:v>1228.5246498125505</c:v>
                </c:pt>
                <c:pt idx="828">
                  <c:v>1227.5040077520098</c:v>
                </c:pt>
                <c:pt idx="829">
                  <c:v>1226.4806544337407</c:v>
                </c:pt>
                <c:pt idx="830">
                  <c:v>1225.454591711939</c:v>
                </c:pt>
                <c:pt idx="831">
                  <c:v>1224.4258214479887</c:v>
                </c:pt>
                <c:pt idx="832">
                  <c:v>1223.3943455105359</c:v>
                </c:pt>
                <c:pt idx="833">
                  <c:v>1222.3601657754348</c:v>
                </c:pt>
                <c:pt idx="834">
                  <c:v>1221.3232841258437</c:v>
                </c:pt>
                <c:pt idx="835">
                  <c:v>1165.3378138279759</c:v>
                </c:pt>
                <c:pt idx="836">
                  <c:v>1111.7919640104267</c:v>
                </c:pt>
                <c:pt idx="837">
                  <c:v>1060.5794258745686</c:v>
                </c:pt>
                <c:pt idx="838">
                  <c:v>1011.5985231294753</c:v>
                </c:pt>
                <c:pt idx="839">
                  <c:v>964.75201012596426</c:v>
                </c:pt>
                <c:pt idx="840">
                  <c:v>919.94687878713921</c:v>
                </c:pt>
                <c:pt idx="841">
                  <c:v>877.0941739521196</c:v>
                </c:pt>
                <c:pt idx="842">
                  <c:v>836.10881676634403</c:v>
                </c:pt>
                <c:pt idx="843">
                  <c:v>796.90943576781194</c:v>
                </c:pt>
                <c:pt idx="844">
                  <c:v>759.4182053339</c:v>
                </c:pt>
                <c:pt idx="845">
                  <c:v>723.56069116801768</c:v>
                </c:pt>
                <c:pt idx="846">
                  <c:v>689.26570251932719</c:v>
                </c:pt>
                <c:pt idx="847">
                  <c:v>656.46515084213149</c:v>
                </c:pt>
                <c:pt idx="848">
                  <c:v>625.09391461431369</c:v>
                </c:pt>
                <c:pt idx="849">
                  <c:v>595.08971004644445</c:v>
                </c:pt>
                <c:pt idx="850">
                  <c:v>566.39296742486249</c:v>
                </c:pt>
                <c:pt idx="851">
                  <c:v>538.94671284322305</c:v>
                </c:pt>
                <c:pt idx="852">
                  <c:v>512.6964550877093</c:v>
                </c:pt>
                <c:pt idx="853">
                  <c:v>487.59007745132772</c:v>
                </c:pt>
                <c:pt idx="854">
                  <c:v>463.57773426249969</c:v>
                </c:pt>
                <c:pt idx="855">
                  <c:v>440.61175192251704</c:v>
                </c:pt>
                <c:pt idx="856">
                  <c:v>418.64653425538921</c:v>
                </c:pt>
                <c:pt idx="857">
                  <c:v>397.63847198215694</c:v>
                </c:pt>
                <c:pt idx="858">
                  <c:v>377.54585613995215</c:v>
                </c:pt>
                <c:pt idx="859">
                  <c:v>358.91507257963457</c:v>
                </c:pt>
                <c:pt idx="860">
                  <c:v>341.17027545003043</c:v>
                </c:pt>
                <c:pt idx="861">
                  <c:v>324.267289879717</c:v>
                </c:pt>
                <c:pt idx="862">
                  <c:v>308.16698059756357</c:v>
                </c:pt>
                <c:pt idx="863">
                  <c:v>292.83200521613782</c:v>
                </c:pt>
                <c:pt idx="864">
                  <c:v>278.22673283136578</c:v>
                </c:pt>
                <c:pt idx="865">
                  <c:v>264.31716628660371</c:v>
                </c:pt>
                <c:pt idx="866">
                  <c:v>251.07086793670183</c:v>
                </c:pt>
                <c:pt idx="867">
                  <c:v>238.45688875494704</c:v>
                </c:pt>
                <c:pt idx="868">
                  <c:v>226.4457006327473</c:v>
                </c:pt>
                <c:pt idx="869">
                  <c:v>215.00913172858384</c:v>
                </c:pt>
                <c:pt idx="870">
                  <c:v>204.12030472912247</c:v>
                </c:pt>
                <c:pt idx="871">
                  <c:v>193.75357789144672</c:v>
                </c:pt>
                <c:pt idx="872">
                  <c:v>183.88448874117407</c:v>
                </c:pt>
                <c:pt idx="873">
                  <c:v>174.48970030675099</c:v>
                </c:pt>
                <c:pt idx="874">
                  <c:v>165.54694977549789</c:v>
                </c:pt>
                <c:pt idx="875">
                  <c:v>157.03499946201447</c:v>
                </c:pt>
                <c:pt idx="876">
                  <c:v>148.93358998434789</c:v>
                </c:pt>
                <c:pt idx="877">
                  <c:v>141.22339554790406</c:v>
                </c:pt>
                <c:pt idx="878">
                  <c:v>133.88598124143346</c:v>
                </c:pt>
                <c:pt idx="879">
                  <c:v>126.90376225356316</c:v>
                </c:pt>
                <c:pt idx="880">
                  <c:v>120.25996492228461</c:v>
                </c:pt>
                <c:pt idx="881">
                  <c:v>113.9385895335392</c:v>
                </c:pt>
                <c:pt idx="882">
                  <c:v>0</c:v>
                </c:pt>
              </c:numCache>
            </c:numRef>
          </c:yVal>
          <c:smooth val="1"/>
          <c:extLst xmlns:c16r2="http://schemas.microsoft.com/office/drawing/2015/06/chart">
            <c:ext xmlns:c16="http://schemas.microsoft.com/office/drawing/2014/chart" uri="{C3380CC4-5D6E-409C-BE32-E72D297353CC}">
              <c16:uniqueId val="{00000000-E9BF-40D2-8F73-06B3DA370149}"/>
            </c:ext>
          </c:extLst>
        </c:ser>
        <c:dLbls>
          <c:showLegendKey val="0"/>
          <c:showVal val="0"/>
          <c:showCatName val="0"/>
          <c:showSerName val="0"/>
          <c:showPercent val="0"/>
          <c:showBubbleSize val="0"/>
        </c:dLbls>
        <c:axId val="310382568"/>
        <c:axId val="310385312"/>
      </c:scatterChart>
      <c:valAx>
        <c:axId val="310382568"/>
        <c:scaling>
          <c:orientation val="minMax"/>
          <c:min val="0"/>
        </c:scaling>
        <c:delete val="0"/>
        <c:axPos val="b"/>
        <c:majorGridlines>
          <c:spPr>
            <a:ln w="3175">
              <a:solidFill>
                <a:srgbClr val="C0C0C0"/>
              </a:solidFill>
              <a:prstDash val="solid"/>
            </a:ln>
          </c:spPr>
        </c:majorGridlines>
        <c:title>
          <c:tx>
            <c:rich>
              <a:bodyPr/>
              <a:lstStyle/>
              <a:p>
                <a:pPr>
                  <a:defRPr sz="1050" b="0" i="0" u="none" strike="noStrike" baseline="0">
                    <a:solidFill>
                      <a:srgbClr val="000000"/>
                    </a:solidFill>
                    <a:latin typeface="Arial"/>
                    <a:ea typeface="Arial"/>
                    <a:cs typeface="Arial"/>
                  </a:defRPr>
                </a:pPr>
                <a:r>
                  <a:rPr lang="en-US"/>
                  <a:t>Time  (sec.)</a:t>
                </a:r>
              </a:p>
            </c:rich>
          </c:tx>
          <c:layout>
            <c:manualLayout>
              <c:xMode val="edge"/>
              <c:yMode val="edge"/>
              <c:x val="0.45605763056340048"/>
              <c:y val="0.89095340750619623"/>
            </c:manualLayout>
          </c:layout>
          <c:overlay val="0"/>
          <c:spPr>
            <a:noFill/>
            <a:ln w="25400">
              <a:noFill/>
            </a:ln>
          </c:spPr>
        </c:title>
        <c:numFmt formatCode="0.0" sourceLinked="0"/>
        <c:majorTickMark val="out"/>
        <c:minorTickMark val="none"/>
        <c:tickLblPos val="nextTo"/>
        <c:spPr>
          <a:ln w="3175">
            <a:solidFill>
              <a:srgbClr val="000000"/>
            </a:solidFill>
            <a:prstDash val="solid"/>
          </a:ln>
        </c:spPr>
        <c:txPr>
          <a:bodyPr rot="0" vert="horz"/>
          <a:lstStyle/>
          <a:p>
            <a:pPr>
              <a:defRPr sz="875" b="0" i="0" u="none" strike="noStrike" baseline="0">
                <a:solidFill>
                  <a:srgbClr val="000000"/>
                </a:solidFill>
                <a:latin typeface="Arial"/>
                <a:ea typeface="Arial"/>
                <a:cs typeface="Arial"/>
              </a:defRPr>
            </a:pPr>
            <a:endParaRPr lang="en-US"/>
          </a:p>
        </c:txPr>
        <c:crossAx val="310385312"/>
        <c:crosses val="autoZero"/>
        <c:crossBetween val="midCat"/>
      </c:valAx>
      <c:valAx>
        <c:axId val="310385312"/>
        <c:scaling>
          <c:orientation val="minMax"/>
          <c:min val="0"/>
        </c:scaling>
        <c:delete val="0"/>
        <c:axPos val="l"/>
        <c:majorGridlines>
          <c:spPr>
            <a:ln w="3175">
              <a:solidFill>
                <a:srgbClr val="C0C0C0"/>
              </a:solidFill>
              <a:prstDash val="solid"/>
            </a:ln>
          </c:spPr>
        </c:majorGridlines>
        <c:title>
          <c:tx>
            <c:rich>
              <a:bodyPr/>
              <a:lstStyle/>
              <a:p>
                <a:pPr>
                  <a:defRPr sz="1050" b="0" i="0" u="none" strike="noStrike" baseline="0">
                    <a:solidFill>
                      <a:srgbClr val="333399"/>
                    </a:solidFill>
                    <a:latin typeface="Arial"/>
                    <a:ea typeface="Arial"/>
                    <a:cs typeface="Arial"/>
                  </a:defRPr>
                </a:pPr>
                <a:r>
                  <a:rPr lang="en-US"/>
                  <a:t>Thrust  (N.)</a:t>
                </a:r>
              </a:p>
            </c:rich>
          </c:tx>
          <c:layout>
            <c:manualLayout>
              <c:xMode val="edge"/>
              <c:yMode val="edge"/>
              <c:x val="4.275534441805226E-2"/>
              <c:y val="0.41763432413175727"/>
            </c:manualLayout>
          </c:layout>
          <c:overlay val="0"/>
          <c:spPr>
            <a:noFill/>
            <a:ln w="25400">
              <a:noFill/>
            </a:ln>
          </c:spPr>
        </c:title>
        <c:numFmt formatCode="0" sourceLinked="1"/>
        <c:majorTickMark val="out"/>
        <c:minorTickMark val="none"/>
        <c:tickLblPos val="nextTo"/>
        <c:spPr>
          <a:ln w="3175">
            <a:solidFill>
              <a:srgbClr val="000000"/>
            </a:solidFill>
            <a:prstDash val="solid"/>
          </a:ln>
        </c:spPr>
        <c:txPr>
          <a:bodyPr rot="0" vert="horz"/>
          <a:lstStyle/>
          <a:p>
            <a:pPr>
              <a:defRPr sz="875" b="0" i="0" u="none" strike="noStrike" baseline="0">
                <a:solidFill>
                  <a:srgbClr val="333399"/>
                </a:solidFill>
                <a:latin typeface="Arial"/>
                <a:ea typeface="Arial"/>
                <a:cs typeface="Arial"/>
              </a:defRPr>
            </a:pPr>
            <a:endParaRPr lang="en-US"/>
          </a:p>
        </c:txPr>
        <c:crossAx val="310382568"/>
        <c:crosses val="autoZero"/>
        <c:crossBetween val="midCat"/>
      </c:valAx>
      <c:spPr>
        <a:solidFill>
          <a:srgbClr val="FFFFFF"/>
        </a:solidFill>
        <a:ln w="12700">
          <a:solidFill>
            <a:srgbClr val="808080"/>
          </a:solidFill>
          <a:prstDash val="solid"/>
        </a:ln>
      </c:spPr>
    </c:plotArea>
    <c:plotVisOnly val="1"/>
    <c:dispBlanksAs val="gap"/>
    <c:showDLblsOverMax val="0"/>
  </c:chart>
  <c:spPr>
    <a:solidFill>
      <a:srgbClr val="FFFFFF"/>
    </a:solidFill>
    <a:ln w="3175">
      <a:solidFill>
        <a:srgbClr val="000000"/>
      </a:solidFill>
      <a:prstDash val="solid"/>
    </a:ln>
  </c:spPr>
  <c:txPr>
    <a:bodyPr/>
    <a:lstStyle/>
    <a:p>
      <a:pPr>
        <a:defRPr sz="875" b="0" i="0" u="none" strike="noStrike" baseline="0">
          <a:solidFill>
            <a:srgbClr val="000000"/>
          </a:solidFill>
          <a:latin typeface="Arial"/>
          <a:ea typeface="Arial"/>
          <a:cs typeface="Arial"/>
        </a:defRPr>
      </a:pPr>
      <a:endParaRPr lang="en-US"/>
    </a:p>
  </c:txPr>
  <c:externalData r:id="rId1">
    <c:autoUpdate val="0"/>
  </c:externalData>
  <c:userShapes r:id="rId2"/>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050" b="0" i="0" u="none" strike="noStrike" baseline="0">
                <a:solidFill>
                  <a:srgbClr val="993300"/>
                </a:solidFill>
                <a:latin typeface="Arial"/>
                <a:ea typeface="Arial"/>
                <a:cs typeface="Arial"/>
              </a:defRPr>
            </a:pPr>
            <a:r>
              <a:rPr lang="en-US" sz="1400"/>
              <a:t>Thrust vs time</a:t>
            </a:r>
          </a:p>
        </c:rich>
      </c:tx>
      <c:layout>
        <c:manualLayout>
          <c:xMode val="edge"/>
          <c:yMode val="edge"/>
          <c:x val="0.37613294181457724"/>
          <c:y val="0.1562605428381777"/>
        </c:manualLayout>
      </c:layout>
      <c:overlay val="0"/>
      <c:spPr>
        <a:noFill/>
        <a:ln w="25400">
          <a:noFill/>
        </a:ln>
      </c:spPr>
    </c:title>
    <c:autoTitleDeleted val="0"/>
    <c:plotArea>
      <c:layout>
        <c:manualLayout>
          <c:layoutTarget val="inner"/>
          <c:xMode val="edge"/>
          <c:yMode val="edge"/>
          <c:x val="0.22727305624458102"/>
          <c:y val="0.26720647773279355"/>
          <c:w val="0.69960575574418848"/>
          <c:h val="0.53238866396761131"/>
        </c:manualLayout>
      </c:layout>
      <c:scatterChart>
        <c:scatterStyle val="smoothMarker"/>
        <c:varyColors val="0"/>
        <c:ser>
          <c:idx val="0"/>
          <c:order val="0"/>
          <c:spPr>
            <a:ln w="12700">
              <a:solidFill>
                <a:srgbClr val="000080"/>
              </a:solidFill>
              <a:prstDash val="solid"/>
            </a:ln>
          </c:spPr>
          <c:marker>
            <c:symbol val="none"/>
          </c:marker>
          <c:xVal>
            <c:numRef>
              <c:f>Performance!$L$28:$L$910</c:f>
              <c:numCache>
                <c:formatCode>0.0000</c:formatCode>
                <c:ptCount val="883"/>
                <c:pt idx="0">
                  <c:v>0</c:v>
                </c:pt>
                <c:pt idx="1">
                  <c:v>4.735600265251637E-3</c:v>
                </c:pt>
                <c:pt idx="2">
                  <c:v>6.4169009459614105E-3</c:v>
                </c:pt>
                <c:pt idx="3">
                  <c:v>7.922147485789871E-3</c:v>
                </c:pt>
                <c:pt idx="4">
                  <c:v>9.3483433301025931E-3</c:v>
                </c:pt>
                <c:pt idx="5">
                  <c:v>1.0730713710674373E-2</c:v>
                </c:pt>
                <c:pt idx="6">
                  <c:v>1.2086331345096476E-2</c:v>
                </c:pt>
                <c:pt idx="7">
                  <c:v>1.3424695678083468E-2</c:v>
                </c:pt>
                <c:pt idx="8">
                  <c:v>1.4751526310783027E-2</c:v>
                </c:pt>
                <c:pt idx="9">
                  <c:v>1.6070440763021381E-2</c:v>
                </c:pt>
                <c:pt idx="10">
                  <c:v>1.7383802335225042E-2</c:v>
                </c:pt>
                <c:pt idx="11">
                  <c:v>1.869318950548398E-2</c:v>
                </c:pt>
                <c:pt idx="12">
                  <c:v>1.9999673157608824E-2</c:v>
                </c:pt>
                <c:pt idx="13">
                  <c:v>2.1303988121789443E-2</c:v>
                </c:pt>
                <c:pt idx="14">
                  <c:v>2.2606642972872501E-2</c:v>
                </c:pt>
                <c:pt idx="15">
                  <c:v>2.3907992068742487E-2</c:v>
                </c:pt>
                <c:pt idx="16">
                  <c:v>2.5208283682068761E-2</c:v>
                </c:pt>
                <c:pt idx="17">
                  <c:v>2.6507692596177801E-2</c:v>
                </c:pt>
                <c:pt idx="18">
                  <c:v>2.7806342404865424E-2</c:v>
                </c:pt>
                <c:pt idx="19">
                  <c:v>2.9104320887172842E-2</c:v>
                </c:pt>
                <c:pt idx="20">
                  <c:v>3.0401690672002019E-2</c:v>
                </c:pt>
                <c:pt idx="21">
                  <c:v>3.1698496671435497E-2</c:v>
                </c:pt>
                <c:pt idx="22">
                  <c:v>3.2994771282436872E-2</c:v>
                </c:pt>
                <c:pt idx="23">
                  <c:v>3.4290538039126343E-2</c:v>
                </c:pt>
                <c:pt idx="24">
                  <c:v>3.5585814184622318E-2</c:v>
                </c:pt>
                <c:pt idx="25">
                  <c:v>3.6880612486758287E-2</c:v>
                </c:pt>
                <c:pt idx="26">
                  <c:v>3.8174942522997045E-2</c:v>
                </c:pt>
                <c:pt idx="27">
                  <c:v>3.9468811591703318E-2</c:v>
                </c:pt>
                <c:pt idx="28">
                  <c:v>4.0762225359757105E-2</c:v>
                </c:pt>
                <c:pt idx="29">
                  <c:v>4.2055188323697854E-2</c:v>
                </c:pt>
                <c:pt idx="30">
                  <c:v>4.3347704138711231E-2</c:v>
                </c:pt>
                <c:pt idx="31">
                  <c:v>4.4639775853765502E-2</c:v>
                </c:pt>
                <c:pt idx="32">
                  <c:v>4.5931406079971974E-2</c:v>
                </c:pt>
                <c:pt idx="33">
                  <c:v>4.7222597111345944E-2</c:v>
                </c:pt>
                <c:pt idx="34">
                  <c:v>4.8513351011576576E-2</c:v>
                </c:pt>
                <c:pt idx="35">
                  <c:v>4.9803669676480158E-2</c:v>
                </c:pt>
                <c:pt idx="36">
                  <c:v>5.1093554879028336E-2</c:v>
                </c:pt>
                <c:pt idx="37">
                  <c:v>5.2383008301868081E-2</c:v>
                </c:pt>
                <c:pt idx="38">
                  <c:v>5.367203156084787E-2</c:v>
                </c:pt>
                <c:pt idx="39">
                  <c:v>5.4960626222066537E-2</c:v>
                </c:pt>
                <c:pt idx="40">
                  <c:v>5.6248793814249215E-2</c:v>
                </c:pt>
                <c:pt idx="41">
                  <c:v>5.753653583774717E-2</c:v>
                </c:pt>
                <c:pt idx="42">
                  <c:v>5.8823853771093698E-2</c:v>
                </c:pt>
                <c:pt idx="43">
                  <c:v>6.0110749075789033E-2</c:v>
                </c:pt>
                <c:pt idx="44">
                  <c:v>6.1397223199799511E-2</c:v>
                </c:pt>
                <c:pt idx="45">
                  <c:v>6.2683277580121197E-2</c:v>
                </c:pt>
                <c:pt idx="46">
                  <c:v>6.3968913644662978E-2</c:v>
                </c:pt>
                <c:pt idx="47">
                  <c:v>6.5254132813632695E-2</c:v>
                </c:pt>
                <c:pt idx="48">
                  <c:v>6.65389365005606E-2</c:v>
                </c:pt>
                <c:pt idx="49">
                  <c:v>6.7823326113057275E-2</c:v>
                </c:pt>
                <c:pt idx="50">
                  <c:v>6.9107303053377131E-2</c:v>
                </c:pt>
                <c:pt idx="51">
                  <c:v>7.0390868718839025E-2</c:v>
                </c:pt>
                <c:pt idx="52">
                  <c:v>7.1674024502141928E-2</c:v>
                </c:pt>
                <c:pt idx="53">
                  <c:v>7.2956771791603717E-2</c:v>
                </c:pt>
                <c:pt idx="54">
                  <c:v>7.4239111971342656E-2</c:v>
                </c:pt>
                <c:pt idx="55">
                  <c:v>7.5521046421416965E-2</c:v>
                </c:pt>
                <c:pt idx="56">
                  <c:v>7.6802576517933319E-2</c:v>
                </c:pt>
                <c:pt idx="57">
                  <c:v>7.8083703633132315E-2</c:v>
                </c:pt>
                <c:pt idx="58">
                  <c:v>7.9364429135456854E-2</c:v>
                </c:pt>
                <c:pt idx="59">
                  <c:v>8.0644754389607665E-2</c:v>
                </c:pt>
                <c:pt idx="60">
                  <c:v>8.1924680756589568E-2</c:v>
                </c:pt>
                <c:pt idx="61">
                  <c:v>8.3204209593750494E-2</c:v>
                </c:pt>
                <c:pt idx="62">
                  <c:v>8.4483342254815325E-2</c:v>
                </c:pt>
                <c:pt idx="63">
                  <c:v>8.576208008991569E-2</c:v>
                </c:pt>
                <c:pt idx="64">
                  <c:v>8.7040424445616868E-2</c:v>
                </c:pt>
                <c:pt idx="65">
                  <c:v>8.8318376664942105E-2</c:v>
                </c:pt>
                <c:pt idx="66">
                  <c:v>8.9595938087395771E-2</c:v>
                </c:pt>
                <c:pt idx="67">
                  <c:v>9.0873110048984629E-2</c:v>
                </c:pt>
                <c:pt idx="68">
                  <c:v>9.2149893882238446E-2</c:v>
                </c:pt>
                <c:pt idx="69">
                  <c:v>9.3426290916229726E-2</c:v>
                </c:pt>
                <c:pt idx="70">
                  <c:v>9.4702302476592892E-2</c:v>
                </c:pt>
                <c:pt idx="71">
                  <c:v>9.5977929885542712E-2</c:v>
                </c:pt>
                <c:pt idx="72">
                  <c:v>9.7253174461892772E-2</c:v>
                </c:pt>
                <c:pt idx="73">
                  <c:v>9.8528037521073294E-2</c:v>
                </c:pt>
                <c:pt idx="74">
                  <c:v>9.9802520375148751E-2</c:v>
                </c:pt>
                <c:pt idx="75">
                  <c:v>0.10107662433283546</c:v>
                </c:pt>
                <c:pt idx="76">
                  <c:v>0.1023503506995187</c:v>
                </c:pt>
                <c:pt idx="77">
                  <c:v>0.10362370077726991</c:v>
                </c:pt>
                <c:pt idx="78">
                  <c:v>0.10489667586486356</c:v>
                </c:pt>
                <c:pt idx="79">
                  <c:v>0.10616927725779403</c:v>
                </c:pt>
                <c:pt idx="80">
                  <c:v>0.10744150624829225</c:v>
                </c:pt>
                <c:pt idx="81">
                  <c:v>0.10871336412534234</c:v>
                </c:pt>
                <c:pt idx="82">
                  <c:v>0.10998485217469804</c:v>
                </c:pt>
                <c:pt idx="83">
                  <c:v>0.11125597167889914</c:v>
                </c:pt>
                <c:pt idx="84">
                  <c:v>0.11252672391728767</c:v>
                </c:pt>
                <c:pt idx="85">
                  <c:v>0.11379711016602417</c:v>
                </c:pt>
                <c:pt idx="86">
                  <c:v>0.11506713169810379</c:v>
                </c:pt>
                <c:pt idx="87">
                  <c:v>0.11633678978337218</c:v>
                </c:pt>
                <c:pt idx="88">
                  <c:v>0.11760608568854151</c:v>
                </c:pt>
                <c:pt idx="89">
                  <c:v>0.11887502067720623</c:v>
                </c:pt>
                <c:pt idx="90">
                  <c:v>0.12014359600985897</c:v>
                </c:pt>
                <c:pt idx="91">
                  <c:v>0.12141181294390595</c:v>
                </c:pt>
                <c:pt idx="92">
                  <c:v>0.12267967273368274</c:v>
                </c:pt>
                <c:pt idx="93">
                  <c:v>0.12394717663046972</c:v>
                </c:pt>
                <c:pt idx="94">
                  <c:v>0.12521432588250744</c:v>
                </c:pt>
                <c:pt idx="95">
                  <c:v>0.126481121735012</c:v>
                </c:pt>
                <c:pt idx="96">
                  <c:v>0.12774756543019031</c:v>
                </c:pt>
                <c:pt idx="97">
                  <c:v>0.12901365820725522</c:v>
                </c:pt>
                <c:pt idx="98">
                  <c:v>0.13027940130244064</c:v>
                </c:pt>
                <c:pt idx="99">
                  <c:v>0.13154479594901661</c:v>
                </c:pt>
                <c:pt idx="100">
                  <c:v>0.13280984337730417</c:v>
                </c:pt>
                <c:pt idx="101">
                  <c:v>0.13407454481469025</c:v>
                </c:pt>
                <c:pt idx="102">
                  <c:v>0.13533890148564237</c:v>
                </c:pt>
                <c:pt idx="103">
                  <c:v>0.13660291461172355</c:v>
                </c:pt>
                <c:pt idx="104">
                  <c:v>0.13786658541160676</c:v>
                </c:pt>
                <c:pt idx="105">
                  <c:v>0.13912991510108957</c:v>
                </c:pt>
                <c:pt idx="106">
                  <c:v>0.14039290489310866</c:v>
                </c:pt>
                <c:pt idx="107">
                  <c:v>0.14165555599775415</c:v>
                </c:pt>
                <c:pt idx="108">
                  <c:v>0.14291786962228401</c:v>
                </c:pt>
                <c:pt idx="109">
                  <c:v>0.14417984697113834</c:v>
                </c:pt>
                <c:pt idx="110">
                  <c:v>0.14544148924595349</c:v>
                </c:pt>
                <c:pt idx="111">
                  <c:v>0.14670279764557626</c:v>
                </c:pt>
                <c:pt idx="112">
                  <c:v>0.14796377336607797</c:v>
                </c:pt>
                <c:pt idx="113">
                  <c:v>0.14922441760076832</c:v>
                </c:pt>
                <c:pt idx="114">
                  <c:v>0.15048473154020953</c:v>
                </c:pt>
                <c:pt idx="115">
                  <c:v>0.15174471637222989</c:v>
                </c:pt>
                <c:pt idx="116">
                  <c:v>0.15300437328193778</c:v>
                </c:pt>
                <c:pt idx="117">
                  <c:v>0.15426370345173535</c:v>
                </c:pt>
                <c:pt idx="118">
                  <c:v>0.15552270806133198</c:v>
                </c:pt>
                <c:pt idx="119">
                  <c:v>0.15678138828775812</c:v>
                </c:pt>
                <c:pt idx="120">
                  <c:v>0.15803974530537854</c:v>
                </c:pt>
                <c:pt idx="121">
                  <c:v>0.15929778028590594</c:v>
                </c:pt>
                <c:pt idx="122">
                  <c:v>0.16055549439841429</c:v>
                </c:pt>
                <c:pt idx="123">
                  <c:v>0.1618128888093521</c:v>
                </c:pt>
                <c:pt idx="124">
                  <c:v>0.16306996468255566</c:v>
                </c:pt>
                <c:pt idx="125">
                  <c:v>0.16432672317926231</c:v>
                </c:pt>
                <c:pt idx="126">
                  <c:v>0.16558316545812343</c:v>
                </c:pt>
                <c:pt idx="127">
                  <c:v>0.16683929267521755</c:v>
                </c:pt>
                <c:pt idx="128">
                  <c:v>0.16809510598406335</c:v>
                </c:pt>
                <c:pt idx="129">
                  <c:v>0.16935060653563253</c:v>
                </c:pt>
                <c:pt idx="130">
                  <c:v>0.17060579547836274</c:v>
                </c:pt>
                <c:pt idx="131">
                  <c:v>0.1718606739581704</c:v>
                </c:pt>
                <c:pt idx="132">
                  <c:v>0.1731152431184633</c:v>
                </c:pt>
                <c:pt idx="133">
                  <c:v>0.17436950410015339</c:v>
                </c:pt>
                <c:pt idx="134">
                  <c:v>0.17562345804166937</c:v>
                </c:pt>
                <c:pt idx="135">
                  <c:v>0.17687710607896928</c:v>
                </c:pt>
                <c:pt idx="136">
                  <c:v>0.17813044934555292</c:v>
                </c:pt>
                <c:pt idx="137">
                  <c:v>0.1793834889724743</c:v>
                </c:pt>
                <c:pt idx="138">
                  <c:v>0.18063622608835408</c:v>
                </c:pt>
                <c:pt idx="139">
                  <c:v>0.18188866181939184</c:v>
                </c:pt>
                <c:pt idx="140">
                  <c:v>0.18314079728937838</c:v>
                </c:pt>
                <c:pt idx="141">
                  <c:v>0.18439263361970779</c:v>
                </c:pt>
                <c:pt idx="142">
                  <c:v>0.18564417192938978</c:v>
                </c:pt>
                <c:pt idx="143">
                  <c:v>0.18689541333506171</c:v>
                </c:pt>
                <c:pt idx="144">
                  <c:v>0.18814635895100051</c:v>
                </c:pt>
                <c:pt idx="145">
                  <c:v>0.18939700988913477</c:v>
                </c:pt>
                <c:pt idx="146">
                  <c:v>0.19064736725905659</c:v>
                </c:pt>
                <c:pt idx="147">
                  <c:v>0.19189743216803351</c:v>
                </c:pt>
                <c:pt idx="148">
                  <c:v>0.19314720572102029</c:v>
                </c:pt>
                <c:pt idx="149">
                  <c:v>0.19439668902067062</c:v>
                </c:pt>
                <c:pt idx="150">
                  <c:v>0.19564588316734888</c:v>
                </c:pt>
                <c:pt idx="151">
                  <c:v>0.19689478925914172</c:v>
                </c:pt>
                <c:pt idx="152">
                  <c:v>0.1981434083918697</c:v>
                </c:pt>
                <c:pt idx="153">
                  <c:v>0.19939174165909881</c:v>
                </c:pt>
                <c:pt idx="154">
                  <c:v>0.20063979015215197</c:v>
                </c:pt>
                <c:pt idx="155">
                  <c:v>0.2018875549601204</c:v>
                </c:pt>
                <c:pt idx="156">
                  <c:v>0.20313503716987508</c:v>
                </c:pt>
                <c:pt idx="157">
                  <c:v>0.20438223786607801</c:v>
                </c:pt>
                <c:pt idx="158">
                  <c:v>0.20562915813119356</c:v>
                </c:pt>
                <c:pt idx="159">
                  <c:v>0.20687579904549963</c:v>
                </c:pt>
                <c:pt idx="160">
                  <c:v>0.20812216168709879</c:v>
                </c:pt>
                <c:pt idx="161">
                  <c:v>0.2093682471319295</c:v>
                </c:pt>
                <c:pt idx="162">
                  <c:v>0.21061405645377712</c:v>
                </c:pt>
                <c:pt idx="163">
                  <c:v>0.21185959072428495</c:v>
                </c:pt>
                <c:pt idx="164">
                  <c:v>0.2131048510129652</c:v>
                </c:pt>
                <c:pt idx="165">
                  <c:v>0.21434983838720989</c:v>
                </c:pt>
                <c:pt idx="166">
                  <c:v>0.21559455391230181</c:v>
                </c:pt>
                <c:pt idx="167">
                  <c:v>0.21683899865142522</c:v>
                </c:pt>
                <c:pt idx="168">
                  <c:v>0.21808317366567673</c:v>
                </c:pt>
                <c:pt idx="169">
                  <c:v>0.21932708001407594</c:v>
                </c:pt>
                <c:pt idx="170">
                  <c:v>0.22057071875357623</c:v>
                </c:pt>
                <c:pt idx="171">
                  <c:v>0.22181409093907531</c:v>
                </c:pt>
                <c:pt idx="172">
                  <c:v>0.22305719762342585</c:v>
                </c:pt>
                <c:pt idx="173">
                  <c:v>0.22430003985744601</c:v>
                </c:pt>
                <c:pt idx="174">
                  <c:v>0.22554261868992995</c:v>
                </c:pt>
                <c:pt idx="175">
                  <c:v>0.22678493516765824</c:v>
                </c:pt>
                <c:pt idx="176">
                  <c:v>0.2280269903354083</c:v>
                </c:pt>
                <c:pt idx="177">
                  <c:v>0.22926878523596478</c:v>
                </c:pt>
                <c:pt idx="178">
                  <c:v>0.2305103209101298</c:v>
                </c:pt>
                <c:pt idx="179">
                  <c:v>0.23175159839673329</c:v>
                </c:pt>
                <c:pt idx="180">
                  <c:v>0.23299261873264315</c:v>
                </c:pt>
                <c:pt idx="181">
                  <c:v>0.23423338295277554</c:v>
                </c:pt>
                <c:pt idx="182">
                  <c:v>0.23547389209010489</c:v>
                </c:pt>
                <c:pt idx="183">
                  <c:v>0.23671414717567404</c:v>
                </c:pt>
                <c:pt idx="184">
                  <c:v>0.23795414923860436</c:v>
                </c:pt>
                <c:pt idx="185">
                  <c:v>0.23919389930610566</c:v>
                </c:pt>
                <c:pt idx="186">
                  <c:v>0.24043339840348621</c:v>
                </c:pt>
                <c:pt idx="187">
                  <c:v>0.2416726475541626</c:v>
                </c:pt>
                <c:pt idx="188">
                  <c:v>0.2429116477796697</c:v>
                </c:pt>
                <c:pt idx="189">
                  <c:v>0.24415040009967046</c:v>
                </c:pt>
                <c:pt idx="190">
                  <c:v>0.24538890553196574</c:v>
                </c:pt>
                <c:pt idx="191">
                  <c:v>0.24662716509250399</c:v>
                </c:pt>
                <c:pt idx="192">
                  <c:v>0.24786517979539102</c:v>
                </c:pt>
                <c:pt idx="193">
                  <c:v>0.24910295065289972</c:v>
                </c:pt>
                <c:pt idx="194">
                  <c:v>0.25034047867547959</c:v>
                </c:pt>
                <c:pt idx="195">
                  <c:v>0.25157776487176636</c:v>
                </c:pt>
                <c:pt idx="196">
                  <c:v>0.25281481024859165</c:v>
                </c:pt>
                <c:pt idx="197">
                  <c:v>0.25405161581099234</c:v>
                </c:pt>
                <c:pt idx="198">
                  <c:v>0.25528818256222019</c:v>
                </c:pt>
                <c:pt idx="199">
                  <c:v>0.25652451150375111</c:v>
                </c:pt>
                <c:pt idx="200">
                  <c:v>0.25776060363529463</c:v>
                </c:pt>
                <c:pt idx="201">
                  <c:v>0.25899645995480336</c:v>
                </c:pt>
                <c:pt idx="202">
                  <c:v>0.2602320814584822</c:v>
                </c:pt>
                <c:pt idx="203">
                  <c:v>0.26146746914079766</c:v>
                </c:pt>
                <c:pt idx="204">
                  <c:v>0.26270262399448702</c:v>
                </c:pt>
                <c:pt idx="205">
                  <c:v>0.26393754701056765</c:v>
                </c:pt>
                <c:pt idx="206">
                  <c:v>0.2651722391783462</c:v>
                </c:pt>
                <c:pt idx="207">
                  <c:v>0.26640670148542761</c:v>
                </c:pt>
                <c:pt idx="208">
                  <c:v>0.26764093491772428</c:v>
                </c:pt>
                <c:pt idx="209">
                  <c:v>0.26887494045946514</c:v>
                </c:pt>
                <c:pt idx="210">
                  <c:v>0.27010871909320466</c:v>
                </c:pt>
                <c:pt idx="211">
                  <c:v>0.27134227179983189</c:v>
                </c:pt>
                <c:pt idx="212">
                  <c:v>0.27257559955857924</c:v>
                </c:pt>
                <c:pt idx="213">
                  <c:v>0.27380870334703161</c:v>
                </c:pt>
                <c:pt idx="214">
                  <c:v>0.27504158414113516</c:v>
                </c:pt>
                <c:pt idx="215">
                  <c:v>0.27627424291520614</c:v>
                </c:pt>
                <c:pt idx="216">
                  <c:v>0.27750668064193978</c:v>
                </c:pt>
                <c:pt idx="217">
                  <c:v>0.27873889829241905</c:v>
                </c:pt>
                <c:pt idx="218">
                  <c:v>0.27997089683612336</c:v>
                </c:pt>
                <c:pt idx="219">
                  <c:v>0.28120267724093723</c:v>
                </c:pt>
                <c:pt idx="220">
                  <c:v>0.28243424047315918</c:v>
                </c:pt>
                <c:pt idx="221">
                  <c:v>0.28366558749751003</c:v>
                </c:pt>
                <c:pt idx="222">
                  <c:v>0.28489671927714189</c:v>
                </c:pt>
                <c:pt idx="223">
                  <c:v>0.28612763677364639</c:v>
                </c:pt>
                <c:pt idx="224">
                  <c:v>0.28735834094706347</c:v>
                </c:pt>
                <c:pt idx="225">
                  <c:v>0.28858883275588976</c:v>
                </c:pt>
                <c:pt idx="226">
                  <c:v>0.28981911315708714</c:v>
                </c:pt>
                <c:pt idx="227">
                  <c:v>0.29104918310609107</c:v>
                </c:pt>
                <c:pt idx="228">
                  <c:v>0.29227904355681916</c:v>
                </c:pt>
                <c:pt idx="229">
                  <c:v>0.29350869546167946</c:v>
                </c:pt>
                <c:pt idx="230">
                  <c:v>0.29473813977157876</c:v>
                </c:pt>
                <c:pt idx="231">
                  <c:v>0.29596737743593099</c:v>
                </c:pt>
                <c:pt idx="232">
                  <c:v>0.29719640940266556</c:v>
                </c:pt>
                <c:pt idx="233">
                  <c:v>0.2984252366182355</c:v>
                </c:pt>
                <c:pt idx="234">
                  <c:v>0.29965386002762567</c:v>
                </c:pt>
                <c:pt idx="235">
                  <c:v>0.30088228057436112</c:v>
                </c:pt>
                <c:pt idx="236">
                  <c:v>0.30211049920051508</c:v>
                </c:pt>
                <c:pt idx="237">
                  <c:v>0.30333851684671725</c:v>
                </c:pt>
                <c:pt idx="238">
                  <c:v>0.30456633445216175</c:v>
                </c:pt>
                <c:pt idx="239">
                  <c:v>0.30579395295461526</c:v>
                </c:pt>
                <c:pt idx="240">
                  <c:v>0.30702137329042517</c:v>
                </c:pt>
                <c:pt idx="241">
                  <c:v>0.30824859639452745</c:v>
                </c:pt>
                <c:pt idx="242">
                  <c:v>0.30947562320045474</c:v>
                </c:pt>
                <c:pt idx="243">
                  <c:v>0.31070245464034424</c:v>
                </c:pt>
                <c:pt idx="244">
                  <c:v>0.31192909164494559</c:v>
                </c:pt>
                <c:pt idx="245">
                  <c:v>0.31315553514362898</c:v>
                </c:pt>
                <c:pt idx="246">
                  <c:v>0.31438178606439288</c:v>
                </c:pt>
                <c:pt idx="247">
                  <c:v>0.31560784533387182</c:v>
                </c:pt>
                <c:pt idx="248">
                  <c:v>0.31683371387734438</c:v>
                </c:pt>
                <c:pt idx="249">
                  <c:v>0.31805939261874078</c:v>
                </c:pt>
                <c:pt idx="250">
                  <c:v>0.3192848824806509</c:v>
                </c:pt>
                <c:pt idx="251">
                  <c:v>0.32051018438433176</c:v>
                </c:pt>
                <c:pt idx="252">
                  <c:v>0.32173529924971539</c:v>
                </c:pt>
                <c:pt idx="253">
                  <c:v>0.32296022799541652</c:v>
                </c:pt>
                <c:pt idx="254">
                  <c:v>0.32418497153874004</c:v>
                </c:pt>
                <c:pt idx="255">
                  <c:v>0.32540953079568891</c:v>
                </c:pt>
                <c:pt idx="256">
                  <c:v>0.32663390668097153</c:v>
                </c:pt>
                <c:pt idx="257">
                  <c:v>0.32785810010800942</c:v>
                </c:pt>
                <c:pt idx="258">
                  <c:v>0.32908211198894483</c:v>
                </c:pt>
                <c:pt idx="259">
                  <c:v>0.33030594323464818</c:v>
                </c:pt>
                <c:pt idx="260">
                  <c:v>0.33152959475472554</c:v>
                </c:pt>
                <c:pt idx="261">
                  <c:v>0.33275306745752614</c:v>
                </c:pt>
                <c:pt idx="262">
                  <c:v>0.33397636225014982</c:v>
                </c:pt>
                <c:pt idx="263">
                  <c:v>0.33519948003845451</c:v>
                </c:pt>
                <c:pt idx="264">
                  <c:v>0.33642242172706355</c:v>
                </c:pt>
                <c:pt idx="265">
                  <c:v>0.33764518821937306</c:v>
                </c:pt>
                <c:pt idx="266">
                  <c:v>0.33886778041755933</c:v>
                </c:pt>
                <c:pt idx="267">
                  <c:v>0.34009019922258615</c:v>
                </c:pt>
                <c:pt idx="268">
                  <c:v>0.34131244553421208</c:v>
                </c:pt>
                <c:pt idx="269">
                  <c:v>0.34253452025099779</c:v>
                </c:pt>
                <c:pt idx="270">
                  <c:v>0.34375642427031317</c:v>
                </c:pt>
                <c:pt idx="271">
                  <c:v>0.34497815848834473</c:v>
                </c:pt>
                <c:pt idx="272">
                  <c:v>0.34619972380010278</c:v>
                </c:pt>
                <c:pt idx="273">
                  <c:v>0.34742112109942852</c:v>
                </c:pt>
                <c:pt idx="274">
                  <c:v>0.34864235127900123</c:v>
                </c:pt>
                <c:pt idx="275">
                  <c:v>0.34986341523034542</c:v>
                </c:pt>
                <c:pt idx="276">
                  <c:v>0.35108431384383798</c:v>
                </c:pt>
                <c:pt idx="277">
                  <c:v>0.35230504800871532</c:v>
                </c:pt>
                <c:pt idx="278">
                  <c:v>0.35352561861308024</c:v>
                </c:pt>
                <c:pt idx="279">
                  <c:v>0.35474602654390913</c:v>
                </c:pt>
                <c:pt idx="280">
                  <c:v>0.35596627268705899</c:v>
                </c:pt>
                <c:pt idx="281">
                  <c:v>0.35718635792727443</c:v>
                </c:pt>
                <c:pt idx="282">
                  <c:v>0.35840628314819467</c:v>
                </c:pt>
                <c:pt idx="283">
                  <c:v>0.3596260492323603</c:v>
                </c:pt>
                <c:pt idx="284">
                  <c:v>0.36084565706122057</c:v>
                </c:pt>
                <c:pt idx="285">
                  <c:v>0.36206510751513998</c:v>
                </c:pt>
                <c:pt idx="286">
                  <c:v>0.36328440147340541</c:v>
                </c:pt>
                <c:pt idx="287">
                  <c:v>0.36450353981423284</c:v>
                </c:pt>
                <c:pt idx="288">
                  <c:v>0.36572252341477429</c:v>
                </c:pt>
                <c:pt idx="289">
                  <c:v>0.36694135315112464</c:v>
                </c:pt>
                <c:pt idx="290">
                  <c:v>0.36816002989832836</c:v>
                </c:pt>
                <c:pt idx="291">
                  <c:v>0.36937855453038643</c:v>
                </c:pt>
                <c:pt idx="292">
                  <c:v>0.37059692792026305</c:v>
                </c:pt>
                <c:pt idx="293">
                  <c:v>0.37181515093989242</c:v>
                </c:pt>
                <c:pt idx="294">
                  <c:v>0.37303322446018539</c:v>
                </c:pt>
                <c:pt idx="295">
                  <c:v>0.37425114935103626</c:v>
                </c:pt>
                <c:pt idx="296">
                  <c:v>0.37546892648132946</c:v>
                </c:pt>
                <c:pt idx="297">
                  <c:v>0.37668655671894619</c:v>
                </c:pt>
                <c:pt idx="298">
                  <c:v>0.37790404093077112</c:v>
                </c:pt>
                <c:pt idx="299">
                  <c:v>0.37912137998269896</c:v>
                </c:pt>
                <c:pt idx="300">
                  <c:v>0.38033857473964111</c:v>
                </c:pt>
                <c:pt idx="301">
                  <c:v>0.38155562606553228</c:v>
                </c:pt>
                <c:pt idx="302">
                  <c:v>0.38277253482333706</c:v>
                </c:pt>
                <c:pt idx="303">
                  <c:v>0.38398930187505642</c:v>
                </c:pt>
                <c:pt idx="304">
                  <c:v>0.38520592808173437</c:v>
                </c:pt>
                <c:pt idx="305">
                  <c:v>0.38642241430346441</c:v>
                </c:pt>
                <c:pt idx="306">
                  <c:v>0.38763876139939596</c:v>
                </c:pt>
                <c:pt idx="307">
                  <c:v>0.38885497022774096</c:v>
                </c:pt>
                <c:pt idx="308">
                  <c:v>0.39007104164578033</c:v>
                </c:pt>
                <c:pt idx="309">
                  <c:v>0.39128697650987038</c:v>
                </c:pt>
                <c:pt idx="310">
                  <c:v>0.39250277567544922</c:v>
                </c:pt>
                <c:pt idx="311">
                  <c:v>0.39371843999704326</c:v>
                </c:pt>
                <c:pt idx="312">
                  <c:v>0.3949339703282736</c:v>
                </c:pt>
                <c:pt idx="313">
                  <c:v>0.39614936752186225</c:v>
                </c:pt>
                <c:pt idx="314">
                  <c:v>0.39736463242963876</c:v>
                </c:pt>
                <c:pt idx="315">
                  <c:v>0.39857976590254635</c:v>
                </c:pt>
                <c:pt idx="316">
                  <c:v>0.39979476879064829</c:v>
                </c:pt>
                <c:pt idx="317">
                  <c:v>0.40100964194313432</c:v>
                </c:pt>
                <c:pt idx="318">
                  <c:v>0.40222438620832679</c:v>
                </c:pt>
                <c:pt idx="319">
                  <c:v>0.40343900243368713</c:v>
                </c:pt>
                <c:pt idx="320">
                  <c:v>0.40465349146582191</c:v>
                </c:pt>
                <c:pt idx="321">
                  <c:v>0.4058678541504892</c:v>
                </c:pt>
                <c:pt idx="322">
                  <c:v>0.40708209133260481</c:v>
                </c:pt>
                <c:pt idx="323">
                  <c:v>0.40829620385624849</c:v>
                </c:pt>
                <c:pt idx="324">
                  <c:v>0.40951019256467008</c:v>
                </c:pt>
                <c:pt idx="325">
                  <c:v>0.41072405830029585</c:v>
                </c:pt>
                <c:pt idx="326">
                  <c:v>0.41193780190473445</c:v>
                </c:pt>
                <c:pt idx="327">
                  <c:v>0.4131514242187832</c:v>
                </c:pt>
                <c:pt idx="328">
                  <c:v>0.4143649260824343</c:v>
                </c:pt>
                <c:pt idx="329">
                  <c:v>0.41557830833488074</c:v>
                </c:pt>
                <c:pt idx="330">
                  <c:v>0.41679157181452264</c:v>
                </c:pt>
                <c:pt idx="331">
                  <c:v>0.41800471735897321</c:v>
                </c:pt>
                <c:pt idx="332">
                  <c:v>0.41921774580506477</c:v>
                </c:pt>
                <c:pt idx="333">
                  <c:v>0.42043065798885504</c:v>
                </c:pt>
                <c:pt idx="334">
                  <c:v>0.42164345474563303</c:v>
                </c:pt>
                <c:pt idx="335">
                  <c:v>0.42285613690992502</c:v>
                </c:pt>
                <c:pt idx="336">
                  <c:v>0.42406870531550073</c:v>
                </c:pt>
                <c:pt idx="337">
                  <c:v>0.42528116079537931</c:v>
                </c:pt>
                <c:pt idx="338">
                  <c:v>0.42649350418183518</c:v>
                </c:pt>
                <c:pt idx="339">
                  <c:v>0.42770573630640424</c:v>
                </c:pt>
                <c:pt idx="340">
                  <c:v>0.42891785799988968</c:v>
                </c:pt>
                <c:pt idx="341">
                  <c:v>0.43012987009236797</c:v>
                </c:pt>
                <c:pt idx="342">
                  <c:v>0.4313417734131948</c:v>
                </c:pt>
                <c:pt idx="343">
                  <c:v>0.43255356879101098</c:v>
                </c:pt>
                <c:pt idx="344">
                  <c:v>0.43376525705374852</c:v>
                </c:pt>
                <c:pt idx="345">
                  <c:v>0.43497683902863626</c:v>
                </c:pt>
                <c:pt idx="346">
                  <c:v>0.436188315542206</c:v>
                </c:pt>
                <c:pt idx="347">
                  <c:v>0.43739968742029817</c:v>
                </c:pt>
                <c:pt idx="348">
                  <c:v>0.43861095548806789</c:v>
                </c:pt>
                <c:pt idx="349">
                  <c:v>0.43982212056999065</c:v>
                </c:pt>
                <c:pt idx="350">
                  <c:v>0.44103318348986831</c:v>
                </c:pt>
                <c:pt idx="351">
                  <c:v>0.44224414507083476</c:v>
                </c:pt>
                <c:pt idx="352">
                  <c:v>0.44345500613536187</c:v>
                </c:pt>
                <c:pt idx="353">
                  <c:v>0.44466576750526521</c:v>
                </c:pt>
                <c:pt idx="354">
                  <c:v>0.44587643000170984</c:v>
                </c:pt>
                <c:pt idx="355">
                  <c:v>0.44708699444521616</c:v>
                </c:pt>
                <c:pt idx="356">
                  <c:v>0.44829746165566559</c:v>
                </c:pt>
                <c:pt idx="357">
                  <c:v>0.44950783245230636</c:v>
                </c:pt>
                <c:pt idx="358">
                  <c:v>0.45071810765375925</c:v>
                </c:pt>
                <c:pt idx="359">
                  <c:v>0.45192828807802332</c:v>
                </c:pt>
                <c:pt idx="360">
                  <c:v>0.45313837454248163</c:v>
                </c:pt>
                <c:pt idx="361">
                  <c:v>0.45434836786390692</c:v>
                </c:pt>
                <c:pt idx="362">
                  <c:v>0.4555582688584674</c:v>
                </c:pt>
                <c:pt idx="363">
                  <c:v>0.45676807834173228</c:v>
                </c:pt>
                <c:pt idx="364">
                  <c:v>0.45797779712867764</c:v>
                </c:pt>
                <c:pt idx="365">
                  <c:v>0.45918742603369189</c:v>
                </c:pt>
                <c:pt idx="366">
                  <c:v>0.4603969658705816</c:v>
                </c:pt>
                <c:pt idx="367">
                  <c:v>0.46160641745257697</c:v>
                </c:pt>
                <c:pt idx="368">
                  <c:v>0.46281578159233766</c:v>
                </c:pt>
                <c:pt idx="369">
                  <c:v>0.46402505910195824</c:v>
                </c:pt>
                <c:pt idx="370">
                  <c:v>0.46523425079297392</c:v>
                </c:pt>
                <c:pt idx="371">
                  <c:v>0.46644335747636606</c:v>
                </c:pt>
                <c:pt idx="372">
                  <c:v>0.46765237996256781</c:v>
                </c:pt>
                <c:pt idx="373">
                  <c:v>0.46886131906146972</c:v>
                </c:pt>
                <c:pt idx="374">
                  <c:v>0.47007017558242525</c:v>
                </c:pt>
                <c:pt idx="375">
                  <c:v>0.47127895033425637</c:v>
                </c:pt>
                <c:pt idx="376">
                  <c:v>0.47248764412525912</c:v>
                </c:pt>
                <c:pt idx="377">
                  <c:v>0.47369625776320906</c:v>
                </c:pt>
                <c:pt idx="378">
                  <c:v>0.47490479205536701</c:v>
                </c:pt>
                <c:pt idx="379">
                  <c:v>0.4761132478084843</c:v>
                </c:pt>
                <c:pt idx="380">
                  <c:v>0.47732162582880855</c:v>
                </c:pt>
                <c:pt idx="381">
                  <c:v>0.47852992692208901</c:v>
                </c:pt>
                <c:pt idx="382">
                  <c:v>0.47973815189358215</c:v>
                </c:pt>
                <c:pt idx="383">
                  <c:v>0.48094630154805706</c:v>
                </c:pt>
                <c:pt idx="384">
                  <c:v>0.48215437668980093</c:v>
                </c:pt>
                <c:pt idx="385">
                  <c:v>0.48336237812262467</c:v>
                </c:pt>
                <c:pt idx="386">
                  <c:v>0.48457030664986817</c:v>
                </c:pt>
                <c:pt idx="387">
                  <c:v>0.48577816307440597</c:v>
                </c:pt>
                <c:pt idx="388">
                  <c:v>0.48698594819865243</c:v>
                </c:pt>
                <c:pt idx="389">
                  <c:v>0.4881936628245675</c:v>
                </c:pt>
                <c:pt idx="390">
                  <c:v>0.48940130775366186</c:v>
                </c:pt>
                <c:pt idx="391">
                  <c:v>0.49060888378700251</c:v>
                </c:pt>
                <c:pt idx="392">
                  <c:v>0.49181639172521813</c:v>
                </c:pt>
                <c:pt idx="393">
                  <c:v>0.49302383236850444</c:v>
                </c:pt>
                <c:pt idx="394">
                  <c:v>0.49423120651662972</c:v>
                </c:pt>
                <c:pt idx="395">
                  <c:v>0.49543851496894009</c:v>
                </c:pt>
                <c:pt idx="396">
                  <c:v>0.49664575852436493</c:v>
                </c:pt>
                <c:pt idx="397">
                  <c:v>0.49785293798142233</c:v>
                </c:pt>
                <c:pt idx="398">
                  <c:v>0.49906005413822424</c:v>
                </c:pt>
                <c:pt idx="399">
                  <c:v>0.50026710779248207</c:v>
                </c:pt>
                <c:pt idx="400">
                  <c:v>0.50147409974151202</c:v>
                </c:pt>
                <c:pt idx="401">
                  <c:v>0.50268103078224025</c:v>
                </c:pt>
                <c:pt idx="402">
                  <c:v>0.50388790171120834</c:v>
                </c:pt>
                <c:pt idx="403">
                  <c:v>0.50509471332457867</c:v>
                </c:pt>
                <c:pt idx="404">
                  <c:v>0.50630146641813967</c:v>
                </c:pt>
                <c:pt idx="405">
                  <c:v>0.50750816178731117</c:v>
                </c:pt>
                <c:pt idx="406">
                  <c:v>0.50871480022714977</c:v>
                </c:pt>
                <c:pt idx="407">
                  <c:v>0.50992138253235386</c:v>
                </c:pt>
                <c:pt idx="408">
                  <c:v>0.51112790949726938</c:v>
                </c:pt>
                <c:pt idx="409">
                  <c:v>0.51233438191589475</c:v>
                </c:pt>
                <c:pt idx="410">
                  <c:v>0.51354080058188634</c:v>
                </c:pt>
                <c:pt idx="411">
                  <c:v>0.51474716628856376</c:v>
                </c:pt>
                <c:pt idx="412">
                  <c:v>0.51595347982891493</c:v>
                </c:pt>
                <c:pt idx="413">
                  <c:v>0.51715974199560155</c:v>
                </c:pt>
                <c:pt idx="414">
                  <c:v>0.51836595358096449</c:v>
                </c:pt>
                <c:pt idx="415">
                  <c:v>0.51957211537702863</c:v>
                </c:pt>
                <c:pt idx="416">
                  <c:v>0.52077822817550845</c:v>
                </c:pt>
                <c:pt idx="417">
                  <c:v>0.52198429276781322</c:v>
                </c:pt>
                <c:pt idx="418">
                  <c:v>0.52319030994505222</c:v>
                </c:pt>
                <c:pt idx="419">
                  <c:v>0.52439628049803988</c:v>
                </c:pt>
                <c:pt idx="420">
                  <c:v>0.52560220521730117</c:v>
                </c:pt>
                <c:pt idx="421">
                  <c:v>0.52680808489307673</c:v>
                </c:pt>
                <c:pt idx="422">
                  <c:v>0.52801392031532823</c:v>
                </c:pt>
                <c:pt idx="423">
                  <c:v>0.52921971227374343</c:v>
                </c:pt>
                <c:pt idx="424">
                  <c:v>0.53042546155774128</c:v>
                </c:pt>
                <c:pt idx="425">
                  <c:v>0.53163116895647755</c:v>
                </c:pt>
                <c:pt idx="426">
                  <c:v>0.53283683525884951</c:v>
                </c:pt>
                <c:pt idx="427">
                  <c:v>0.53404246125350163</c:v>
                </c:pt>
                <c:pt idx="428">
                  <c:v>0.5352480477288305</c:v>
                </c:pt>
                <c:pt idx="429">
                  <c:v>0.53645359547298999</c:v>
                </c:pt>
                <c:pt idx="430">
                  <c:v>0.5376591052738966</c:v>
                </c:pt>
                <c:pt idx="431">
                  <c:v>0.53886457791923437</c:v>
                </c:pt>
                <c:pt idx="432">
                  <c:v>0.5400700141964605</c:v>
                </c:pt>
                <c:pt idx="433">
                  <c:v>0.54127541489281006</c:v>
                </c:pt>
                <c:pt idx="434">
                  <c:v>0.54248078079530149</c:v>
                </c:pt>
                <c:pt idx="435">
                  <c:v>0.54368611269074163</c:v>
                </c:pt>
                <c:pt idx="436">
                  <c:v>0.54489141136573094</c:v>
                </c:pt>
                <c:pt idx="437">
                  <c:v>0.54609667760666847</c:v>
                </c:pt>
                <c:pt idx="438">
                  <c:v>0.54730191219975721</c:v>
                </c:pt>
                <c:pt idx="439">
                  <c:v>0.54850711593100931</c:v>
                </c:pt>
                <c:pt idx="440">
                  <c:v>0.54971228958625118</c:v>
                </c:pt>
                <c:pt idx="441">
                  <c:v>0.55091743395112824</c:v>
                </c:pt>
                <c:pt idx="442">
                  <c:v>0.55212254981111075</c:v>
                </c:pt>
                <c:pt idx="443">
                  <c:v>0.55332763795149853</c:v>
                </c:pt>
                <c:pt idx="444">
                  <c:v>0.55453269915742598</c:v>
                </c:pt>
                <c:pt idx="445">
                  <c:v>0.55573773421386763</c:v>
                </c:pt>
                <c:pt idx="446">
                  <c:v>0.55694274390564291</c:v>
                </c:pt>
                <c:pt idx="447">
                  <c:v>0.55814772901742149</c:v>
                </c:pt>
                <c:pt idx="448">
                  <c:v>0.55935269033372836</c:v>
                </c:pt>
                <c:pt idx="449">
                  <c:v>0.56055762863894876</c:v>
                </c:pt>
                <c:pt idx="450">
                  <c:v>0.56176254471733367</c:v>
                </c:pt>
                <c:pt idx="451">
                  <c:v>0.56296743935300475</c:v>
                </c:pt>
                <c:pt idx="452">
                  <c:v>0.56417231332995921</c:v>
                </c:pt>
                <c:pt idx="453">
                  <c:v>0.56537716743207533</c:v>
                </c:pt>
                <c:pt idx="454">
                  <c:v>0.56658200244311741</c:v>
                </c:pt>
                <c:pt idx="455">
                  <c:v>0.56778681914674078</c:v>
                </c:pt>
                <c:pt idx="456">
                  <c:v>0.56899161832649714</c:v>
                </c:pt>
                <c:pt idx="457">
                  <c:v>0.57019640076583944</c:v>
                </c:pt>
                <c:pt idx="458">
                  <c:v>0.57140116724812695</c:v>
                </c:pt>
                <c:pt idx="459">
                  <c:v>0.57260591855663079</c:v>
                </c:pt>
                <c:pt idx="460">
                  <c:v>0.57381065547453858</c:v>
                </c:pt>
                <c:pt idx="461">
                  <c:v>0.57501537878495967</c:v>
                </c:pt>
                <c:pt idx="462">
                  <c:v>0.57622008927093027</c:v>
                </c:pt>
                <c:pt idx="463">
                  <c:v>0.57742478771541861</c:v>
                </c:pt>
                <c:pt idx="464">
                  <c:v>0.5786294749013301</c:v>
                </c:pt>
                <c:pt idx="465">
                  <c:v>0.57983415161151208</c:v>
                </c:pt>
                <c:pt idx="466">
                  <c:v>0.58103881862875928</c:v>
                </c:pt>
                <c:pt idx="467">
                  <c:v>0.58224347673581878</c:v>
                </c:pt>
                <c:pt idx="468">
                  <c:v>0.58344812671539503</c:v>
                </c:pt>
                <c:pt idx="469">
                  <c:v>0.58465276935015509</c:v>
                </c:pt>
                <c:pt idx="470">
                  <c:v>0.58585740542273379</c:v>
                </c:pt>
                <c:pt idx="471">
                  <c:v>0.58706203571573845</c:v>
                </c:pt>
                <c:pt idx="472">
                  <c:v>0.58826666101175451</c:v>
                </c:pt>
                <c:pt idx="473">
                  <c:v>0.58947128209334998</c:v>
                </c:pt>
                <c:pt idx="474">
                  <c:v>0.59067589974308121</c:v>
                </c:pt>
                <c:pt idx="475">
                  <c:v>0.59188051474349757</c:v>
                </c:pt>
                <c:pt idx="476">
                  <c:v>0.59308512787714651</c:v>
                </c:pt>
                <c:pt idx="477">
                  <c:v>0.59428973992657896</c:v>
                </c:pt>
                <c:pt idx="478">
                  <c:v>0.59549435167435416</c:v>
                </c:pt>
                <c:pt idx="479">
                  <c:v>0.59669896390304489</c:v>
                </c:pt>
                <c:pt idx="480">
                  <c:v>0.59790357739524236</c:v>
                </c:pt>
                <c:pt idx="481">
                  <c:v>0.59910819293356166</c:v>
                </c:pt>
                <c:pt idx="482">
                  <c:v>0.60031281130064651</c:v>
                </c:pt>
                <c:pt idx="483">
                  <c:v>0.60151743327917462</c:v>
                </c:pt>
                <c:pt idx="484">
                  <c:v>0.60272205965186254</c:v>
                </c:pt>
                <c:pt idx="485">
                  <c:v>0.60392669120147102</c:v>
                </c:pt>
                <c:pt idx="486">
                  <c:v>0.60513132871080988</c:v>
                </c:pt>
                <c:pt idx="487">
                  <c:v>0.60633597296274333</c:v>
                </c:pt>
                <c:pt idx="488">
                  <c:v>0.60754062474019477</c:v>
                </c:pt>
                <c:pt idx="489">
                  <c:v>0.6087452848261522</c:v>
                </c:pt>
                <c:pt idx="490">
                  <c:v>0.60994995400367313</c:v>
                </c:pt>
                <c:pt idx="491">
                  <c:v>0.6111546330558898</c:v>
                </c:pt>
                <c:pt idx="492">
                  <c:v>0.61235932276601424</c:v>
                </c:pt>
                <c:pt idx="493">
                  <c:v>0.61356402391734333</c:v>
                </c:pt>
                <c:pt idx="494">
                  <c:v>0.61476873729326398</c:v>
                </c:pt>
                <c:pt idx="495">
                  <c:v>0.61597346367725814</c:v>
                </c:pt>
                <c:pt idx="496">
                  <c:v>0.61717820385290811</c:v>
                </c:pt>
                <c:pt idx="497">
                  <c:v>0.61838295860390158</c:v>
                </c:pt>
                <c:pt idx="498">
                  <c:v>0.61958772871403656</c:v>
                </c:pt>
                <c:pt idx="499">
                  <c:v>0.62079251496722665</c:v>
                </c:pt>
                <c:pt idx="500">
                  <c:v>0.62199731814750614</c:v>
                </c:pt>
                <c:pt idx="501">
                  <c:v>0.62320213903903532</c:v>
                </c:pt>
                <c:pt idx="502">
                  <c:v>0.62440697842610526</c:v>
                </c:pt>
                <c:pt idx="503">
                  <c:v>0.62561183709314316</c:v>
                </c:pt>
                <c:pt idx="504">
                  <c:v>0.62681671582471743</c:v>
                </c:pt>
                <c:pt idx="505">
                  <c:v>0.6280216154055428</c:v>
                </c:pt>
                <c:pt idx="506">
                  <c:v>0.62922653662048567</c:v>
                </c:pt>
                <c:pt idx="507">
                  <c:v>0.63043148025456885</c:v>
                </c:pt>
                <c:pt idx="508">
                  <c:v>0.63163644709297695</c:v>
                </c:pt>
                <c:pt idx="509">
                  <c:v>0.63284143792106162</c:v>
                </c:pt>
                <c:pt idx="510">
                  <c:v>0.63404645352434641</c:v>
                </c:pt>
                <c:pt idx="511">
                  <c:v>0.63525149468853226</c:v>
                </c:pt>
                <c:pt idx="512">
                  <c:v>0.63645656219950242</c:v>
                </c:pt>
                <c:pt idx="513">
                  <c:v>0.63766165684332754</c:v>
                </c:pt>
                <c:pt idx="514">
                  <c:v>0.63886677940627112</c:v>
                </c:pt>
                <c:pt idx="515">
                  <c:v>0.6400719306747944</c:v>
                </c:pt>
                <c:pt idx="516">
                  <c:v>0.64127711143556176</c:v>
                </c:pt>
                <c:pt idx="517">
                  <c:v>0.64248232247544579</c:v>
                </c:pt>
                <c:pt idx="518">
                  <c:v>0.64368756458153242</c:v>
                </c:pt>
                <c:pt idx="519">
                  <c:v>0.64489283854112611</c:v>
                </c:pt>
                <c:pt idx="520">
                  <c:v>0.64609814514175501</c:v>
                </c:pt>
                <c:pt idx="521">
                  <c:v>0.64730348517117631</c:v>
                </c:pt>
                <c:pt idx="522">
                  <c:v>0.64850885941738134</c:v>
                </c:pt>
                <c:pt idx="523">
                  <c:v>0.64971426866860083</c:v>
                </c:pt>
                <c:pt idx="524">
                  <c:v>0.65091971371330981</c:v>
                </c:pt>
                <c:pt idx="525">
                  <c:v>0.65212519534023328</c:v>
                </c:pt>
                <c:pt idx="526">
                  <c:v>0.65333071433835099</c:v>
                </c:pt>
                <c:pt idx="527">
                  <c:v>0.65453627149690297</c:v>
                </c:pt>
                <c:pt idx="528">
                  <c:v>0.65574186760539477</c:v>
                </c:pt>
                <c:pt idx="529">
                  <c:v>0.65694750345360231</c:v>
                </c:pt>
                <c:pt idx="530">
                  <c:v>0.65815317983157751</c:v>
                </c:pt>
                <c:pt idx="531">
                  <c:v>0.65935889752965327</c:v>
                </c:pt>
                <c:pt idx="532">
                  <c:v>0.66056465733844894</c:v>
                </c:pt>
                <c:pt idx="533">
                  <c:v>0.66177046004887541</c:v>
                </c:pt>
                <c:pt idx="534">
                  <c:v>0.66297630645214034</c:v>
                </c:pt>
                <c:pt idx="535">
                  <c:v>0.66418219733975348</c:v>
                </c:pt>
                <c:pt idx="536">
                  <c:v>0.66538813350353199</c:v>
                </c:pt>
                <c:pt idx="537">
                  <c:v>0.66659411573560567</c:v>
                </c:pt>
                <c:pt idx="538">
                  <c:v>0.66780014482842209</c:v>
                </c:pt>
                <c:pt idx="539">
                  <c:v>0.66900622157475209</c:v>
                </c:pt>
                <c:pt idx="540">
                  <c:v>0.67021234676769492</c:v>
                </c:pt>
                <c:pt idx="541">
                  <c:v>0.67141852120068368</c:v>
                </c:pt>
                <c:pt idx="542">
                  <c:v>0.67262474566749042</c:v>
                </c:pt>
                <c:pt idx="543">
                  <c:v>0.67383102096223157</c:v>
                </c:pt>
                <c:pt idx="544">
                  <c:v>0.67503734787937331</c:v>
                </c:pt>
                <c:pt idx="545">
                  <c:v>0.6762437272137366</c:v>
                </c:pt>
                <c:pt idx="546">
                  <c:v>0.67745015976050305</c:v>
                </c:pt>
                <c:pt idx="547">
                  <c:v>0.6786566463152196</c:v>
                </c:pt>
                <c:pt idx="548">
                  <c:v>0.67986318767380438</c:v>
                </c:pt>
                <c:pt idx="549">
                  <c:v>0.68106978463255174</c:v>
                </c:pt>
                <c:pt idx="550">
                  <c:v>0.68227643798813775</c:v>
                </c:pt>
                <c:pt idx="551">
                  <c:v>0.6834831485376256</c:v>
                </c:pt>
                <c:pt idx="552">
                  <c:v>0.68468991707847071</c:v>
                </c:pt>
                <c:pt idx="553">
                  <c:v>0.68589674440852644</c:v>
                </c:pt>
                <c:pt idx="554">
                  <c:v>0.68710363132604924</c:v>
                </c:pt>
                <c:pt idx="555">
                  <c:v>0.68831057862970424</c:v>
                </c:pt>
                <c:pt idx="556">
                  <c:v>0.68951758711857025</c:v>
                </c:pt>
                <c:pt idx="557">
                  <c:v>0.69072465759214574</c:v>
                </c:pt>
                <c:pt idx="558">
                  <c:v>0.69193179085035383</c:v>
                </c:pt>
                <c:pt idx="559">
                  <c:v>0.69313898769354776</c:v>
                </c:pt>
                <c:pt idx="560">
                  <c:v>0.6943462489225164</c:v>
                </c:pt>
                <c:pt idx="561">
                  <c:v>0.69555357533848972</c:v>
                </c:pt>
                <c:pt idx="562">
                  <c:v>0.69676096774314422</c:v>
                </c:pt>
                <c:pt idx="563">
                  <c:v>0.69796842693860828</c:v>
                </c:pt>
                <c:pt idx="564">
                  <c:v>0.69917595372746766</c:v>
                </c:pt>
                <c:pt idx="565">
                  <c:v>0.7003835489127711</c:v>
                </c:pt>
                <c:pt idx="566">
                  <c:v>0.70159121329803564</c:v>
                </c:pt>
                <c:pt idx="567">
                  <c:v>0.70279894768725204</c:v>
                </c:pt>
                <c:pt idx="568">
                  <c:v>0.70400675288489067</c:v>
                </c:pt>
                <c:pt idx="569">
                  <c:v>0.70521462969590643</c:v>
                </c:pt>
                <c:pt idx="570">
                  <c:v>0.70642257892574489</c:v>
                </c:pt>
                <c:pt idx="571">
                  <c:v>0.70763060138034717</c:v>
                </c:pt>
                <c:pt idx="572">
                  <c:v>0.70883869786615605</c:v>
                </c:pt>
                <c:pt idx="573">
                  <c:v>0.71004686919012128</c:v>
                </c:pt>
                <c:pt idx="574">
                  <c:v>0.71125511615970483</c:v>
                </c:pt>
                <c:pt idx="575">
                  <c:v>0.71246343958288705</c:v>
                </c:pt>
                <c:pt idx="576">
                  <c:v>0.71367184026817165</c:v>
                </c:pt>
                <c:pt idx="577">
                  <c:v>0.71488031902459181</c:v>
                </c:pt>
                <c:pt idx="578">
                  <c:v>0.71608887666171528</c:v>
                </c:pt>
                <c:pt idx="579">
                  <c:v>0.71729751398965036</c:v>
                </c:pt>
                <c:pt idx="580">
                  <c:v>0.71850623181905138</c:v>
                </c:pt>
                <c:pt idx="581">
                  <c:v>0.71971503096112421</c:v>
                </c:pt>
                <c:pt idx="582">
                  <c:v>0.72092391222763197</c:v>
                </c:pt>
                <c:pt idx="583">
                  <c:v>0.72213287643090063</c:v>
                </c:pt>
                <c:pt idx="584">
                  <c:v>0.72334192438382494</c:v>
                </c:pt>
                <c:pt idx="585">
                  <c:v>0.72455105689987365</c:v>
                </c:pt>
                <c:pt idx="586">
                  <c:v>0.72576027479309546</c:v>
                </c:pt>
                <c:pt idx="587">
                  <c:v>0.72696957887812463</c:v>
                </c:pt>
                <c:pt idx="588">
                  <c:v>0.72817896997018683</c:v>
                </c:pt>
                <c:pt idx="589">
                  <c:v>0.72938844888510446</c:v>
                </c:pt>
                <c:pt idx="590">
                  <c:v>0.73059801643930278</c:v>
                </c:pt>
                <c:pt idx="591">
                  <c:v>0.73180767344981534</c:v>
                </c:pt>
                <c:pt idx="592">
                  <c:v>0.73301742073428999</c:v>
                </c:pt>
                <c:pt idx="593">
                  <c:v>0.7342272591109944</c:v>
                </c:pt>
                <c:pt idx="594">
                  <c:v>0.73543718939882186</c:v>
                </c:pt>
                <c:pt idx="595">
                  <c:v>0.73664721241729714</c:v>
                </c:pt>
                <c:pt idx="596">
                  <c:v>0.73785732898658241</c:v>
                </c:pt>
                <c:pt idx="597">
                  <c:v>0.73906753992748264</c:v>
                </c:pt>
                <c:pt idx="598">
                  <c:v>0.74027784606145175</c:v>
                </c:pt>
                <c:pt idx="599">
                  <c:v>0.74148824821059833</c:v>
                </c:pt>
                <c:pt idx="600">
                  <c:v>0.74269874719769136</c:v>
                </c:pt>
                <c:pt idx="601">
                  <c:v>0.74390934384616636</c:v>
                </c:pt>
                <c:pt idx="602">
                  <c:v>0.74512003898013091</c:v>
                </c:pt>
                <c:pt idx="603">
                  <c:v>0.74633083342437068</c:v>
                </c:pt>
                <c:pt idx="604">
                  <c:v>0.74754172800435537</c:v>
                </c:pt>
                <c:pt idx="605">
                  <c:v>0.74875272354624456</c:v>
                </c:pt>
                <c:pt idx="606">
                  <c:v>0.74996382087689351</c:v>
                </c:pt>
                <c:pt idx="607">
                  <c:v>0.75117502082385923</c:v>
                </c:pt>
                <c:pt idx="608">
                  <c:v>0.75238632421540641</c:v>
                </c:pt>
                <c:pt idx="609">
                  <c:v>0.75359773188051338</c:v>
                </c:pt>
                <c:pt idx="610">
                  <c:v>0.75480924464887789</c:v>
                </c:pt>
                <c:pt idx="611">
                  <c:v>0.75602086335092333</c:v>
                </c:pt>
                <c:pt idx="612">
                  <c:v>0.75723258881780464</c:v>
                </c:pt>
                <c:pt idx="613">
                  <c:v>0.75844442188141425</c:v>
                </c:pt>
                <c:pt idx="614">
                  <c:v>0.75965636337438824</c:v>
                </c:pt>
                <c:pt idx="615">
                  <c:v>0.76086841413011219</c:v>
                </c:pt>
                <c:pt idx="616">
                  <c:v>0.7620805749827273</c:v>
                </c:pt>
                <c:pt idx="617">
                  <c:v>0.7632928467671366</c:v>
                </c:pt>
                <c:pt idx="618">
                  <c:v>0.76450523031901085</c:v>
                </c:pt>
                <c:pt idx="619">
                  <c:v>0.76571772647479475</c:v>
                </c:pt>
                <c:pt idx="620">
                  <c:v>0.76693033607171301</c:v>
                </c:pt>
                <c:pt idx="621">
                  <c:v>0.76814305994777632</c:v>
                </c:pt>
                <c:pt idx="622">
                  <c:v>0.76935589894178769</c:v>
                </c:pt>
                <c:pt idx="623">
                  <c:v>0.77056885389334862</c:v>
                </c:pt>
                <c:pt idx="624">
                  <c:v>0.77178192564286519</c:v>
                </c:pt>
                <c:pt idx="625">
                  <c:v>0.77299511503155416</c:v>
                </c:pt>
                <c:pt idx="626">
                  <c:v>0.77420842290144931</c:v>
                </c:pt>
                <c:pt idx="627">
                  <c:v>0.77542185009540754</c:v>
                </c:pt>
                <c:pt idx="628">
                  <c:v>0.7766353974571153</c:v>
                </c:pt>
                <c:pt idx="629">
                  <c:v>0.77784906583109448</c:v>
                </c:pt>
                <c:pt idx="630">
                  <c:v>0.7790628560627092</c:v>
                </c:pt>
                <c:pt idx="631">
                  <c:v>0.78027676899817144</c:v>
                </c:pt>
                <c:pt idx="632">
                  <c:v>0.78149080548454808</c:v>
                </c:pt>
                <c:pt idx="633">
                  <c:v>0.78270496636976639</c:v>
                </c:pt>
                <c:pt idx="634">
                  <c:v>0.78391925250262118</c:v>
                </c:pt>
                <c:pt idx="635">
                  <c:v>0.78513366473278046</c:v>
                </c:pt>
                <c:pt idx="636">
                  <c:v>0.7863482039107923</c:v>
                </c:pt>
                <c:pt idx="637">
                  <c:v>0.78756287088809085</c:v>
                </c:pt>
                <c:pt idx="638">
                  <c:v>0.78877766651700298</c:v>
                </c:pt>
                <c:pt idx="639">
                  <c:v>0.78999259165075464</c:v>
                </c:pt>
                <c:pt idx="640">
                  <c:v>0.79120764714347713</c:v>
                </c:pt>
                <c:pt idx="641">
                  <c:v>0.79242283385021395</c:v>
                </c:pt>
                <c:pt idx="642">
                  <c:v>0.79363815262692672</c:v>
                </c:pt>
                <c:pt idx="643">
                  <c:v>0.79485360433050212</c:v>
                </c:pt>
                <c:pt idx="644">
                  <c:v>0.79606918981875818</c:v>
                </c:pt>
                <c:pt idx="645">
                  <c:v>0.79728490995045087</c:v>
                </c:pt>
                <c:pt idx="646">
                  <c:v>0.7985007655852806</c:v>
                </c:pt>
                <c:pt idx="647">
                  <c:v>0.79971675758389871</c:v>
                </c:pt>
                <c:pt idx="648">
                  <c:v>0.8009328868079143</c:v>
                </c:pt>
                <c:pt idx="649">
                  <c:v>0.80214915411990062</c:v>
                </c:pt>
                <c:pt idx="650">
                  <c:v>0.80336556038340168</c:v>
                </c:pt>
                <c:pt idx="651">
                  <c:v>0.80458210646293893</c:v>
                </c:pt>
                <c:pt idx="652">
                  <c:v>0.80579879322401793</c:v>
                </c:pt>
                <c:pt idx="653">
                  <c:v>0.80701562153313511</c:v>
                </c:pt>
                <c:pt idx="654">
                  <c:v>0.80823259225778432</c:v>
                </c:pt>
                <c:pt idx="655">
                  <c:v>0.80944970626646351</c:v>
                </c:pt>
                <c:pt idx="656">
                  <c:v>0.81066696442868158</c:v>
                </c:pt>
                <c:pt idx="657">
                  <c:v>0.81188436761496519</c:v>
                </c:pt>
                <c:pt idx="658">
                  <c:v>0.81310191669686527</c:v>
                </c:pt>
                <c:pt idx="659">
                  <c:v>0.81431961254696417</c:v>
                </c:pt>
                <c:pt idx="660">
                  <c:v>0.81553745603888217</c:v>
                </c:pt>
                <c:pt idx="661">
                  <c:v>0.8167554480472845</c:v>
                </c:pt>
                <c:pt idx="662">
                  <c:v>0.81797358944788801</c:v>
                </c:pt>
                <c:pt idx="663">
                  <c:v>0.81919188111746832</c:v>
                </c:pt>
                <c:pt idx="664">
                  <c:v>0.82041032393386648</c:v>
                </c:pt>
                <c:pt idx="665">
                  <c:v>0.82162891877599598</c:v>
                </c:pt>
                <c:pt idx="666">
                  <c:v>0.82284766652384955</c:v>
                </c:pt>
                <c:pt idx="667">
                  <c:v>0.82406656805850653</c:v>
                </c:pt>
                <c:pt idx="668">
                  <c:v>0.82528562426213936</c:v>
                </c:pt>
                <c:pt idx="669">
                  <c:v>0.82650483601802094</c:v>
                </c:pt>
                <c:pt idx="670">
                  <c:v>0.82772420421053128</c:v>
                </c:pt>
                <c:pt idx="671">
                  <c:v>0.82894372972516506</c:v>
                </c:pt>
                <c:pt idx="672">
                  <c:v>0.83016341344853828</c:v>
                </c:pt>
                <c:pt idx="673">
                  <c:v>0.8313832562683956</c:v>
                </c:pt>
                <c:pt idx="674">
                  <c:v>0.83260325907361721</c:v>
                </c:pt>
                <c:pt idx="675">
                  <c:v>0.83382342275422627</c:v>
                </c:pt>
                <c:pt idx="676">
                  <c:v>0.83504374820139593</c:v>
                </c:pt>
                <c:pt idx="677">
                  <c:v>0.83626423630745628</c:v>
                </c:pt>
                <c:pt idx="678">
                  <c:v>0.83748488796590204</c:v>
                </c:pt>
                <c:pt idx="679">
                  <c:v>0.83870570407139955</c:v>
                </c:pt>
                <c:pt idx="680">
                  <c:v>0.83992668551979377</c:v>
                </c:pt>
                <c:pt idx="681">
                  <c:v>0.84114783320811604</c:v>
                </c:pt>
                <c:pt idx="682">
                  <c:v>0.84236914803459118</c:v>
                </c:pt>
                <c:pt idx="683">
                  <c:v>0.84359063089864461</c:v>
                </c:pt>
                <c:pt idx="684">
                  <c:v>0.84481228270090991</c:v>
                </c:pt>
                <c:pt idx="685">
                  <c:v>0.84603410434323634</c:v>
                </c:pt>
                <c:pt idx="686">
                  <c:v>0.84725609672869606</c:v>
                </c:pt>
                <c:pt idx="687">
                  <c:v>0.84847826076159139</c:v>
                </c:pt>
                <c:pt idx="688">
                  <c:v>0.84970059734746273</c:v>
                </c:pt>
                <c:pt idx="689">
                  <c:v>0.85092310739309551</c:v>
                </c:pt>
                <c:pt idx="690">
                  <c:v>0.85214579180652805</c:v>
                </c:pt>
                <c:pt idx="691">
                  <c:v>0.85336865149705898</c:v>
                </c:pt>
                <c:pt idx="692">
                  <c:v>0.85459168737525493</c:v>
                </c:pt>
                <c:pt idx="693">
                  <c:v>0.85581490035295771</c:v>
                </c:pt>
                <c:pt idx="694">
                  <c:v>0.85703829134329246</c:v>
                </c:pt>
                <c:pt idx="695">
                  <c:v>0.85826186126067483</c:v>
                </c:pt>
                <c:pt idx="696">
                  <c:v>0.859485611020819</c:v>
                </c:pt>
                <c:pt idx="697">
                  <c:v>0.86070954154074508</c:v>
                </c:pt>
                <c:pt idx="698">
                  <c:v>0.86193365373878694</c:v>
                </c:pt>
                <c:pt idx="699">
                  <c:v>0.86315794853460004</c:v>
                </c:pt>
                <c:pt idx="700">
                  <c:v>0.86438242684916899</c:v>
                </c:pt>
                <c:pt idx="701">
                  <c:v>0.86560708960481558</c:v>
                </c:pt>
                <c:pt idx="702">
                  <c:v>0.8668319377252065</c:v>
                </c:pt>
                <c:pt idx="703">
                  <c:v>0.86805697213536115</c:v>
                </c:pt>
                <c:pt idx="704">
                  <c:v>0.86928219376165961</c:v>
                </c:pt>
                <c:pt idx="705">
                  <c:v>0.87050760353185042</c:v>
                </c:pt>
                <c:pt idx="706">
                  <c:v>0.87173320237505869</c:v>
                </c:pt>
                <c:pt idx="707">
                  <c:v>0.87295899122179399</c:v>
                </c:pt>
                <c:pt idx="708">
                  <c:v>0.8741849710039582</c:v>
                </c:pt>
                <c:pt idx="709">
                  <c:v>0.87541114265485387</c:v>
                </c:pt>
                <c:pt idx="710">
                  <c:v>0.87663750710919197</c:v>
                </c:pt>
                <c:pt idx="711">
                  <c:v>0.87786406530310002</c:v>
                </c:pt>
                <c:pt idx="712">
                  <c:v>0.87909081817413037</c:v>
                </c:pt>
                <c:pt idx="713">
                  <c:v>0.88031776666126826</c:v>
                </c:pt>
                <c:pt idx="714">
                  <c:v>0.88154491170493987</c:v>
                </c:pt>
                <c:pt idx="715">
                  <c:v>0.88277225424702066</c:v>
                </c:pt>
                <c:pt idx="716">
                  <c:v>0.88399979523084371</c:v>
                </c:pt>
                <c:pt idx="717">
                  <c:v>0.88522753560120759</c:v>
                </c:pt>
                <c:pt idx="718">
                  <c:v>0.88645547630438526</c:v>
                </c:pt>
                <c:pt idx="719">
                  <c:v>0.8876836182881318</c:v>
                </c:pt>
                <c:pt idx="720">
                  <c:v>0.88891196250169324</c:v>
                </c:pt>
                <c:pt idx="721">
                  <c:v>0.8901405098958145</c:v>
                </c:pt>
                <c:pt idx="722">
                  <c:v>0.8913692614227483</c:v>
                </c:pt>
                <c:pt idx="723">
                  <c:v>0.89259821803626327</c:v>
                </c:pt>
                <c:pt idx="724">
                  <c:v>0.89382738069165246</c:v>
                </c:pt>
                <c:pt idx="725">
                  <c:v>0.89505675034574217</c:v>
                </c:pt>
                <c:pt idx="726">
                  <c:v>0.89628632795690011</c:v>
                </c:pt>
                <c:pt idx="727">
                  <c:v>0.8975161144850442</c:v>
                </c:pt>
                <c:pt idx="728">
                  <c:v>0.89874611089165113</c:v>
                </c:pt>
                <c:pt idx="729">
                  <c:v>0.8999763181397652</c:v>
                </c:pt>
                <c:pt idx="730">
                  <c:v>0.90120673719400668</c:v>
                </c:pt>
                <c:pt idx="731">
                  <c:v>0.90243736902058069</c:v>
                </c:pt>
                <c:pt idx="732">
                  <c:v>0.90366821458728608</c:v>
                </c:pt>
                <c:pt idx="733">
                  <c:v>0.90489927486352406</c:v>
                </c:pt>
                <c:pt idx="734">
                  <c:v>0.90613055082030713</c:v>
                </c:pt>
                <c:pt idx="735">
                  <c:v>0.90736204343026783</c:v>
                </c:pt>
                <c:pt idx="736">
                  <c:v>0.9085937536676677</c:v>
                </c:pt>
                <c:pt idx="737">
                  <c:v>0.90982568250840623</c:v>
                </c:pt>
                <c:pt idx="738">
                  <c:v>0.91105783093002979</c:v>
                </c:pt>
                <c:pt idx="739">
                  <c:v>0.91229019991174076</c:v>
                </c:pt>
                <c:pt idx="740">
                  <c:v>0.91352279043440621</c:v>
                </c:pt>
                <c:pt idx="741">
                  <c:v>0.9147556034805675</c:v>
                </c:pt>
                <c:pt idx="742">
                  <c:v>0.91598864003444891</c:v>
                </c:pt>
                <c:pt idx="743">
                  <c:v>0.91722190108196722</c:v>
                </c:pt>
                <c:pt idx="744">
                  <c:v>0.91845538761074041</c:v>
                </c:pt>
                <c:pt idx="745">
                  <c:v>0.91968910061009745</c:v>
                </c:pt>
                <c:pt idx="746">
                  <c:v>0.92092304107108702</c:v>
                </c:pt>
                <c:pt idx="747">
                  <c:v>0.9221572099864872</c:v>
                </c:pt>
                <c:pt idx="748">
                  <c:v>0.92339160835081457</c:v>
                </c:pt>
                <c:pt idx="749">
                  <c:v>0.92462623716033387</c:v>
                </c:pt>
                <c:pt idx="750">
                  <c:v>0.9258610974130671</c:v>
                </c:pt>
                <c:pt idx="751">
                  <c:v>0.92709619010880306</c:v>
                </c:pt>
                <c:pt idx="752">
                  <c:v>0.92833151624910704</c:v>
                </c:pt>
                <c:pt idx="753">
                  <c:v>0.92956707683733009</c:v>
                </c:pt>
                <c:pt idx="754">
                  <c:v>0.93080287287861874</c:v>
                </c:pt>
                <c:pt idx="755">
                  <c:v>0.93203890537992462</c:v>
                </c:pt>
                <c:pt idx="756">
                  <c:v>0.93327517535001403</c:v>
                </c:pt>
                <c:pt idx="757">
                  <c:v>0.9345116837994778</c:v>
                </c:pt>
                <c:pt idx="758">
                  <c:v>0.93574843174074085</c:v>
                </c:pt>
                <c:pt idx="759">
                  <c:v>0.93698542018807207</c:v>
                </c:pt>
                <c:pt idx="760">
                  <c:v>0.9382226501575941</c:v>
                </c:pt>
                <c:pt idx="761">
                  <c:v>0.93946012266729317</c:v>
                </c:pt>
                <c:pt idx="762">
                  <c:v>0.94069783873702906</c:v>
                </c:pt>
                <c:pt idx="763">
                  <c:v>0.94193579938854499</c:v>
                </c:pt>
                <c:pt idx="764">
                  <c:v>0.94317400564547771</c:v>
                </c:pt>
                <c:pt idx="765">
                  <c:v>0.9444124585333673</c:v>
                </c:pt>
                <c:pt idx="766">
                  <c:v>0.94565115907966768</c:v>
                </c:pt>
                <c:pt idx="767">
                  <c:v>0.9468901083137562</c:v>
                </c:pt>
                <c:pt idx="768">
                  <c:v>0.94812930726694422</c:v>
                </c:pt>
                <c:pt idx="769">
                  <c:v>0.94936875697248702</c:v>
                </c:pt>
                <c:pt idx="770">
                  <c:v>0.95060845846559439</c:v>
                </c:pt>
                <c:pt idx="771">
                  <c:v>0.95184841278344046</c:v>
                </c:pt>
                <c:pt idx="772">
                  <c:v>0.95308862096517455</c:v>
                </c:pt>
                <c:pt idx="773">
                  <c:v>0.95432908405193129</c:v>
                </c:pt>
                <c:pt idx="774">
                  <c:v>0.95556980308684092</c:v>
                </c:pt>
                <c:pt idx="775">
                  <c:v>0.95681077911504009</c:v>
                </c:pt>
                <c:pt idx="776">
                  <c:v>0.95805201318368205</c:v>
                </c:pt>
                <c:pt idx="777">
                  <c:v>0.95929350634194765</c:v>
                </c:pt>
                <c:pt idx="778">
                  <c:v>0.96053525964105546</c:v>
                </c:pt>
                <c:pt idx="779">
                  <c:v>0.96177727413427283</c:v>
                </c:pt>
                <c:pt idx="780">
                  <c:v>0.96301955087692648</c:v>
                </c:pt>
                <c:pt idx="781">
                  <c:v>0.96426209092641313</c:v>
                </c:pt>
                <c:pt idx="782">
                  <c:v>0.9655048953422104</c:v>
                </c:pt>
                <c:pt idx="783">
                  <c:v>0.9667479651858879</c:v>
                </c:pt>
                <c:pt idx="784">
                  <c:v>0.96799130152111768</c:v>
                </c:pt>
                <c:pt idx="785">
                  <c:v>0.96923490541368562</c:v>
                </c:pt>
                <c:pt idx="786">
                  <c:v>0.97047877793150217</c:v>
                </c:pt>
                <c:pt idx="787">
                  <c:v>0.97172292014461359</c:v>
                </c:pt>
                <c:pt idx="788">
                  <c:v>0.97296733312521277</c:v>
                </c:pt>
                <c:pt idx="789">
                  <c:v>0.97421201794765078</c:v>
                </c:pt>
                <c:pt idx="790">
                  <c:v>0.9754569756884478</c:v>
                </c:pt>
                <c:pt idx="791">
                  <c:v>0.97670220742630454</c:v>
                </c:pt>
                <c:pt idx="792">
                  <c:v>0.97794771424211335</c:v>
                </c:pt>
                <c:pt idx="793">
                  <c:v>0.97919349721896976</c:v>
                </c:pt>
                <c:pt idx="794">
                  <c:v>0.98043955744218381</c:v>
                </c:pt>
                <c:pt idx="795">
                  <c:v>0.98168589599929168</c:v>
                </c:pt>
                <c:pt idx="796">
                  <c:v>0.98293251398006709</c:v>
                </c:pt>
                <c:pt idx="797">
                  <c:v>0.98417941247653273</c:v>
                </c:pt>
                <c:pt idx="798">
                  <c:v>0.98542659258297216</c:v>
                </c:pt>
                <c:pt idx="799">
                  <c:v>0.98667405539594144</c:v>
                </c:pt>
                <c:pt idx="800">
                  <c:v>0.98792180201428059</c:v>
                </c:pt>
                <c:pt idx="801">
                  <c:v>0.98916983353912591</c:v>
                </c:pt>
                <c:pt idx="802">
                  <c:v>0.99041815107392128</c:v>
                </c:pt>
                <c:pt idx="803">
                  <c:v>0.99166675572443053</c:v>
                </c:pt>
                <c:pt idx="804">
                  <c:v>0.99291564859874903</c:v>
                </c:pt>
                <c:pt idx="805">
                  <c:v>0.99416483080731588</c:v>
                </c:pt>
                <c:pt idx="806">
                  <c:v>0.99541430346292603</c:v>
                </c:pt>
                <c:pt idx="807">
                  <c:v>0.99666406768074245</c:v>
                </c:pt>
                <c:pt idx="808">
                  <c:v>0.99791412457830808</c:v>
                </c:pt>
                <c:pt idx="809">
                  <c:v>0.99916447527555829</c:v>
                </c:pt>
                <c:pt idx="810">
                  <c:v>1.0004151208948333</c:v>
                </c:pt>
                <c:pt idx="811">
                  <c:v>1.0016660625608902</c:v>
                </c:pt>
                <c:pt idx="812">
                  <c:v>1.0029173014009156</c:v>
                </c:pt>
                <c:pt idx="813">
                  <c:v>1.004168838544538</c:v>
                </c:pt>
                <c:pt idx="814">
                  <c:v>1.0054206751238406</c:v>
                </c:pt>
                <c:pt idx="815">
                  <c:v>1.0066728122733737</c:v>
                </c:pt>
                <c:pt idx="816">
                  <c:v>1.0079252511301675</c:v>
                </c:pt>
                <c:pt idx="817">
                  <c:v>1.0091779928337445</c:v>
                </c:pt>
                <c:pt idx="818">
                  <c:v>1.0104310385261326</c:v>
                </c:pt>
                <c:pt idx="819">
                  <c:v>1.0116843893518779</c:v>
                </c:pt>
                <c:pt idx="820">
                  <c:v>1.0129380464580577</c:v>
                </c:pt>
                <c:pt idx="821">
                  <c:v>1.0141920109942935</c:v>
                </c:pt>
                <c:pt idx="822">
                  <c:v>1.0154462841127636</c:v>
                </c:pt>
                <c:pt idx="823">
                  <c:v>1.0167008669682167</c:v>
                </c:pt>
                <c:pt idx="824">
                  <c:v>1.017955760717985</c:v>
                </c:pt>
                <c:pt idx="825">
                  <c:v>1.0192109665219973</c:v>
                </c:pt>
                <c:pt idx="826">
                  <c:v>1.0204664855427923</c:v>
                </c:pt>
                <c:pt idx="827">
                  <c:v>1.0217223189455322</c:v>
                </c:pt>
                <c:pt idx="828">
                  <c:v>1.0229784678980161</c:v>
                </c:pt>
                <c:pt idx="829">
                  <c:v>1.0242349335706931</c:v>
                </c:pt>
                <c:pt idx="830">
                  <c:v>1.0254917171366762</c:v>
                </c:pt>
                <c:pt idx="831">
                  <c:v>1.026748819771756</c:v>
                </c:pt>
                <c:pt idx="832">
                  <c:v>1.0280062426544143</c:v>
                </c:pt>
                <c:pt idx="833">
                  <c:v>1.029263986965838</c:v>
                </c:pt>
                <c:pt idx="834">
                  <c:v>1.0305220538899327</c:v>
                </c:pt>
                <c:pt idx="835">
                  <c:v>1.0312215152853419</c:v>
                </c:pt>
                <c:pt idx="836">
                  <c:v>1.0319209766807511</c:v>
                </c:pt>
                <c:pt idx="837">
                  <c:v>1.0326204380761603</c:v>
                </c:pt>
                <c:pt idx="838">
                  <c:v>1.0333198994715695</c:v>
                </c:pt>
                <c:pt idx="839">
                  <c:v>1.0340193608669788</c:v>
                </c:pt>
                <c:pt idx="840">
                  <c:v>1.034718822262388</c:v>
                </c:pt>
                <c:pt idx="841">
                  <c:v>1.0354182836577972</c:v>
                </c:pt>
                <c:pt idx="842">
                  <c:v>1.0361177450532064</c:v>
                </c:pt>
                <c:pt idx="843">
                  <c:v>1.0368172064486156</c:v>
                </c:pt>
                <c:pt idx="844">
                  <c:v>1.0375166678440249</c:v>
                </c:pt>
                <c:pt idx="845">
                  <c:v>1.0382161292394341</c:v>
                </c:pt>
                <c:pt idx="846">
                  <c:v>1.0389155906348433</c:v>
                </c:pt>
                <c:pt idx="847">
                  <c:v>1.0396150520302525</c:v>
                </c:pt>
                <c:pt idx="848">
                  <c:v>1.0403145134256617</c:v>
                </c:pt>
                <c:pt idx="849">
                  <c:v>1.0410139748210709</c:v>
                </c:pt>
                <c:pt idx="850">
                  <c:v>1.0417134362164802</c:v>
                </c:pt>
                <c:pt idx="851">
                  <c:v>1.0424128976118894</c:v>
                </c:pt>
                <c:pt idx="852">
                  <c:v>1.0431123590072986</c:v>
                </c:pt>
                <c:pt idx="853">
                  <c:v>1.0438118204027078</c:v>
                </c:pt>
                <c:pt idx="854">
                  <c:v>1.044511281798117</c:v>
                </c:pt>
                <c:pt idx="855">
                  <c:v>1.0452107431935262</c:v>
                </c:pt>
                <c:pt idx="856">
                  <c:v>1.0459102045889355</c:v>
                </c:pt>
                <c:pt idx="857">
                  <c:v>1.0466096659843447</c:v>
                </c:pt>
                <c:pt idx="858">
                  <c:v>1.0473091273797539</c:v>
                </c:pt>
                <c:pt idx="859">
                  <c:v>1.0480085887751631</c:v>
                </c:pt>
                <c:pt idx="860">
                  <c:v>1.0487080501705723</c:v>
                </c:pt>
                <c:pt idx="861">
                  <c:v>1.0494075115659816</c:v>
                </c:pt>
                <c:pt idx="862">
                  <c:v>1.0501069729613908</c:v>
                </c:pt>
                <c:pt idx="863">
                  <c:v>1.0508064343568</c:v>
                </c:pt>
                <c:pt idx="864">
                  <c:v>1.0515058957522092</c:v>
                </c:pt>
                <c:pt idx="865">
                  <c:v>1.0522053571476184</c:v>
                </c:pt>
                <c:pt idx="866">
                  <c:v>1.0529048185430276</c:v>
                </c:pt>
                <c:pt idx="867">
                  <c:v>1.0536042799384369</c:v>
                </c:pt>
                <c:pt idx="868">
                  <c:v>1.0543037413338461</c:v>
                </c:pt>
                <c:pt idx="869">
                  <c:v>1.0550032027292553</c:v>
                </c:pt>
                <c:pt idx="870">
                  <c:v>1.0557026641246645</c:v>
                </c:pt>
                <c:pt idx="871">
                  <c:v>1.0564021255200737</c:v>
                </c:pt>
                <c:pt idx="872">
                  <c:v>1.0571015869154829</c:v>
                </c:pt>
                <c:pt idx="873">
                  <c:v>1.0578010483108922</c:v>
                </c:pt>
                <c:pt idx="874">
                  <c:v>1.0585005097063014</c:v>
                </c:pt>
                <c:pt idx="875">
                  <c:v>1.0591999711017106</c:v>
                </c:pt>
                <c:pt idx="876">
                  <c:v>1.0598994324971198</c:v>
                </c:pt>
                <c:pt idx="877">
                  <c:v>1.060598893892529</c:v>
                </c:pt>
                <c:pt idx="878">
                  <c:v>1.0612983552879383</c:v>
                </c:pt>
                <c:pt idx="879">
                  <c:v>1.0619978166833475</c:v>
                </c:pt>
                <c:pt idx="880">
                  <c:v>1.0626972780787567</c:v>
                </c:pt>
                <c:pt idx="881">
                  <c:v>1.0633967394741659</c:v>
                </c:pt>
                <c:pt idx="882">
                  <c:v>1.0640962008695751</c:v>
                </c:pt>
              </c:numCache>
            </c:numRef>
          </c:xVal>
          <c:yVal>
            <c:numRef>
              <c:f>Performance!$J$28:$J$910</c:f>
              <c:numCache>
                <c:formatCode>0</c:formatCode>
                <c:ptCount val="883"/>
                <c:pt idx="0">
                  <c:v>0</c:v>
                </c:pt>
                <c:pt idx="1">
                  <c:v>454.60116852204317</c:v>
                </c:pt>
                <c:pt idx="2">
                  <c:v>669.31142030393164</c:v>
                </c:pt>
                <c:pt idx="3">
                  <c:v>804.32392214721449</c:v>
                </c:pt>
                <c:pt idx="4">
                  <c:v>893.51978467958452</c:v>
                </c:pt>
                <c:pt idx="5">
                  <c:v>953.9788565920519</c:v>
                </c:pt>
                <c:pt idx="6">
                  <c:v>995.66364513250801</c:v>
                </c:pt>
                <c:pt idx="7">
                  <c:v>1024.7930438574595</c:v>
                </c:pt>
                <c:pt idx="8">
                  <c:v>1045.4001141313968</c:v>
                </c:pt>
                <c:pt idx="9">
                  <c:v>1060.1631951482286</c:v>
                </c:pt>
                <c:pt idx="10">
                  <c:v>1070.8892106536107</c:v>
                </c:pt>
                <c:pt idx="11">
                  <c:v>1078.8106634149487</c:v>
                </c:pt>
                <c:pt idx="12">
                  <c:v>1084.7749956622056</c:v>
                </c:pt>
                <c:pt idx="13">
                  <c:v>1089.368428823969</c:v>
                </c:pt>
                <c:pt idx="14">
                  <c:v>1092.9984181983707</c:v>
                </c:pt>
                <c:pt idx="15">
                  <c:v>1095.9492678805636</c:v>
                </c:pt>
                <c:pt idx="16">
                  <c:v>1098.4200031081241</c:v>
                </c:pt>
                <c:pt idx="17">
                  <c:v>1100.5503480666512</c:v>
                </c:pt>
                <c:pt idx="18">
                  <c:v>1102.4386458304957</c:v>
                </c:pt>
                <c:pt idx="19">
                  <c:v>1104.1542760161569</c:v>
                </c:pt>
                <c:pt idx="20">
                  <c:v>1105.7462919468392</c:v>
                </c:pt>
                <c:pt idx="21">
                  <c:v>1107.2494475074418</c:v>
                </c:pt>
                <c:pt idx="22">
                  <c:v>1108.688414376006</c:v>
                </c:pt>
                <c:pt idx="23">
                  <c:v>1110.0807404339928</c:v>
                </c:pt>
                <c:pt idx="24">
                  <c:v>1111.4389299166542</c:v>
                </c:pt>
                <c:pt idx="25">
                  <c:v>1112.7719092025068</c:v>
                </c:pt>
                <c:pt idx="26">
                  <c:v>1114.0860618144191</c:v>
                </c:pt>
                <c:pt idx="27">
                  <c:v>1115.3859606817252</c:v>
                </c:pt>
                <c:pt idx="28">
                  <c:v>1116.6748872006274</c:v>
                </c:pt>
                <c:pt idx="29">
                  <c:v>1117.9551998555844</c:v>
                </c:pt>
                <c:pt idx="30">
                  <c:v>1119.2285964747059</c:v>
                </c:pt>
                <c:pt idx="31">
                  <c:v>1120.4963011470829</c:v>
                </c:pt>
                <c:pt idx="32">
                  <c:v>1121.7591976769791</c:v>
                </c:pt>
                <c:pt idx="33">
                  <c:v>1123.0179250307222</c:v>
                </c:pt>
                <c:pt idx="34">
                  <c:v>1124.2729457195085</c:v>
                </c:pt>
                <c:pt idx="35">
                  <c:v>1125.5245948726638</c:v>
                </c:pt>
                <c:pt idx="36">
                  <c:v>1126.7731155138283</c:v>
                </c:pt>
                <c:pt idx="37">
                  <c:v>1128.0186839610476</c:v>
                </c:pt>
                <c:pt idx="38">
                  <c:v>1129.2614281449132</c:v>
                </c:pt>
                <c:pt idx="39">
                  <c:v>1130.5014408417769</c:v>
                </c:pt>
                <c:pt idx="40">
                  <c:v>1131.7387892472821</c:v>
                </c:pt>
                <c:pt idx="41">
                  <c:v>1132.9735219159948</c:v>
                </c:pt>
                <c:pt idx="42">
                  <c:v>1134.2056737965561</c:v>
                </c:pt>
                <c:pt idx="43">
                  <c:v>1135.4352698922391</c:v>
                </c:pt>
                <c:pt idx="44">
                  <c:v>1136.662327927655</c:v>
                </c:pt>
                <c:pt idx="45">
                  <c:v>1137.8868602912673</c:v>
                </c:pt>
                <c:pt idx="46">
                  <c:v>1139.1088754555913</c:v>
                </c:pt>
                <c:pt idx="47">
                  <c:v>1140.3283790147771</c:v>
                </c:pt>
                <c:pt idx="48">
                  <c:v>1141.5453744454296</c:v>
                </c:pt>
                <c:pt idx="49">
                  <c:v>1142.759863664211</c:v>
                </c:pt>
                <c:pt idx="50">
                  <c:v>1143.9718474379727</c:v>
                </c:pt>
                <c:pt idx="51">
                  <c:v>1145.1813256853704</c:v>
                </c:pt>
                <c:pt idx="52">
                  <c:v>1146.3882976980772</c:v>
                </c:pt>
                <c:pt idx="53">
                  <c:v>1147.5927623056953</c:v>
                </c:pt>
                <c:pt idx="54">
                  <c:v>1148.7947179965481</c:v>
                </c:pt>
                <c:pt idx="55">
                  <c:v>1149.9941630071121</c:v>
                </c:pt>
                <c:pt idx="56">
                  <c:v>1151.1910953885006</c:v>
                </c:pt>
                <c:pt idx="57">
                  <c:v>1152.3855130554875</c:v>
                </c:pt>
                <c:pt idx="58">
                  <c:v>1153.5774138237903</c:v>
                </c:pt>
                <c:pt idx="59">
                  <c:v>1154.7667954363781</c:v>
                </c:pt>
                <c:pt idx="60">
                  <c:v>1155.9536555844836</c:v>
                </c:pt>
                <c:pt idx="61">
                  <c:v>1157.1379919220758</c:v>
                </c:pt>
                <c:pt idx="62">
                  <c:v>1158.3198020777186</c:v>
                </c:pt>
                <c:pt idx="63">
                  <c:v>1159.4990836623836</c:v>
                </c:pt>
                <c:pt idx="64">
                  <c:v>1160.6758342768828</c:v>
                </c:pt>
                <c:pt idx="65">
                  <c:v>1161.8500515149872</c:v>
                </c:pt>
                <c:pt idx="66">
                  <c:v>1163.0217329683878</c:v>
                </c:pt>
                <c:pt idx="67">
                  <c:v>1164.1908762286357</c:v>
                </c:pt>
                <c:pt idx="68">
                  <c:v>1165.357478889295</c:v>
                </c:pt>
                <c:pt idx="69">
                  <c:v>1166.5215385472488</c:v>
                </c:pt>
                <c:pt idx="70">
                  <c:v>1167.68305280454</c:v>
                </c:pt>
                <c:pt idx="71">
                  <c:v>1168.842019268171</c:v>
                </c:pt>
                <c:pt idx="72">
                  <c:v>1169.9984355515201</c:v>
                </c:pt>
                <c:pt idx="73">
                  <c:v>1171.1522992746955</c:v>
                </c:pt>
                <c:pt idx="74">
                  <c:v>1172.3036080644088</c:v>
                </c:pt>
                <c:pt idx="75">
                  <c:v>1173.4523595549654</c:v>
                </c:pt>
                <c:pt idx="76">
                  <c:v>1174.5985513877984</c:v>
                </c:pt>
                <c:pt idx="77">
                  <c:v>1175.7421812121361</c:v>
                </c:pt>
                <c:pt idx="78">
                  <c:v>1176.8832466847953</c:v>
                </c:pt>
                <c:pt idx="79">
                  <c:v>1178.0217454702677</c:v>
                </c:pt>
                <c:pt idx="80">
                  <c:v>1179.1576752409962</c:v>
                </c:pt>
                <c:pt idx="81">
                  <c:v>1180.2910336771124</c:v>
                </c:pt>
                <c:pt idx="82">
                  <c:v>1181.4218184666215</c:v>
                </c:pt>
                <c:pt idx="83">
                  <c:v>1182.5500273056093</c:v>
                </c:pt>
                <c:pt idx="84">
                  <c:v>1183.6756578978082</c:v>
                </c:pt>
                <c:pt idx="85">
                  <c:v>1184.7987079547831</c:v>
                </c:pt>
                <c:pt idx="86">
                  <c:v>1185.9191751961898</c:v>
                </c:pt>
                <c:pt idx="87">
                  <c:v>1187.0370573495916</c:v>
                </c:pt>
                <c:pt idx="88">
                  <c:v>1188.1523521501745</c:v>
                </c:pt>
                <c:pt idx="89">
                  <c:v>1189.2650573408146</c:v>
                </c:pt>
                <c:pt idx="90">
                  <c:v>1190.3751706727471</c:v>
                </c:pt>
                <c:pt idx="91">
                  <c:v>1191.4826899045934</c:v>
                </c:pt>
                <c:pt idx="92">
                  <c:v>1192.587612802922</c:v>
                </c:pt>
                <c:pt idx="93">
                  <c:v>1193.6899371421291</c:v>
                </c:pt>
                <c:pt idx="94">
                  <c:v>1194.7896607042333</c:v>
                </c:pt>
                <c:pt idx="95">
                  <c:v>1195.886781279017</c:v>
                </c:pt>
                <c:pt idx="96">
                  <c:v>1196.9812966641748</c:v>
                </c:pt>
                <c:pt idx="97">
                  <c:v>1198.0732046648325</c:v>
                </c:pt>
                <c:pt idx="98">
                  <c:v>1199.162503094022</c:v>
                </c:pt>
                <c:pt idx="99">
                  <c:v>1200.2491897722371</c:v>
                </c:pt>
                <c:pt idx="100">
                  <c:v>1201.3332625277696</c:v>
                </c:pt>
                <c:pt idx="101">
                  <c:v>1202.4147191967309</c:v>
                </c:pt>
                <c:pt idx="102">
                  <c:v>1203.4935576223825</c:v>
                </c:pt>
                <c:pt idx="103">
                  <c:v>1204.5697756560457</c:v>
                </c:pt>
                <c:pt idx="104">
                  <c:v>1205.6433711562836</c:v>
                </c:pt>
                <c:pt idx="105">
                  <c:v>1206.7143419893703</c:v>
                </c:pt>
                <c:pt idx="106">
                  <c:v>1207.7826860291134</c:v>
                </c:pt>
                <c:pt idx="107">
                  <c:v>1208.848401156843</c:v>
                </c:pt>
                <c:pt idx="108">
                  <c:v>1209.9114852613379</c:v>
                </c:pt>
                <c:pt idx="109">
                  <c:v>1210.9719362390458</c:v>
                </c:pt>
                <c:pt idx="110">
                  <c:v>1212.0297519936262</c:v>
                </c:pt>
                <c:pt idx="111">
                  <c:v>1213.0849304362805</c:v>
                </c:pt>
                <c:pt idx="112">
                  <c:v>1214.1374694858764</c:v>
                </c:pt>
                <c:pt idx="113">
                  <c:v>1215.1873670682055</c:v>
                </c:pt>
                <c:pt idx="114">
                  <c:v>1216.2346211170891</c:v>
                </c:pt>
                <c:pt idx="115">
                  <c:v>1217.279229573269</c:v>
                </c:pt>
                <c:pt idx="116">
                  <c:v>1218.3211903848187</c:v>
                </c:pt>
                <c:pt idx="117">
                  <c:v>1219.3605015075862</c:v>
                </c:pt>
                <c:pt idx="118">
                  <c:v>1220.3971609043144</c:v>
                </c:pt>
                <c:pt idx="119">
                  <c:v>1221.4311665453554</c:v>
                </c:pt>
                <c:pt idx="120">
                  <c:v>1222.4625164081829</c:v>
                </c:pt>
                <c:pt idx="121">
                  <c:v>1223.4912084774969</c:v>
                </c:pt>
                <c:pt idx="122">
                  <c:v>1224.5172407455614</c:v>
                </c:pt>
                <c:pt idx="123">
                  <c:v>1225.5406112115647</c:v>
                </c:pt>
                <c:pt idx="124">
                  <c:v>1226.5613178820108</c:v>
                </c:pt>
                <c:pt idx="125">
                  <c:v>1227.5793587707251</c:v>
                </c:pt>
                <c:pt idx="126">
                  <c:v>1228.5947318987176</c:v>
                </c:pt>
                <c:pt idx="127">
                  <c:v>1229.6074352939454</c:v>
                </c:pt>
                <c:pt idx="128">
                  <c:v>1230.6174669918939</c:v>
                </c:pt>
                <c:pt idx="129">
                  <c:v>1231.6248250348824</c:v>
                </c:pt>
                <c:pt idx="130">
                  <c:v>1232.6295074724269</c:v>
                </c:pt>
                <c:pt idx="131">
                  <c:v>1233.6315123613354</c:v>
                </c:pt>
                <c:pt idx="132">
                  <c:v>1234.6308377652658</c:v>
                </c:pt>
                <c:pt idx="133">
                  <c:v>1235.6274817552071</c:v>
                </c:pt>
                <c:pt idx="134">
                  <c:v>1236.6214424088541</c:v>
                </c:pt>
                <c:pt idx="135">
                  <c:v>1237.6127178114264</c:v>
                </c:pt>
                <c:pt idx="136">
                  <c:v>1238.6013060548007</c:v>
                </c:pt>
                <c:pt idx="137">
                  <c:v>1239.5872052379589</c:v>
                </c:pt>
                <c:pt idx="138">
                  <c:v>1240.5704134670502</c:v>
                </c:pt>
                <c:pt idx="139">
                  <c:v>1241.5509288549106</c:v>
                </c:pt>
                <c:pt idx="140">
                  <c:v>1242.5287495217488</c:v>
                </c:pt>
                <c:pt idx="141">
                  <c:v>1243.5038735942728</c:v>
                </c:pt>
                <c:pt idx="142">
                  <c:v>1244.4762992063725</c:v>
                </c:pt>
                <c:pt idx="143">
                  <c:v>1245.4460244989634</c:v>
                </c:pt>
                <c:pt idx="144">
                  <c:v>1246.4130476196628</c:v>
                </c:pt>
                <c:pt idx="145">
                  <c:v>1247.3773667230789</c:v>
                </c:pt>
                <c:pt idx="146">
                  <c:v>1248.3389799707243</c:v>
                </c:pt>
                <c:pt idx="147">
                  <c:v>1249.2978855308538</c:v>
                </c:pt>
                <c:pt idx="148">
                  <c:v>1250.2540815787147</c:v>
                </c:pt>
                <c:pt idx="149">
                  <c:v>1251.2075662963264</c:v>
                </c:pt>
                <c:pt idx="150">
                  <c:v>1252.1583378724674</c:v>
                </c:pt>
                <c:pt idx="151">
                  <c:v>1253.1063945027925</c:v>
                </c:pt>
                <c:pt idx="152">
                  <c:v>1254.0517343897377</c:v>
                </c:pt>
                <c:pt idx="153">
                  <c:v>1254.9943557425017</c:v>
                </c:pt>
                <c:pt idx="154">
                  <c:v>1255.9342567770468</c:v>
                </c:pt>
                <c:pt idx="155">
                  <c:v>1256.8714357160056</c:v>
                </c:pt>
                <c:pt idx="156">
                  <c:v>1257.805890788926</c:v>
                </c:pt>
                <c:pt idx="157">
                  <c:v>1258.7376202318228</c:v>
                </c:pt>
                <c:pt idx="158">
                  <c:v>1259.666622287634</c:v>
                </c:pt>
                <c:pt idx="159">
                  <c:v>1260.5928952058159</c:v>
                </c:pt>
                <c:pt idx="160">
                  <c:v>1261.5164372426734</c:v>
                </c:pt>
                <c:pt idx="161">
                  <c:v>1262.437246661065</c:v>
                </c:pt>
                <c:pt idx="162">
                  <c:v>1263.3553217303436</c:v>
                </c:pt>
                <c:pt idx="163">
                  <c:v>1264.2706607268035</c:v>
                </c:pt>
                <c:pt idx="164">
                  <c:v>1265.183261933169</c:v>
                </c:pt>
                <c:pt idx="165">
                  <c:v>1266.0931236387255</c:v>
                </c:pt>
                <c:pt idx="166">
                  <c:v>1267.0002441394522</c:v>
                </c:pt>
                <c:pt idx="167">
                  <c:v>1267.9046217379077</c:v>
                </c:pt>
                <c:pt idx="168">
                  <c:v>1268.8062547431455</c:v>
                </c:pt>
                <c:pt idx="169">
                  <c:v>1269.7051414707526</c:v>
                </c:pt>
                <c:pt idx="170">
                  <c:v>1270.6012802429543</c:v>
                </c:pt>
                <c:pt idx="171">
                  <c:v>1271.4946693884046</c:v>
                </c:pt>
                <c:pt idx="172">
                  <c:v>1272.3853072422744</c:v>
                </c:pt>
                <c:pt idx="173">
                  <c:v>1273.2731921462796</c:v>
                </c:pt>
                <c:pt idx="174">
                  <c:v>1274.1583224484791</c:v>
                </c:pt>
                <c:pt idx="175">
                  <c:v>1275.0406965036709</c:v>
                </c:pt>
                <c:pt idx="176">
                  <c:v>1275.9203126727807</c:v>
                </c:pt>
                <c:pt idx="177">
                  <c:v>1276.7971693233883</c:v>
                </c:pt>
                <c:pt idx="178">
                  <c:v>1277.6712648294063</c:v>
                </c:pt>
                <c:pt idx="179">
                  <c:v>1278.5425975713006</c:v>
                </c:pt>
                <c:pt idx="180">
                  <c:v>1279.4111659357156</c:v>
                </c:pt>
                <c:pt idx="181">
                  <c:v>1280.2769683158106</c:v>
                </c:pt>
                <c:pt idx="182">
                  <c:v>1281.1400031112032</c:v>
                </c:pt>
                <c:pt idx="183">
                  <c:v>1282.0002687277306</c:v>
                </c:pt>
                <c:pt idx="184">
                  <c:v>1282.8577635776353</c:v>
                </c:pt>
                <c:pt idx="185">
                  <c:v>1283.7124860793829</c:v>
                </c:pt>
                <c:pt idx="186">
                  <c:v>1284.5644346580614</c:v>
                </c:pt>
                <c:pt idx="187">
                  <c:v>1285.413607744812</c:v>
                </c:pt>
                <c:pt idx="188">
                  <c:v>1286.260003777126</c:v>
                </c:pt>
                <c:pt idx="189">
                  <c:v>1287.1036211987685</c:v>
                </c:pt>
                <c:pt idx="190">
                  <c:v>1287.9444584598923</c:v>
                </c:pt>
                <c:pt idx="191">
                  <c:v>1288.7825140167949</c:v>
                </c:pt>
                <c:pt idx="192">
                  <c:v>1289.617786332049</c:v>
                </c:pt>
                <c:pt idx="193">
                  <c:v>1290.4502738745095</c:v>
                </c:pt>
                <c:pt idx="194">
                  <c:v>1291.2799751192133</c:v>
                </c:pt>
                <c:pt idx="195">
                  <c:v>1292.1068885474428</c:v>
                </c:pt>
                <c:pt idx="196">
                  <c:v>1292.9310126466398</c:v>
                </c:pt>
                <c:pt idx="197">
                  <c:v>1293.7523459104982</c:v>
                </c:pt>
                <c:pt idx="198">
                  <c:v>1294.5708868387999</c:v>
                </c:pt>
                <c:pt idx="199">
                  <c:v>1295.3866339375923</c:v>
                </c:pt>
                <c:pt idx="200">
                  <c:v>1296.1995857190238</c:v>
                </c:pt>
                <c:pt idx="201">
                  <c:v>1297.0097407013911</c:v>
                </c:pt>
                <c:pt idx="202">
                  <c:v>1297.8170974091079</c:v>
                </c:pt>
                <c:pt idx="203">
                  <c:v>1298.6216543727519</c:v>
                </c:pt>
                <c:pt idx="204">
                  <c:v>1299.4234101289519</c:v>
                </c:pt>
                <c:pt idx="205">
                  <c:v>1300.2223632204964</c:v>
                </c:pt>
                <c:pt idx="206">
                  <c:v>1301.018512196222</c:v>
                </c:pt>
                <c:pt idx="207">
                  <c:v>1301.8118556109621</c:v>
                </c:pt>
                <c:pt idx="208">
                  <c:v>1302.6023920258262</c:v>
                </c:pt>
                <c:pt idx="209">
                  <c:v>1303.3901200077701</c:v>
                </c:pt>
                <c:pt idx="210">
                  <c:v>1304.1750381298436</c:v>
                </c:pt>
                <c:pt idx="211">
                  <c:v>1304.9571449711902</c:v>
                </c:pt>
                <c:pt idx="212">
                  <c:v>1305.7364391168705</c:v>
                </c:pt>
                <c:pt idx="213">
                  <c:v>1306.5129191580349</c:v>
                </c:pt>
                <c:pt idx="214">
                  <c:v>1307.2865836917827</c:v>
                </c:pt>
                <c:pt idx="215">
                  <c:v>1308.057431321299</c:v>
                </c:pt>
                <c:pt idx="216">
                  <c:v>1308.825460655469</c:v>
                </c:pt>
                <c:pt idx="217">
                  <c:v>1309.5906703095363</c:v>
                </c:pt>
                <c:pt idx="218">
                  <c:v>1310.3530589044262</c:v>
                </c:pt>
                <c:pt idx="219">
                  <c:v>1311.1126250669404</c:v>
                </c:pt>
                <c:pt idx="220">
                  <c:v>1311.8693674301569</c:v>
                </c:pt>
                <c:pt idx="221">
                  <c:v>1312.6232846326529</c:v>
                </c:pt>
                <c:pt idx="222">
                  <c:v>1313.3743753192305</c:v>
                </c:pt>
                <c:pt idx="223">
                  <c:v>1314.1226381404742</c:v>
                </c:pt>
                <c:pt idx="224">
                  <c:v>1314.8680717528614</c:v>
                </c:pt>
                <c:pt idx="225">
                  <c:v>1315.6106748187392</c:v>
                </c:pt>
                <c:pt idx="226">
                  <c:v>1316.3504460062661</c:v>
                </c:pt>
                <c:pt idx="227">
                  <c:v>1317.0873839896831</c:v>
                </c:pt>
                <c:pt idx="228">
                  <c:v>1317.8214874487535</c:v>
                </c:pt>
                <c:pt idx="229">
                  <c:v>1318.5527550693878</c:v>
                </c:pt>
                <c:pt idx="230">
                  <c:v>1319.2811855430341</c:v>
                </c:pt>
                <c:pt idx="231">
                  <c:v>1320.0067775671907</c:v>
                </c:pt>
                <c:pt idx="232">
                  <c:v>1320.7295298450699</c:v>
                </c:pt>
                <c:pt idx="233">
                  <c:v>1321.4494410857137</c:v>
                </c:pt>
                <c:pt idx="234">
                  <c:v>1322.1665100038722</c:v>
                </c:pt>
                <c:pt idx="235">
                  <c:v>1322.8807353201503</c:v>
                </c:pt>
                <c:pt idx="236">
                  <c:v>1323.5921157608393</c:v>
                </c:pt>
                <c:pt idx="237">
                  <c:v>1324.3006500581762</c:v>
                </c:pt>
                <c:pt idx="238">
                  <c:v>1325.0063369498484</c:v>
                </c:pt>
                <c:pt idx="239">
                  <c:v>1325.7091751796156</c:v>
                </c:pt>
                <c:pt idx="240">
                  <c:v>1326.4091634966135</c:v>
                </c:pt>
                <c:pt idx="241">
                  <c:v>1327.1063006560298</c:v>
                </c:pt>
                <c:pt idx="242">
                  <c:v>1327.8005854185617</c:v>
                </c:pt>
                <c:pt idx="243">
                  <c:v>1328.4920165506378</c:v>
                </c:pt>
                <c:pt idx="244">
                  <c:v>1329.1805928243812</c:v>
                </c:pt>
                <c:pt idx="245">
                  <c:v>1329.8663130176483</c:v>
                </c:pt>
                <c:pt idx="246">
                  <c:v>1330.5491759139293</c:v>
                </c:pt>
                <c:pt idx="247">
                  <c:v>1331.2291803023068</c:v>
                </c:pt>
                <c:pt idx="248">
                  <c:v>1331.9063249777164</c:v>
                </c:pt>
                <c:pt idx="249">
                  <c:v>1332.5806087404765</c:v>
                </c:pt>
                <c:pt idx="250">
                  <c:v>1333.2520303967526</c:v>
                </c:pt>
                <c:pt idx="251">
                  <c:v>1333.9205887582464</c:v>
                </c:pt>
                <c:pt idx="252">
                  <c:v>1334.5862826422526</c:v>
                </c:pt>
                <c:pt idx="253">
                  <c:v>1335.2491108717209</c:v>
                </c:pt>
                <c:pt idx="254">
                  <c:v>1335.9090722752276</c:v>
                </c:pt>
                <c:pt idx="255">
                  <c:v>1336.5661656868306</c:v>
                </c:pt>
                <c:pt idx="256">
                  <c:v>1337.2203899462515</c:v>
                </c:pt>
                <c:pt idx="257">
                  <c:v>1337.8717438988047</c:v>
                </c:pt>
                <c:pt idx="258">
                  <c:v>1338.5202263953076</c:v>
                </c:pt>
                <c:pt idx="259">
                  <c:v>1339.165836292156</c:v>
                </c:pt>
                <c:pt idx="260">
                  <c:v>1339.8085724512866</c:v>
                </c:pt>
                <c:pt idx="261">
                  <c:v>1340.4484337402305</c:v>
                </c:pt>
                <c:pt idx="262">
                  <c:v>1341.0854190319046</c:v>
                </c:pt>
                <c:pt idx="263">
                  <c:v>1341.719527204903</c:v>
                </c:pt>
                <c:pt idx="264">
                  <c:v>1342.3507571432754</c:v>
                </c:pt>
                <c:pt idx="265">
                  <c:v>1342.9791077365339</c:v>
                </c:pt>
                <c:pt idx="266">
                  <c:v>1343.6045778797532</c:v>
                </c:pt>
                <c:pt idx="267">
                  <c:v>1344.2271664734637</c:v>
                </c:pt>
                <c:pt idx="268">
                  <c:v>1344.8468724236245</c:v>
                </c:pt>
                <c:pt idx="269">
                  <c:v>1345.463694641797</c:v>
                </c:pt>
                <c:pt idx="270">
                  <c:v>1346.0776320448176</c:v>
                </c:pt>
                <c:pt idx="271">
                  <c:v>1346.6886835551729</c:v>
                </c:pt>
                <c:pt idx="272">
                  <c:v>1347.2968481007003</c:v>
                </c:pt>
                <c:pt idx="273">
                  <c:v>1347.9021246146019</c:v>
                </c:pt>
                <c:pt idx="274">
                  <c:v>1348.5045120356499</c:v>
                </c:pt>
                <c:pt idx="275">
                  <c:v>1349.1040093080219</c:v>
                </c:pt>
                <c:pt idx="276">
                  <c:v>1349.7006153811892</c:v>
                </c:pt>
                <c:pt idx="277">
                  <c:v>1350.2943292100854</c:v>
                </c:pt>
                <c:pt idx="278">
                  <c:v>1350.8851497551402</c:v>
                </c:pt>
                <c:pt idx="279">
                  <c:v>1351.4730759820668</c:v>
                </c:pt>
                <c:pt idx="280">
                  <c:v>1352.0581068620188</c:v>
                </c:pt>
                <c:pt idx="281">
                  <c:v>1352.6402413714407</c:v>
                </c:pt>
                <c:pt idx="282">
                  <c:v>1353.2194784922604</c:v>
                </c:pt>
                <c:pt idx="283">
                  <c:v>1353.7958172116391</c:v>
                </c:pt>
                <c:pt idx="284">
                  <c:v>1354.369256522252</c:v>
                </c:pt>
                <c:pt idx="285">
                  <c:v>1354.9397954219644</c:v>
                </c:pt>
                <c:pt idx="286">
                  <c:v>1355.5074329140846</c:v>
                </c:pt>
                <c:pt idx="287">
                  <c:v>1356.0721680071592</c:v>
                </c:pt>
                <c:pt idx="288">
                  <c:v>1356.6339997151563</c:v>
                </c:pt>
                <c:pt idx="289">
                  <c:v>1357.1929270572809</c:v>
                </c:pt>
                <c:pt idx="290">
                  <c:v>1357.7489490581127</c:v>
                </c:pt>
                <c:pt idx="291">
                  <c:v>1358.3020647475369</c:v>
                </c:pt>
                <c:pt idx="292">
                  <c:v>1358.8522731605651</c:v>
                </c:pt>
                <c:pt idx="293">
                  <c:v>1359.3995733377317</c:v>
                </c:pt>
                <c:pt idx="294">
                  <c:v>1359.943964324772</c:v>
                </c:pt>
                <c:pt idx="295">
                  <c:v>1360.4854451725355</c:v>
                </c:pt>
                <c:pt idx="296">
                  <c:v>1361.0240149374163</c:v>
                </c:pt>
                <c:pt idx="297">
                  <c:v>1361.5596726807537</c:v>
                </c:pt>
                <c:pt idx="298">
                  <c:v>1362.0924174694858</c:v>
                </c:pt>
                <c:pt idx="299">
                  <c:v>1362.6222483755257</c:v>
                </c:pt>
                <c:pt idx="300">
                  <c:v>1363.1491644761238</c:v>
                </c:pt>
                <c:pt idx="301">
                  <c:v>1363.6731648537809</c:v>
                </c:pt>
                <c:pt idx="302">
                  <c:v>1364.1942485961592</c:v>
                </c:pt>
                <c:pt idx="303">
                  <c:v>1364.7124147961915</c:v>
                </c:pt>
                <c:pt idx="304">
                  <c:v>1365.2276625519869</c:v>
                </c:pt>
                <c:pt idx="305">
                  <c:v>1365.7399909669348</c:v>
                </c:pt>
                <c:pt idx="306">
                  <c:v>1366.2493991495046</c:v>
                </c:pt>
                <c:pt idx="307">
                  <c:v>1366.755886213449</c:v>
                </c:pt>
                <c:pt idx="308">
                  <c:v>1367.2594512776784</c:v>
                </c:pt>
                <c:pt idx="309">
                  <c:v>1367.7600934662491</c:v>
                </c:pt>
                <c:pt idx="310">
                  <c:v>1368.257811908489</c:v>
                </c:pt>
                <c:pt idx="311">
                  <c:v>1368.7526057387713</c:v>
                </c:pt>
                <c:pt idx="312">
                  <c:v>1369.2444740966771</c:v>
                </c:pt>
                <c:pt idx="313">
                  <c:v>1369.7334161269346</c:v>
                </c:pt>
                <c:pt idx="314">
                  <c:v>1370.2194309795143</c:v>
                </c:pt>
                <c:pt idx="315">
                  <c:v>1370.7025178093579</c:v>
                </c:pt>
                <c:pt idx="316">
                  <c:v>1371.1826757766582</c:v>
                </c:pt>
                <c:pt idx="317">
                  <c:v>1371.6599040467254</c:v>
                </c:pt>
                <c:pt idx="318">
                  <c:v>1372.1342017898955</c:v>
                </c:pt>
                <c:pt idx="319">
                  <c:v>1372.605568181787</c:v>
                </c:pt>
                <c:pt idx="320">
                  <c:v>1373.0740024030479</c:v>
                </c:pt>
                <c:pt idx="321">
                  <c:v>1373.5395036393397</c:v>
                </c:pt>
                <c:pt idx="322">
                  <c:v>1374.0020710815372</c:v>
                </c:pt>
                <c:pt idx="323">
                  <c:v>1374.4617039256182</c:v>
                </c:pt>
                <c:pt idx="324">
                  <c:v>1374.9184013725796</c:v>
                </c:pt>
                <c:pt idx="325">
                  <c:v>1375.3721626285253</c:v>
                </c:pt>
                <c:pt idx="326">
                  <c:v>1375.8229869046654</c:v>
                </c:pt>
                <c:pt idx="327">
                  <c:v>1376.2708734172074</c:v>
                </c:pt>
                <c:pt idx="328">
                  <c:v>1376.7158213875175</c:v>
                </c:pt>
                <c:pt idx="329">
                  <c:v>1377.1578300419146</c:v>
                </c:pt>
                <c:pt idx="330">
                  <c:v>1377.5968986118762</c:v>
                </c:pt>
                <c:pt idx="331">
                  <c:v>1378.0330263338126</c:v>
                </c:pt>
                <c:pt idx="332">
                  <c:v>1378.4662124492984</c:v>
                </c:pt>
                <c:pt idx="333">
                  <c:v>1378.896456204897</c:v>
                </c:pt>
                <c:pt idx="334">
                  <c:v>1379.3237568521404</c:v>
                </c:pt>
                <c:pt idx="335">
                  <c:v>1379.7481136476765</c:v>
                </c:pt>
                <c:pt idx="336">
                  <c:v>1380.1695258531236</c:v>
                </c:pt>
                <c:pt idx="337">
                  <c:v>1380.5879927351421</c:v>
                </c:pt>
                <c:pt idx="338">
                  <c:v>1381.0035135653561</c:v>
                </c:pt>
                <c:pt idx="339">
                  <c:v>1381.4160876205096</c:v>
                </c:pt>
                <c:pt idx="340">
                  <c:v>1381.8257141821582</c:v>
                </c:pt>
                <c:pt idx="341">
                  <c:v>1382.2323925370058</c:v>
                </c:pt>
                <c:pt idx="342">
                  <c:v>1382.6361219766864</c:v>
                </c:pt>
                <c:pt idx="343">
                  <c:v>1383.0369017978405</c:v>
                </c:pt>
                <c:pt idx="344">
                  <c:v>1383.4347313020839</c:v>
                </c:pt>
                <c:pt idx="345">
                  <c:v>1383.8296097959624</c:v>
                </c:pt>
                <c:pt idx="346">
                  <c:v>1384.2215365910788</c:v>
                </c:pt>
                <c:pt idx="347">
                  <c:v>1384.6105110039089</c:v>
                </c:pt>
                <c:pt idx="348">
                  <c:v>1384.9965323559134</c:v>
                </c:pt>
                <c:pt idx="349">
                  <c:v>1385.3795999735889</c:v>
                </c:pt>
                <c:pt idx="350">
                  <c:v>1385.759713188226</c:v>
                </c:pt>
                <c:pt idx="351">
                  <c:v>1386.1368713362961</c:v>
                </c:pt>
                <c:pt idx="352">
                  <c:v>1386.5110737589089</c:v>
                </c:pt>
                <c:pt idx="353">
                  <c:v>1386.882319802314</c:v>
                </c:pt>
                <c:pt idx="354">
                  <c:v>1387.2506088176526</c:v>
                </c:pt>
                <c:pt idx="355">
                  <c:v>1387.6159401610048</c:v>
                </c:pt>
                <c:pt idx="356">
                  <c:v>1387.9783131933684</c:v>
                </c:pt>
                <c:pt idx="357">
                  <c:v>1388.3377272805974</c:v>
                </c:pt>
                <c:pt idx="358">
                  <c:v>1388.6941817934958</c:v>
                </c:pt>
                <c:pt idx="359">
                  <c:v>1389.0476761078103</c:v>
                </c:pt>
                <c:pt idx="360">
                  <c:v>1389.3982096041873</c:v>
                </c:pt>
                <c:pt idx="361">
                  <c:v>1389.7457816680935</c:v>
                </c:pt>
                <c:pt idx="362">
                  <c:v>1390.090391689989</c:v>
                </c:pt>
                <c:pt idx="363">
                  <c:v>1390.4320390652115</c:v>
                </c:pt>
                <c:pt idx="364">
                  <c:v>1390.7707231939044</c:v>
                </c:pt>
                <c:pt idx="365">
                  <c:v>1391.1064434812024</c:v>
                </c:pt>
                <c:pt idx="366">
                  <c:v>1391.4391993370441</c:v>
                </c:pt>
                <c:pt idx="367">
                  <c:v>1391.7689901762333</c:v>
                </c:pt>
                <c:pt idx="368">
                  <c:v>1392.0958154185253</c:v>
                </c:pt>
                <c:pt idx="369">
                  <c:v>1392.419674488486</c:v>
                </c:pt>
                <c:pt idx="370">
                  <c:v>1392.7405668155477</c:v>
                </c:pt>
                <c:pt idx="371">
                  <c:v>1393.0584918339691</c:v>
                </c:pt>
                <c:pt idx="372">
                  <c:v>1393.3734489829706</c:v>
                </c:pt>
                <c:pt idx="373">
                  <c:v>1393.6854377064863</c:v>
                </c:pt>
                <c:pt idx="374">
                  <c:v>1393.9944574533856</c:v>
                </c:pt>
                <c:pt idx="375">
                  <c:v>1394.3005076773504</c:v>
                </c:pt>
                <c:pt idx="376">
                  <c:v>1394.6035878369437</c:v>
                </c:pt>
                <c:pt idx="377">
                  <c:v>1394.9036973954942</c:v>
                </c:pt>
                <c:pt idx="378">
                  <c:v>1395.200835821179</c:v>
                </c:pt>
                <c:pt idx="379">
                  <c:v>1395.4950025870894</c:v>
                </c:pt>
                <c:pt idx="380">
                  <c:v>1395.786197171052</c:v>
                </c:pt>
                <c:pt idx="381">
                  <c:v>1396.0744190556957</c:v>
                </c:pt>
                <c:pt idx="382">
                  <c:v>1396.3596677285404</c:v>
                </c:pt>
                <c:pt idx="383">
                  <c:v>1396.6419426818632</c:v>
                </c:pt>
                <c:pt idx="384">
                  <c:v>1396.9212434128224</c:v>
                </c:pt>
                <c:pt idx="385">
                  <c:v>1397.1975694232981</c:v>
                </c:pt>
                <c:pt idx="386">
                  <c:v>1397.4709202200272</c:v>
                </c:pt>
                <c:pt idx="387">
                  <c:v>1397.7412953145081</c:v>
                </c:pt>
                <c:pt idx="388">
                  <c:v>1398.0086942230832</c:v>
                </c:pt>
                <c:pt idx="389">
                  <c:v>1398.2731164668874</c:v>
                </c:pt>
                <c:pt idx="390">
                  <c:v>1398.534561571784</c:v>
                </c:pt>
                <c:pt idx="391">
                  <c:v>1398.7930290684544</c:v>
                </c:pt>
                <c:pt idx="392">
                  <c:v>1399.0485184924091</c:v>
                </c:pt>
                <c:pt idx="393">
                  <c:v>1399.3010293838934</c:v>
                </c:pt>
                <c:pt idx="394">
                  <c:v>1399.5505612879278</c:v>
                </c:pt>
                <c:pt idx="395">
                  <c:v>1399.7971137543223</c:v>
                </c:pt>
                <c:pt idx="396">
                  <c:v>1400.0406863376497</c:v>
                </c:pt>
                <c:pt idx="397">
                  <c:v>1400.2812785972817</c:v>
                </c:pt>
                <c:pt idx="398">
                  <c:v>1400.5188900973164</c:v>
                </c:pt>
                <c:pt idx="399">
                  <c:v>1400.7535204066035</c:v>
                </c:pt>
                <c:pt idx="400">
                  <c:v>1400.9851690988023</c:v>
                </c:pt>
                <c:pt idx="401">
                  <c:v>1401.2138357523186</c:v>
                </c:pt>
                <c:pt idx="402">
                  <c:v>1401.4395199502846</c:v>
                </c:pt>
                <c:pt idx="403">
                  <c:v>1401.6622212805721</c:v>
                </c:pt>
                <c:pt idx="404">
                  <c:v>1401.8819393358624</c:v>
                </c:pt>
                <c:pt idx="405">
                  <c:v>1402.0986737135152</c:v>
                </c:pt>
                <c:pt idx="406">
                  <c:v>1402.3124240156938</c:v>
                </c:pt>
                <c:pt idx="407">
                  <c:v>1402.5231898492223</c:v>
                </c:pt>
                <c:pt idx="408">
                  <c:v>1402.730970825771</c:v>
                </c:pt>
                <c:pt idx="409">
                  <c:v>1402.9357665617242</c:v>
                </c:pt>
                <c:pt idx="410">
                  <c:v>1403.1375766780593</c:v>
                </c:pt>
                <c:pt idx="411">
                  <c:v>1403.3364008006279</c:v>
                </c:pt>
                <c:pt idx="412">
                  <c:v>1403.5322385599916</c:v>
                </c:pt>
                <c:pt idx="413">
                  <c:v>1403.7250895913921</c:v>
                </c:pt>
                <c:pt idx="414">
                  <c:v>1403.9149535348297</c:v>
                </c:pt>
                <c:pt idx="415">
                  <c:v>1404.1018300349895</c:v>
                </c:pt>
                <c:pt idx="416">
                  <c:v>1404.2857187413508</c:v>
                </c:pt>
                <c:pt idx="417">
                  <c:v>1404.4666193080245</c:v>
                </c:pt>
                <c:pt idx="418">
                  <c:v>1404.6445313938398</c:v>
                </c:pt>
                <c:pt idx="419">
                  <c:v>1404.8194546624118</c:v>
                </c:pt>
                <c:pt idx="420">
                  <c:v>1404.9913887819919</c:v>
                </c:pt>
                <c:pt idx="421">
                  <c:v>1405.1603334255863</c:v>
                </c:pt>
                <c:pt idx="422">
                  <c:v>1405.3262882708525</c:v>
                </c:pt>
                <c:pt idx="423">
                  <c:v>1405.4892530002155</c:v>
                </c:pt>
                <c:pt idx="424">
                  <c:v>1405.6492273007786</c:v>
                </c:pt>
                <c:pt idx="425">
                  <c:v>1405.8062108643107</c:v>
                </c:pt>
                <c:pt idx="426">
                  <c:v>1405.9602033873184</c:v>
                </c:pt>
                <c:pt idx="427">
                  <c:v>1406.1112045710065</c:v>
                </c:pt>
                <c:pt idx="428">
                  <c:v>1406.2592141212149</c:v>
                </c:pt>
                <c:pt idx="429">
                  <c:v>1406.404231748543</c:v>
                </c:pt>
                <c:pt idx="430">
                  <c:v>1406.5462571682492</c:v>
                </c:pt>
                <c:pt idx="431">
                  <c:v>1406.6852901002835</c:v>
                </c:pt>
                <c:pt idx="432">
                  <c:v>1406.8213302693107</c:v>
                </c:pt>
                <c:pt idx="433">
                  <c:v>1406.9543774046147</c:v>
                </c:pt>
                <c:pt idx="434">
                  <c:v>1407.0844312402294</c:v>
                </c:pt>
                <c:pt idx="435">
                  <c:v>1407.2114915148143</c:v>
                </c:pt>
                <c:pt idx="436">
                  <c:v>1407.3355579717495</c:v>
                </c:pt>
                <c:pt idx="437">
                  <c:v>1407.4566303590982</c:v>
                </c:pt>
                <c:pt idx="438">
                  <c:v>1407.5747084295524</c:v>
                </c:pt>
                <c:pt idx="439">
                  <c:v>1407.6897919405499</c:v>
                </c:pt>
                <c:pt idx="440">
                  <c:v>1407.8018806541188</c:v>
                </c:pt>
                <c:pt idx="441">
                  <c:v>1407.9109743370418</c:v>
                </c:pt>
                <c:pt idx="442">
                  <c:v>1408.0170727607187</c:v>
                </c:pt>
                <c:pt idx="443">
                  <c:v>1408.1201757012159</c:v>
                </c:pt>
                <c:pt idx="444">
                  <c:v>1408.2202829393268</c:v>
                </c:pt>
                <c:pt idx="445">
                  <c:v>1408.3173942604069</c:v>
                </c:pt>
                <c:pt idx="446">
                  <c:v>1408.4115094545991</c:v>
                </c:pt>
                <c:pt idx="447">
                  <c:v>1408.5026283166687</c:v>
                </c:pt>
                <c:pt idx="448">
                  <c:v>1408.5907506459828</c:v>
                </c:pt>
                <c:pt idx="449">
                  <c:v>1408.6758762466197</c:v>
                </c:pt>
                <c:pt idx="450">
                  <c:v>1408.7580049273788</c:v>
                </c:pt>
                <c:pt idx="451">
                  <c:v>1408.8371365015639</c:v>
                </c:pt>
                <c:pt idx="452">
                  <c:v>1408.9132707873075</c:v>
                </c:pt>
                <c:pt idx="453">
                  <c:v>1408.9864076073352</c:v>
                </c:pt>
                <c:pt idx="454">
                  <c:v>1409.0565467889649</c:v>
                </c:pt>
                <c:pt idx="455">
                  <c:v>1409.1236881642521</c:v>
                </c:pt>
                <c:pt idx="456">
                  <c:v>1409.1878315698805</c:v>
                </c:pt>
                <c:pt idx="457">
                  <c:v>1409.2489768472069</c:v>
                </c:pt>
                <c:pt idx="458">
                  <c:v>1409.3071238422119</c:v>
                </c:pt>
                <c:pt idx="459">
                  <c:v>1409.3622724055394</c:v>
                </c:pt>
                <c:pt idx="460">
                  <c:v>1409.4144223925216</c:v>
                </c:pt>
                <c:pt idx="461">
                  <c:v>1409.463573663038</c:v>
                </c:pt>
                <c:pt idx="462">
                  <c:v>1409.5097260817772</c:v>
                </c:pt>
                <c:pt idx="463">
                  <c:v>1409.5528795179498</c:v>
                </c:pt>
                <c:pt idx="464">
                  <c:v>1409.5930338454459</c:v>
                </c:pt>
                <c:pt idx="465">
                  <c:v>1409.6301889428662</c:v>
                </c:pt>
                <c:pt idx="466">
                  <c:v>1409.6643446933479</c:v>
                </c:pt>
                <c:pt idx="467">
                  <c:v>1409.6955009847959</c:v>
                </c:pt>
                <c:pt idx="468">
                  <c:v>1409.723657709694</c:v>
                </c:pt>
                <c:pt idx="469">
                  <c:v>1409.7488147651932</c:v>
                </c:pt>
                <c:pt idx="470">
                  <c:v>1409.7709720530568</c:v>
                </c:pt>
                <c:pt idx="471">
                  <c:v>1409.7901294797241</c:v>
                </c:pt>
                <c:pt idx="472">
                  <c:v>1409.8062869563148</c:v>
                </c:pt>
                <c:pt idx="473">
                  <c:v>1409.8194443985772</c:v>
                </c:pt>
                <c:pt idx="474">
                  <c:v>1409.8296017268194</c:v>
                </c:pt>
                <c:pt idx="475">
                  <c:v>1409.8367588660824</c:v>
                </c:pt>
                <c:pt idx="476">
                  <c:v>1409.8409157460515</c:v>
                </c:pt>
                <c:pt idx="477">
                  <c:v>1409.8420723010747</c:v>
                </c:pt>
                <c:pt idx="478">
                  <c:v>1409.8402284700467</c:v>
                </c:pt>
                <c:pt idx="479">
                  <c:v>1409.8353841965984</c:v>
                </c:pt>
                <c:pt idx="480">
                  <c:v>1409.8275394289594</c:v>
                </c:pt>
                <c:pt idx="481">
                  <c:v>1409.8166941200705</c:v>
                </c:pt>
                <c:pt idx="482">
                  <c:v>1409.8028482274408</c:v>
                </c:pt>
                <c:pt idx="483">
                  <c:v>1409.7860017132525</c:v>
                </c:pt>
                <c:pt idx="484">
                  <c:v>1409.7661545443625</c:v>
                </c:pt>
                <c:pt idx="485">
                  <c:v>1409.743306692201</c:v>
                </c:pt>
                <c:pt idx="486">
                  <c:v>1409.7174581329025</c:v>
                </c:pt>
                <c:pt idx="487">
                  <c:v>1409.6886088472647</c:v>
                </c:pt>
                <c:pt idx="488">
                  <c:v>1409.6567588206649</c:v>
                </c:pt>
                <c:pt idx="489">
                  <c:v>1409.6219080431893</c:v>
                </c:pt>
                <c:pt idx="490">
                  <c:v>1409.5840565095318</c:v>
                </c:pt>
                <c:pt idx="491">
                  <c:v>1409.5432042190625</c:v>
                </c:pt>
                <c:pt idx="492">
                  <c:v>1409.4993511757343</c:v>
                </c:pt>
                <c:pt idx="493">
                  <c:v>1409.4524973882583</c:v>
                </c:pt>
                <c:pt idx="494">
                  <c:v>1409.4026428698764</c:v>
                </c:pt>
                <c:pt idx="495">
                  <c:v>1409.3497876386086</c:v>
                </c:pt>
                <c:pt idx="496">
                  <c:v>1409.293931716973</c:v>
                </c:pt>
                <c:pt idx="497">
                  <c:v>1409.2350751322447</c:v>
                </c:pt>
                <c:pt idx="498">
                  <c:v>1409.17321791631</c:v>
                </c:pt>
                <c:pt idx="499">
                  <c:v>1409.1083601057412</c:v>
                </c:pt>
                <c:pt idx="500">
                  <c:v>1409.0405017417499</c:v>
                </c:pt>
                <c:pt idx="501">
                  <c:v>1408.9696428701545</c:v>
                </c:pt>
                <c:pt idx="502">
                  <c:v>1408.8957835414565</c:v>
                </c:pt>
                <c:pt idx="503">
                  <c:v>1408.8189238108614</c:v>
                </c:pt>
                <c:pt idx="504">
                  <c:v>1408.7390637381325</c:v>
                </c:pt>
                <c:pt idx="505">
                  <c:v>1408.6562033877967</c:v>
                </c:pt>
                <c:pt idx="506">
                  <c:v>1408.5703428289348</c:v>
                </c:pt>
                <c:pt idx="507">
                  <c:v>1408.4814821353407</c:v>
                </c:pt>
                <c:pt idx="508">
                  <c:v>1408.3896213854987</c:v>
                </c:pt>
                <c:pt idx="509">
                  <c:v>1408.2947606624518</c:v>
                </c:pt>
                <c:pt idx="510">
                  <c:v>1408.19690005403</c:v>
                </c:pt>
                <c:pt idx="511">
                  <c:v>1408.0960396526109</c:v>
                </c:pt>
                <c:pt idx="512">
                  <c:v>1407.9921795552877</c:v>
                </c:pt>
                <c:pt idx="513">
                  <c:v>1407.8853198638656</c:v>
                </c:pt>
                <c:pt idx="514">
                  <c:v>1407.7754606847006</c:v>
                </c:pt>
                <c:pt idx="515">
                  <c:v>1407.6626021289294</c:v>
                </c:pt>
                <c:pt idx="516">
                  <c:v>1407.5467443122675</c:v>
                </c:pt>
                <c:pt idx="517">
                  <c:v>1407.4278873551643</c:v>
                </c:pt>
                <c:pt idx="518">
                  <c:v>1407.3060313826941</c:v>
                </c:pt>
                <c:pt idx="519">
                  <c:v>1407.1811765246262</c:v>
                </c:pt>
                <c:pt idx="520">
                  <c:v>1407.0533229154316</c:v>
                </c:pt>
                <c:pt idx="521">
                  <c:v>1406.9224706941725</c:v>
                </c:pt>
                <c:pt idx="522">
                  <c:v>1406.7886200046748</c:v>
                </c:pt>
                <c:pt idx="523">
                  <c:v>1406.6517709953682</c:v>
                </c:pt>
                <c:pt idx="524">
                  <c:v>1406.5119238194352</c:v>
                </c:pt>
                <c:pt idx="525">
                  <c:v>1406.3690786346776</c:v>
                </c:pt>
                <c:pt idx="526">
                  <c:v>1406.2232356036245</c:v>
                </c:pt>
                <c:pt idx="527">
                  <c:v>1406.0743948934551</c:v>
                </c:pt>
                <c:pt idx="528">
                  <c:v>1405.9225566760374</c:v>
                </c:pt>
                <c:pt idx="529">
                  <c:v>1405.7677211279395</c:v>
                </c:pt>
                <c:pt idx="530">
                  <c:v>1405.6098884304452</c:v>
                </c:pt>
                <c:pt idx="531">
                  <c:v>1405.4490587694602</c:v>
                </c:pt>
                <c:pt idx="532">
                  <c:v>1405.2852323356515</c:v>
                </c:pt>
                <c:pt idx="533">
                  <c:v>1405.1184093243442</c:v>
                </c:pt>
                <c:pt idx="534">
                  <c:v>1404.9485899355514</c:v>
                </c:pt>
                <c:pt idx="535">
                  <c:v>1404.7757743740096</c:v>
                </c:pt>
                <c:pt idx="536">
                  <c:v>1404.5999628491568</c:v>
                </c:pt>
                <c:pt idx="537">
                  <c:v>1404.421155575094</c:v>
                </c:pt>
                <c:pt idx="538">
                  <c:v>1404.2393527706961</c:v>
                </c:pt>
                <c:pt idx="539">
                  <c:v>1404.0545546594597</c:v>
                </c:pt>
                <c:pt idx="540">
                  <c:v>1403.8667614696722</c:v>
                </c:pt>
                <c:pt idx="541">
                  <c:v>1403.6759734342638</c:v>
                </c:pt>
                <c:pt idx="542">
                  <c:v>1403.4821907909291</c:v>
                </c:pt>
                <c:pt idx="543">
                  <c:v>1403.2854137820359</c:v>
                </c:pt>
                <c:pt idx="544">
                  <c:v>1403.0856426546904</c:v>
                </c:pt>
                <c:pt idx="545">
                  <c:v>1402.8828776607556</c:v>
                </c:pt>
                <c:pt idx="546">
                  <c:v>1402.6771190567349</c:v>
                </c:pt>
                <c:pt idx="547">
                  <c:v>1402.4683671039263</c:v>
                </c:pt>
                <c:pt idx="548">
                  <c:v>1402.2566220683175</c:v>
                </c:pt>
                <c:pt idx="549">
                  <c:v>1402.0418842206218</c:v>
                </c:pt>
                <c:pt idx="550">
                  <c:v>1401.8241538363286</c:v>
                </c:pt>
                <c:pt idx="551">
                  <c:v>1401.6034311956073</c:v>
                </c:pt>
                <c:pt idx="552">
                  <c:v>1401.3797165834008</c:v>
                </c:pt>
                <c:pt idx="553">
                  <c:v>1401.1530102893835</c:v>
                </c:pt>
                <c:pt idx="554">
                  <c:v>1400.9233126079687</c:v>
                </c:pt>
                <c:pt idx="555">
                  <c:v>1400.6906238383037</c:v>
                </c:pt>
                <c:pt idx="556">
                  <c:v>1400.4549442842974</c:v>
                </c:pt>
                <c:pt idx="557">
                  <c:v>1400.2162742546093</c:v>
                </c:pt>
                <c:pt idx="558">
                  <c:v>1399.9746140626421</c:v>
                </c:pt>
                <c:pt idx="559">
                  <c:v>1399.7299640265483</c:v>
                </c:pt>
                <c:pt idx="560">
                  <c:v>1399.4823244692589</c:v>
                </c:pt>
                <c:pt idx="561">
                  <c:v>1399.2316957184785</c:v>
                </c:pt>
                <c:pt idx="562">
                  <c:v>1398.9780781066393</c:v>
                </c:pt>
                <c:pt idx="563">
                  <c:v>1398.7214719709596</c:v>
                </c:pt>
                <c:pt idx="564">
                  <c:v>1398.4618776534228</c:v>
                </c:pt>
                <c:pt idx="565">
                  <c:v>1398.1992955007859</c:v>
                </c:pt>
                <c:pt idx="566">
                  <c:v>1397.9337258645965</c:v>
                </c:pt>
                <c:pt idx="567">
                  <c:v>1397.6651691011614</c:v>
                </c:pt>
                <c:pt idx="568">
                  <c:v>1397.3936255715976</c:v>
                </c:pt>
                <c:pt idx="569">
                  <c:v>1397.1190956417809</c:v>
                </c:pt>
                <c:pt idx="570">
                  <c:v>1396.8415796823683</c:v>
                </c:pt>
                <c:pt idx="571">
                  <c:v>1396.5610780688726</c:v>
                </c:pt>
                <c:pt idx="572">
                  <c:v>1396.2775911815133</c:v>
                </c:pt>
                <c:pt idx="573">
                  <c:v>1395.9911194053759</c:v>
                </c:pt>
                <c:pt idx="574">
                  <c:v>1395.7016631303168</c:v>
                </c:pt>
                <c:pt idx="575">
                  <c:v>1395.4092227510109</c:v>
                </c:pt>
                <c:pt idx="576">
                  <c:v>1395.1137986669376</c:v>
                </c:pt>
                <c:pt idx="577">
                  <c:v>1394.8153912824027</c:v>
                </c:pt>
                <c:pt idx="578">
                  <c:v>1394.5140010064999</c:v>
                </c:pt>
                <c:pt idx="579">
                  <c:v>1394.20962825319</c:v>
                </c:pt>
                <c:pt idx="580">
                  <c:v>1393.9022734411797</c:v>
                </c:pt>
                <c:pt idx="581">
                  <c:v>1393.5919369940691</c:v>
                </c:pt>
                <c:pt idx="582">
                  <c:v>1393.2786193402951</c:v>
                </c:pt>
                <c:pt idx="583">
                  <c:v>1392.9623209131037</c:v>
                </c:pt>
                <c:pt idx="584">
                  <c:v>1392.6430421505629</c:v>
                </c:pt>
                <c:pt idx="585">
                  <c:v>1392.3207834956113</c:v>
                </c:pt>
                <c:pt idx="586">
                  <c:v>1391.9955453960199</c:v>
                </c:pt>
                <c:pt idx="587">
                  <c:v>1391.6673283044172</c:v>
                </c:pt>
                <c:pt idx="588">
                  <c:v>1391.3361326782826</c:v>
                </c:pt>
                <c:pt idx="589">
                  <c:v>1391.0019589799435</c:v>
                </c:pt>
                <c:pt idx="590">
                  <c:v>1390.6648076766232</c:v>
                </c:pt>
                <c:pt idx="591">
                  <c:v>1390.3246792403665</c:v>
                </c:pt>
                <c:pt idx="592">
                  <c:v>1389.9815741481159</c:v>
                </c:pt>
                <c:pt idx="593">
                  <c:v>1389.6354928816813</c:v>
                </c:pt>
                <c:pt idx="594">
                  <c:v>1389.2864359277626</c:v>
                </c:pt>
                <c:pt idx="595">
                  <c:v>1388.9344037779131</c:v>
                </c:pt>
                <c:pt idx="596">
                  <c:v>1388.5793969286126</c:v>
                </c:pt>
                <c:pt idx="597">
                  <c:v>1388.2214158811839</c:v>
                </c:pt>
                <c:pt idx="598">
                  <c:v>1387.8604611418809</c:v>
                </c:pt>
                <c:pt idx="599">
                  <c:v>1387.4965332218474</c:v>
                </c:pt>
                <c:pt idx="600">
                  <c:v>1387.1296326371469</c:v>
                </c:pt>
                <c:pt idx="601">
                  <c:v>1386.7597599087139</c:v>
                </c:pt>
                <c:pt idx="602">
                  <c:v>1386.3869155624409</c:v>
                </c:pt>
                <c:pt idx="603">
                  <c:v>1386.0111001290977</c:v>
                </c:pt>
                <c:pt idx="604">
                  <c:v>1385.6323141443913</c:v>
                </c:pt>
                <c:pt idx="605">
                  <c:v>1385.2505581489843</c:v>
                </c:pt>
                <c:pt idx="606">
                  <c:v>1384.865832688411</c:v>
                </c:pt>
                <c:pt idx="607">
                  <c:v>1384.4781383132024</c:v>
                </c:pt>
                <c:pt idx="608">
                  <c:v>1384.0874755787825</c:v>
                </c:pt>
                <c:pt idx="609">
                  <c:v>1383.6938450455648</c:v>
                </c:pt>
                <c:pt idx="610">
                  <c:v>1383.2972472788636</c:v>
                </c:pt>
                <c:pt idx="611">
                  <c:v>1382.897682848981</c:v>
                </c:pt>
                <c:pt idx="612">
                  <c:v>1382.4951523311963</c:v>
                </c:pt>
                <c:pt idx="613">
                  <c:v>1382.0896563056936</c:v>
                </c:pt>
                <c:pt idx="614">
                  <c:v>1381.6811953576894</c:v>
                </c:pt>
                <c:pt idx="615">
                  <c:v>1381.2697700773172</c:v>
                </c:pt>
                <c:pt idx="616">
                  <c:v>1380.8553810597607</c:v>
                </c:pt>
                <c:pt idx="617">
                  <c:v>1380.4380289051196</c:v>
                </c:pt>
                <c:pt idx="618">
                  <c:v>1380.0177142185414</c:v>
                </c:pt>
                <c:pt idx="619">
                  <c:v>1379.5944376101179</c:v>
                </c:pt>
                <c:pt idx="620">
                  <c:v>1379.1681996949496</c:v>
                </c:pt>
                <c:pt idx="621">
                  <c:v>1378.7390010931979</c:v>
                </c:pt>
                <c:pt idx="622">
                  <c:v>1378.3068424299756</c:v>
                </c:pt>
                <c:pt idx="623">
                  <c:v>1377.8717243354351</c:v>
                </c:pt>
                <c:pt idx="624">
                  <c:v>1377.4336474447216</c:v>
                </c:pt>
                <c:pt idx="625">
                  <c:v>1376.9926123980731</c:v>
                </c:pt>
                <c:pt idx="626">
                  <c:v>1376.5486198406716</c:v>
                </c:pt>
                <c:pt idx="627">
                  <c:v>1376.1016704228323</c:v>
                </c:pt>
                <c:pt idx="628">
                  <c:v>1375.6517647998207</c:v>
                </c:pt>
                <c:pt idx="629">
                  <c:v>1375.1989036320367</c:v>
                </c:pt>
                <c:pt idx="630">
                  <c:v>1374.7430875848625</c:v>
                </c:pt>
                <c:pt idx="631">
                  <c:v>1374.2843173287911</c:v>
                </c:pt>
                <c:pt idx="632">
                  <c:v>1373.8225935393546</c:v>
                </c:pt>
                <c:pt idx="633">
                  <c:v>1373.3579168971801</c:v>
                </c:pt>
                <c:pt idx="634">
                  <c:v>1372.8902880879286</c:v>
                </c:pt>
                <c:pt idx="635">
                  <c:v>1372.4197078023865</c:v>
                </c:pt>
                <c:pt idx="636">
                  <c:v>1371.9461767364098</c:v>
                </c:pt>
                <c:pt idx="637">
                  <c:v>1371.4696955909833</c:v>
                </c:pt>
                <c:pt idx="638">
                  <c:v>1370.9902650721392</c:v>
                </c:pt>
                <c:pt idx="639">
                  <c:v>1370.5078858910495</c:v>
                </c:pt>
                <c:pt idx="640">
                  <c:v>1370.02255876399</c:v>
                </c:pt>
                <c:pt idx="641">
                  <c:v>1369.5342844123654</c:v>
                </c:pt>
                <c:pt idx="642">
                  <c:v>1369.0430635626872</c:v>
                </c:pt>
                <c:pt idx="643">
                  <c:v>1368.5488969466157</c:v>
                </c:pt>
                <c:pt idx="644">
                  <c:v>1368.0517853009494</c:v>
                </c:pt>
                <c:pt idx="645">
                  <c:v>1367.5517293676107</c:v>
                </c:pt>
                <c:pt idx="646">
                  <c:v>1367.0487298936839</c:v>
                </c:pt>
                <c:pt idx="647">
                  <c:v>1366.5427876314357</c:v>
                </c:pt>
                <c:pt idx="648">
                  <c:v>1366.0339033382388</c:v>
                </c:pt>
                <c:pt idx="649">
                  <c:v>1365.5220777766865</c:v>
                </c:pt>
                <c:pt idx="650">
                  <c:v>1365.007311714535</c:v>
                </c:pt>
                <c:pt idx="651">
                  <c:v>1364.4896059247067</c:v>
                </c:pt>
                <c:pt idx="652">
                  <c:v>1363.9689611853305</c:v>
                </c:pt>
                <c:pt idx="653">
                  <c:v>1363.4453782797234</c:v>
                </c:pt>
                <c:pt idx="654">
                  <c:v>1362.9188579963793</c:v>
                </c:pt>
                <c:pt idx="655">
                  <c:v>1362.389401129059</c:v>
                </c:pt>
                <c:pt idx="656">
                  <c:v>1361.8570084766895</c:v>
                </c:pt>
                <c:pt idx="657">
                  <c:v>1361.3216808434518</c:v>
                </c:pt>
                <c:pt idx="658">
                  <c:v>1360.7834190387171</c:v>
                </c:pt>
                <c:pt idx="659">
                  <c:v>1360.242223877138</c:v>
                </c:pt>
                <c:pt idx="660">
                  <c:v>1359.6980961785794</c:v>
                </c:pt>
                <c:pt idx="661">
                  <c:v>1359.1510367681742</c:v>
                </c:pt>
                <c:pt idx="662">
                  <c:v>1358.6010464762812</c:v>
                </c:pt>
                <c:pt idx="663">
                  <c:v>1358.0481261385748</c:v>
                </c:pt>
                <c:pt idx="664">
                  <c:v>1357.4922765959425</c:v>
                </c:pt>
                <c:pt idx="665">
                  <c:v>1356.9334986945871</c:v>
                </c:pt>
                <c:pt idx="666">
                  <c:v>1356.3717932860129</c:v>
                </c:pt>
                <c:pt idx="667">
                  <c:v>1355.8071612269555</c:v>
                </c:pt>
                <c:pt idx="668">
                  <c:v>1355.239603379513</c:v>
                </c:pt>
                <c:pt idx="669">
                  <c:v>1354.6691206110474</c:v>
                </c:pt>
                <c:pt idx="670">
                  <c:v>1354.0957137942619</c:v>
                </c:pt>
                <c:pt idx="671">
                  <c:v>1353.5193838071709</c:v>
                </c:pt>
                <c:pt idx="672">
                  <c:v>1352.9401315331188</c:v>
                </c:pt>
                <c:pt idx="673">
                  <c:v>1352.3579578607737</c:v>
                </c:pt>
                <c:pt idx="674">
                  <c:v>1351.7728636841809</c:v>
                </c:pt>
                <c:pt idx="675">
                  <c:v>1351.1848499027139</c:v>
                </c:pt>
                <c:pt idx="676">
                  <c:v>1350.5939174210998</c:v>
                </c:pt>
                <c:pt idx="677">
                  <c:v>1350.0000671494608</c:v>
                </c:pt>
                <c:pt idx="678">
                  <c:v>1349.4033000032664</c:v>
                </c:pt>
                <c:pt idx="679">
                  <c:v>1348.8036169033708</c:v>
                </c:pt>
                <c:pt idx="680">
                  <c:v>1348.2010187760509</c:v>
                </c:pt>
                <c:pt idx="681">
                  <c:v>1347.595506552954</c:v>
                </c:pt>
                <c:pt idx="682">
                  <c:v>1346.9870811711178</c:v>
                </c:pt>
                <c:pt idx="683">
                  <c:v>1346.3757435730454</c:v>
                </c:pt>
                <c:pt idx="684">
                  <c:v>1345.7614947066252</c:v>
                </c:pt>
                <c:pt idx="685">
                  <c:v>1345.1443355251772</c:v>
                </c:pt>
                <c:pt idx="686">
                  <c:v>1344.5242669874617</c:v>
                </c:pt>
                <c:pt idx="687">
                  <c:v>1343.9012900577034</c:v>
                </c:pt>
                <c:pt idx="688">
                  <c:v>1343.2754057055699</c:v>
                </c:pt>
                <c:pt idx="689">
                  <c:v>1342.6466149061839</c:v>
                </c:pt>
                <c:pt idx="690">
                  <c:v>1342.0149186401623</c:v>
                </c:pt>
                <c:pt idx="691">
                  <c:v>1341.3803178935743</c:v>
                </c:pt>
                <c:pt idx="692">
                  <c:v>1340.7428136580068</c:v>
                </c:pt>
                <c:pt idx="693">
                  <c:v>1340.1024069305211</c:v>
                </c:pt>
                <c:pt idx="694">
                  <c:v>1339.459098713683</c:v>
                </c:pt>
                <c:pt idx="695">
                  <c:v>1338.8128900155916</c:v>
                </c:pt>
                <c:pt idx="696">
                  <c:v>1338.16378184986</c:v>
                </c:pt>
                <c:pt idx="697">
                  <c:v>1337.511775235613</c:v>
                </c:pt>
                <c:pt idx="698">
                  <c:v>1336.856871197552</c:v>
                </c:pt>
                <c:pt idx="699">
                  <c:v>1336.1990707659099</c:v>
                </c:pt>
                <c:pt idx="700">
                  <c:v>1335.5383749764533</c:v>
                </c:pt>
                <c:pt idx="701">
                  <c:v>1334.8747848705657</c:v>
                </c:pt>
                <c:pt idx="702">
                  <c:v>1334.2083014951545</c:v>
                </c:pt>
                <c:pt idx="703">
                  <c:v>1333.5389259027429</c:v>
                </c:pt>
                <c:pt idx="704">
                  <c:v>1332.8666591514332</c:v>
                </c:pt>
                <c:pt idx="705">
                  <c:v>1332.1915023049487</c:v>
                </c:pt>
                <c:pt idx="706">
                  <c:v>1331.5134564325951</c:v>
                </c:pt>
                <c:pt idx="707">
                  <c:v>1330.832522609322</c:v>
                </c:pt>
                <c:pt idx="708">
                  <c:v>1330.1487019157041</c:v>
                </c:pt>
                <c:pt idx="709">
                  <c:v>1329.4619954379477</c:v>
                </c:pt>
                <c:pt idx="710">
                  <c:v>1328.7724042679101</c:v>
                </c:pt>
                <c:pt idx="711">
                  <c:v>1328.0799295031163</c:v>
                </c:pt>
                <c:pt idx="712">
                  <c:v>1327.3845722467456</c:v>
                </c:pt>
                <c:pt idx="713">
                  <c:v>1326.6863336076619</c:v>
                </c:pt>
                <c:pt idx="714">
                  <c:v>1325.985214700403</c:v>
                </c:pt>
                <c:pt idx="715">
                  <c:v>1325.2812166452322</c:v>
                </c:pt>
                <c:pt idx="716">
                  <c:v>1324.5743405680926</c:v>
                </c:pt>
                <c:pt idx="717">
                  <c:v>1323.864587600634</c:v>
                </c:pt>
                <c:pt idx="718">
                  <c:v>1323.1519588802589</c:v>
                </c:pt>
                <c:pt idx="719">
                  <c:v>1322.4364555500808</c:v>
                </c:pt>
                <c:pt idx="720">
                  <c:v>1321.7180787589646</c:v>
                </c:pt>
                <c:pt idx="721">
                  <c:v>1320.9968296615427</c:v>
                </c:pt>
                <c:pt idx="722">
                  <c:v>1320.2727094181967</c:v>
                </c:pt>
                <c:pt idx="723">
                  <c:v>1319.5457191950811</c:v>
                </c:pt>
                <c:pt idx="724">
                  <c:v>1318.8158601641499</c:v>
                </c:pt>
                <c:pt idx="725">
                  <c:v>1318.0831335031303</c:v>
                </c:pt>
                <c:pt idx="726">
                  <c:v>1317.347540395582</c:v>
                </c:pt>
                <c:pt idx="727">
                  <c:v>1316.6090820308486</c:v>
                </c:pt>
                <c:pt idx="728">
                  <c:v>1315.8677596041255</c:v>
                </c:pt>
                <c:pt idx="729">
                  <c:v>1315.1235743164157</c:v>
                </c:pt>
                <c:pt idx="730">
                  <c:v>1314.3765273745882</c:v>
                </c:pt>
                <c:pt idx="731">
                  <c:v>1313.6266199913853</c:v>
                </c:pt>
                <c:pt idx="732">
                  <c:v>1312.8738533853718</c:v>
                </c:pt>
                <c:pt idx="733">
                  <c:v>1312.1182287810195</c:v>
                </c:pt>
                <c:pt idx="734">
                  <c:v>1311.3597474086823</c:v>
                </c:pt>
                <c:pt idx="735">
                  <c:v>1310.5984105046005</c:v>
                </c:pt>
                <c:pt idx="736">
                  <c:v>1309.8342193109384</c:v>
                </c:pt>
                <c:pt idx="737">
                  <c:v>1309.0671750757924</c:v>
                </c:pt>
                <c:pt idx="738">
                  <c:v>1308.2972790531469</c:v>
                </c:pt>
                <c:pt idx="739">
                  <c:v>1307.5245325029655</c:v>
                </c:pt>
                <c:pt idx="740">
                  <c:v>1306.7489366911457</c:v>
                </c:pt>
                <c:pt idx="741">
                  <c:v>1305.9704928895796</c:v>
                </c:pt>
                <c:pt idx="742">
                  <c:v>1305.1892023760865</c:v>
                </c:pt>
                <c:pt idx="743">
                  <c:v>1304.4050664344959</c:v>
                </c:pt>
                <c:pt idx="744">
                  <c:v>1303.618086354654</c:v>
                </c:pt>
                <c:pt idx="745">
                  <c:v>1302.8282634323732</c:v>
                </c:pt>
                <c:pt idx="746">
                  <c:v>1302.0355989695249</c:v>
                </c:pt>
                <c:pt idx="747">
                  <c:v>1301.2400942739771</c:v>
                </c:pt>
                <c:pt idx="748">
                  <c:v>1300.4417506596717</c:v>
                </c:pt>
                <c:pt idx="749">
                  <c:v>1299.6405694465757</c:v>
                </c:pt>
                <c:pt idx="750">
                  <c:v>1298.8365519607325</c:v>
                </c:pt>
                <c:pt idx="751">
                  <c:v>1298.0296995342726</c:v>
                </c:pt>
                <c:pt idx="752">
                  <c:v>1297.220013505404</c:v>
                </c:pt>
                <c:pt idx="753">
                  <c:v>1296.4074952184335</c:v>
                </c:pt>
                <c:pt idx="754">
                  <c:v>1295.5921460237882</c:v>
                </c:pt>
                <c:pt idx="755">
                  <c:v>1294.7739672780187</c:v>
                </c:pt>
                <c:pt idx="756">
                  <c:v>1293.9529603437957</c:v>
                </c:pt>
                <c:pt idx="757">
                  <c:v>1293.1291265899529</c:v>
                </c:pt>
                <c:pt idx="758">
                  <c:v>1292.3024673914765</c:v>
                </c:pt>
                <c:pt idx="759">
                  <c:v>1291.4729841295209</c:v>
                </c:pt>
                <c:pt idx="760">
                  <c:v>1290.6406781914379</c:v>
                </c:pt>
                <c:pt idx="761">
                  <c:v>1289.8055509707556</c:v>
                </c:pt>
                <c:pt idx="762">
                  <c:v>1288.9676038672246</c:v>
                </c:pt>
                <c:pt idx="763">
                  <c:v>1288.1268382868104</c:v>
                </c:pt>
                <c:pt idx="764">
                  <c:v>1287.2832556417175</c:v>
                </c:pt>
                <c:pt idx="765">
                  <c:v>1286.436857350383</c:v>
                </c:pt>
                <c:pt idx="766">
                  <c:v>1285.5876448375161</c:v>
                </c:pt>
                <c:pt idx="767">
                  <c:v>1284.7356195340938</c:v>
                </c:pt>
                <c:pt idx="768">
                  <c:v>1283.8807828773474</c:v>
                </c:pt>
                <c:pt idx="769">
                  <c:v>1283.0231363108549</c:v>
                </c:pt>
                <c:pt idx="770">
                  <c:v>1282.1626812844531</c:v>
                </c:pt>
                <c:pt idx="771">
                  <c:v>1281.2994192543374</c:v>
                </c:pt>
                <c:pt idx="772">
                  <c:v>1280.4333516830138</c:v>
                </c:pt>
                <c:pt idx="773">
                  <c:v>1279.56448003933</c:v>
                </c:pt>
                <c:pt idx="774">
                  <c:v>1278.6928057985194</c:v>
                </c:pt>
                <c:pt idx="775">
                  <c:v>1277.8183304421605</c:v>
                </c:pt>
                <c:pt idx="776">
                  <c:v>1276.941055458251</c:v>
                </c:pt>
                <c:pt idx="777">
                  <c:v>1276.0609823411585</c:v>
                </c:pt>
                <c:pt idx="778">
                  <c:v>1275.1781125916793</c:v>
                </c:pt>
                <c:pt idx="779">
                  <c:v>1274.2924477170077</c:v>
                </c:pt>
                <c:pt idx="780">
                  <c:v>1273.4039892307942</c:v>
                </c:pt>
                <c:pt idx="781">
                  <c:v>1272.5127386531797</c:v>
                </c:pt>
                <c:pt idx="782">
                  <c:v>1271.618697510695</c:v>
                </c:pt>
                <c:pt idx="783">
                  <c:v>1270.7218673364255</c:v>
                </c:pt>
                <c:pt idx="784">
                  <c:v>1269.8222496698963</c:v>
                </c:pt>
                <c:pt idx="785">
                  <c:v>1268.9198460571674</c:v>
                </c:pt>
                <c:pt idx="786">
                  <c:v>1268.0146580507985</c:v>
                </c:pt>
                <c:pt idx="787">
                  <c:v>1267.1066872099036</c:v>
                </c:pt>
                <c:pt idx="788">
                  <c:v>1266.1959351001453</c:v>
                </c:pt>
                <c:pt idx="789">
                  <c:v>1265.2824032937235</c:v>
                </c:pt>
                <c:pt idx="790">
                  <c:v>1264.366093369443</c:v>
                </c:pt>
                <c:pt idx="791">
                  <c:v>1263.4470069126703</c:v>
                </c:pt>
                <c:pt idx="792">
                  <c:v>1262.5251455154112</c:v>
                </c:pt>
                <c:pt idx="793">
                  <c:v>1261.6005107762758</c:v>
                </c:pt>
                <c:pt idx="794">
                  <c:v>1260.6731043004938</c:v>
                </c:pt>
                <c:pt idx="795">
                  <c:v>1259.7429276999617</c:v>
                </c:pt>
                <c:pt idx="796">
                  <c:v>1258.809982593212</c:v>
                </c:pt>
                <c:pt idx="797">
                  <c:v>1257.8742706054932</c:v>
                </c:pt>
                <c:pt idx="798">
                  <c:v>1256.935793368722</c:v>
                </c:pt>
                <c:pt idx="799">
                  <c:v>1255.9945525215021</c:v>
                </c:pt>
                <c:pt idx="800">
                  <c:v>1255.0505497092061</c:v>
                </c:pt>
                <c:pt idx="801">
                  <c:v>1254.103786583901</c:v>
                </c:pt>
                <c:pt idx="802">
                  <c:v>1253.1542648044106</c:v>
                </c:pt>
                <c:pt idx="803">
                  <c:v>1252.2019860363362</c:v>
                </c:pt>
                <c:pt idx="804">
                  <c:v>1251.2469519520585</c:v>
                </c:pt>
                <c:pt idx="805">
                  <c:v>1250.2891642307395</c:v>
                </c:pt>
                <c:pt idx="806">
                  <c:v>1249.328624558362</c:v>
                </c:pt>
                <c:pt idx="807">
                  <c:v>1248.3653346277531</c:v>
                </c:pt>
                <c:pt idx="808">
                  <c:v>1247.3992961385422</c:v>
                </c:pt>
                <c:pt idx="809">
                  <c:v>1246.430510797235</c:v>
                </c:pt>
                <c:pt idx="810">
                  <c:v>1245.458980317215</c:v>
                </c:pt>
                <c:pt idx="811">
                  <c:v>1244.4847064187534</c:v>
                </c:pt>
                <c:pt idx="812">
                  <c:v>1243.5076908290005</c:v>
                </c:pt>
                <c:pt idx="813">
                  <c:v>1242.527935282078</c:v>
                </c:pt>
                <c:pt idx="814">
                  <c:v>1241.5454415189899</c:v>
                </c:pt>
                <c:pt idx="815">
                  <c:v>1240.5602112876991</c:v>
                </c:pt>
                <c:pt idx="816">
                  <c:v>1239.5722463431443</c:v>
                </c:pt>
                <c:pt idx="817">
                  <c:v>1238.5815484472589</c:v>
                </c:pt>
                <c:pt idx="818">
                  <c:v>1237.5881193689609</c:v>
                </c:pt>
                <c:pt idx="819">
                  <c:v>1236.5919608841762</c:v>
                </c:pt>
                <c:pt idx="820">
                  <c:v>1235.593074775891</c:v>
                </c:pt>
                <c:pt idx="821">
                  <c:v>1234.5914628340938</c:v>
                </c:pt>
                <c:pt idx="822">
                  <c:v>1233.587126855854</c:v>
                </c:pt>
                <c:pt idx="823">
                  <c:v>1232.5800686453581</c:v>
                </c:pt>
                <c:pt idx="824">
                  <c:v>1231.5702900138515</c:v>
                </c:pt>
                <c:pt idx="825">
                  <c:v>1230.557792779698</c:v>
                </c:pt>
                <c:pt idx="826">
                  <c:v>1229.5425787683851</c:v>
                </c:pt>
                <c:pt idx="827">
                  <c:v>1228.5246498125505</c:v>
                </c:pt>
                <c:pt idx="828">
                  <c:v>1227.5040077520098</c:v>
                </c:pt>
                <c:pt idx="829">
                  <c:v>1226.4806544337407</c:v>
                </c:pt>
                <c:pt idx="830">
                  <c:v>1225.454591711939</c:v>
                </c:pt>
                <c:pt idx="831">
                  <c:v>1224.4258214479887</c:v>
                </c:pt>
                <c:pt idx="832">
                  <c:v>1223.3943455105359</c:v>
                </c:pt>
                <c:pt idx="833">
                  <c:v>1222.3601657754348</c:v>
                </c:pt>
                <c:pt idx="834">
                  <c:v>1221.3232841258437</c:v>
                </c:pt>
                <c:pt idx="835">
                  <c:v>1165.3378138279759</c:v>
                </c:pt>
                <c:pt idx="836">
                  <c:v>1111.7919640104267</c:v>
                </c:pt>
                <c:pt idx="837">
                  <c:v>1060.5794258745686</c:v>
                </c:pt>
                <c:pt idx="838">
                  <c:v>1011.5985231294753</c:v>
                </c:pt>
                <c:pt idx="839">
                  <c:v>964.75201012596426</c:v>
                </c:pt>
                <c:pt idx="840">
                  <c:v>919.94687878713921</c:v>
                </c:pt>
                <c:pt idx="841">
                  <c:v>877.0941739521196</c:v>
                </c:pt>
                <c:pt idx="842">
                  <c:v>836.10881676634403</c:v>
                </c:pt>
                <c:pt idx="843">
                  <c:v>796.90943576781194</c:v>
                </c:pt>
                <c:pt idx="844">
                  <c:v>759.4182053339</c:v>
                </c:pt>
                <c:pt idx="845">
                  <c:v>723.56069116801768</c:v>
                </c:pt>
                <c:pt idx="846">
                  <c:v>689.26570251932719</c:v>
                </c:pt>
                <c:pt idx="847">
                  <c:v>656.46515084213149</c:v>
                </c:pt>
                <c:pt idx="848">
                  <c:v>625.09391461431369</c:v>
                </c:pt>
                <c:pt idx="849">
                  <c:v>595.08971004644445</c:v>
                </c:pt>
                <c:pt idx="850">
                  <c:v>566.39296742486249</c:v>
                </c:pt>
                <c:pt idx="851">
                  <c:v>538.94671284322305</c:v>
                </c:pt>
                <c:pt idx="852">
                  <c:v>512.6964550877093</c:v>
                </c:pt>
                <c:pt idx="853">
                  <c:v>487.59007745132772</c:v>
                </c:pt>
                <c:pt idx="854">
                  <c:v>463.57773426249969</c:v>
                </c:pt>
                <c:pt idx="855">
                  <c:v>440.61175192251704</c:v>
                </c:pt>
                <c:pt idx="856">
                  <c:v>418.64653425538921</c:v>
                </c:pt>
                <c:pt idx="857">
                  <c:v>397.63847198215694</c:v>
                </c:pt>
                <c:pt idx="858">
                  <c:v>377.54585613995215</c:v>
                </c:pt>
                <c:pt idx="859">
                  <c:v>358.91507257963457</c:v>
                </c:pt>
                <c:pt idx="860">
                  <c:v>341.17027545003043</c:v>
                </c:pt>
                <c:pt idx="861">
                  <c:v>324.267289879717</c:v>
                </c:pt>
                <c:pt idx="862">
                  <c:v>308.16698059756357</c:v>
                </c:pt>
                <c:pt idx="863">
                  <c:v>292.83200521613782</c:v>
                </c:pt>
                <c:pt idx="864">
                  <c:v>278.22673283136578</c:v>
                </c:pt>
                <c:pt idx="865">
                  <c:v>264.31716628660371</c:v>
                </c:pt>
                <c:pt idx="866">
                  <c:v>251.07086793670183</c:v>
                </c:pt>
                <c:pt idx="867">
                  <c:v>238.45688875494704</c:v>
                </c:pt>
                <c:pt idx="868">
                  <c:v>226.4457006327473</c:v>
                </c:pt>
                <c:pt idx="869">
                  <c:v>215.00913172858384</c:v>
                </c:pt>
                <c:pt idx="870">
                  <c:v>204.12030472912247</c:v>
                </c:pt>
                <c:pt idx="871">
                  <c:v>193.75357789144672</c:v>
                </c:pt>
                <c:pt idx="872">
                  <c:v>183.88448874117407</c:v>
                </c:pt>
                <c:pt idx="873">
                  <c:v>174.48970030675099</c:v>
                </c:pt>
                <c:pt idx="874">
                  <c:v>165.54694977549789</c:v>
                </c:pt>
                <c:pt idx="875">
                  <c:v>157.03499946201447</c:v>
                </c:pt>
                <c:pt idx="876">
                  <c:v>148.93358998434789</c:v>
                </c:pt>
                <c:pt idx="877">
                  <c:v>141.22339554790406</c:v>
                </c:pt>
                <c:pt idx="878">
                  <c:v>133.88598124143346</c:v>
                </c:pt>
                <c:pt idx="879">
                  <c:v>126.90376225356316</c:v>
                </c:pt>
                <c:pt idx="880">
                  <c:v>120.25996492228461</c:v>
                </c:pt>
                <c:pt idx="881">
                  <c:v>113.9385895335392</c:v>
                </c:pt>
                <c:pt idx="882">
                  <c:v>0</c:v>
                </c:pt>
              </c:numCache>
            </c:numRef>
          </c:yVal>
          <c:smooth val="1"/>
          <c:extLst xmlns:c16r2="http://schemas.microsoft.com/office/drawing/2015/06/chart">
            <c:ext xmlns:c16="http://schemas.microsoft.com/office/drawing/2014/chart" uri="{C3380CC4-5D6E-409C-BE32-E72D297353CC}">
              <c16:uniqueId val="{00000000-E9BF-40D2-8F73-06B3DA370149}"/>
            </c:ext>
          </c:extLst>
        </c:ser>
        <c:dLbls>
          <c:showLegendKey val="0"/>
          <c:showVal val="0"/>
          <c:showCatName val="0"/>
          <c:showSerName val="0"/>
          <c:showPercent val="0"/>
          <c:showBubbleSize val="0"/>
        </c:dLbls>
        <c:axId val="479142480"/>
        <c:axId val="479141304"/>
      </c:scatterChart>
      <c:valAx>
        <c:axId val="479142480"/>
        <c:scaling>
          <c:orientation val="minMax"/>
          <c:min val="0"/>
        </c:scaling>
        <c:delete val="0"/>
        <c:axPos val="b"/>
        <c:majorGridlines>
          <c:spPr>
            <a:ln w="3175">
              <a:solidFill>
                <a:srgbClr val="C0C0C0"/>
              </a:solidFill>
              <a:prstDash val="solid"/>
            </a:ln>
          </c:spPr>
        </c:majorGridlines>
        <c:title>
          <c:tx>
            <c:rich>
              <a:bodyPr/>
              <a:lstStyle/>
              <a:p>
                <a:pPr>
                  <a:defRPr sz="1050" b="0" i="0" u="none" strike="noStrike" baseline="0">
                    <a:solidFill>
                      <a:srgbClr val="000000"/>
                    </a:solidFill>
                    <a:latin typeface="Arial"/>
                    <a:ea typeface="Arial"/>
                    <a:cs typeface="Arial"/>
                  </a:defRPr>
                </a:pPr>
                <a:r>
                  <a:rPr lang="en-US"/>
                  <a:t>Time  (sec.)</a:t>
                </a:r>
              </a:p>
            </c:rich>
          </c:tx>
          <c:layout>
            <c:manualLayout>
              <c:xMode val="edge"/>
              <c:yMode val="edge"/>
              <c:x val="0.45605763056340048"/>
              <c:y val="0.89095340750619623"/>
            </c:manualLayout>
          </c:layout>
          <c:overlay val="0"/>
          <c:spPr>
            <a:noFill/>
            <a:ln w="25400">
              <a:noFill/>
            </a:ln>
          </c:spPr>
        </c:title>
        <c:numFmt formatCode="0.0" sourceLinked="0"/>
        <c:majorTickMark val="out"/>
        <c:minorTickMark val="none"/>
        <c:tickLblPos val="nextTo"/>
        <c:spPr>
          <a:ln w="3175">
            <a:solidFill>
              <a:srgbClr val="000000"/>
            </a:solidFill>
            <a:prstDash val="solid"/>
          </a:ln>
        </c:spPr>
        <c:txPr>
          <a:bodyPr rot="0" vert="horz"/>
          <a:lstStyle/>
          <a:p>
            <a:pPr>
              <a:defRPr sz="875" b="0" i="0" u="none" strike="noStrike" baseline="0">
                <a:solidFill>
                  <a:srgbClr val="000000"/>
                </a:solidFill>
                <a:latin typeface="Arial"/>
                <a:ea typeface="Arial"/>
                <a:cs typeface="Arial"/>
              </a:defRPr>
            </a:pPr>
            <a:endParaRPr lang="en-US"/>
          </a:p>
        </c:txPr>
        <c:crossAx val="479141304"/>
        <c:crosses val="autoZero"/>
        <c:crossBetween val="midCat"/>
      </c:valAx>
      <c:valAx>
        <c:axId val="479141304"/>
        <c:scaling>
          <c:orientation val="minMax"/>
          <c:min val="0"/>
        </c:scaling>
        <c:delete val="0"/>
        <c:axPos val="l"/>
        <c:majorGridlines>
          <c:spPr>
            <a:ln w="3175">
              <a:solidFill>
                <a:srgbClr val="C0C0C0"/>
              </a:solidFill>
              <a:prstDash val="solid"/>
            </a:ln>
          </c:spPr>
        </c:majorGridlines>
        <c:title>
          <c:tx>
            <c:rich>
              <a:bodyPr/>
              <a:lstStyle/>
              <a:p>
                <a:pPr>
                  <a:defRPr sz="1050" b="0" i="0" u="none" strike="noStrike" baseline="0">
                    <a:solidFill>
                      <a:srgbClr val="333399"/>
                    </a:solidFill>
                    <a:latin typeface="Arial"/>
                    <a:ea typeface="Arial"/>
                    <a:cs typeface="Arial"/>
                  </a:defRPr>
                </a:pPr>
                <a:r>
                  <a:rPr lang="en-US"/>
                  <a:t>Thrust  (N.)</a:t>
                </a:r>
              </a:p>
            </c:rich>
          </c:tx>
          <c:layout>
            <c:manualLayout>
              <c:xMode val="edge"/>
              <c:yMode val="edge"/>
              <c:x val="4.275534441805226E-2"/>
              <c:y val="0.41763432413175727"/>
            </c:manualLayout>
          </c:layout>
          <c:overlay val="0"/>
          <c:spPr>
            <a:noFill/>
            <a:ln w="25400">
              <a:noFill/>
            </a:ln>
          </c:spPr>
        </c:title>
        <c:numFmt formatCode="0" sourceLinked="1"/>
        <c:majorTickMark val="out"/>
        <c:minorTickMark val="none"/>
        <c:tickLblPos val="nextTo"/>
        <c:spPr>
          <a:ln w="3175">
            <a:solidFill>
              <a:srgbClr val="000000"/>
            </a:solidFill>
            <a:prstDash val="solid"/>
          </a:ln>
        </c:spPr>
        <c:txPr>
          <a:bodyPr rot="0" vert="horz"/>
          <a:lstStyle/>
          <a:p>
            <a:pPr>
              <a:defRPr sz="875" b="0" i="0" u="none" strike="noStrike" baseline="0">
                <a:solidFill>
                  <a:srgbClr val="333399"/>
                </a:solidFill>
                <a:latin typeface="Arial"/>
                <a:ea typeface="Arial"/>
                <a:cs typeface="Arial"/>
              </a:defRPr>
            </a:pPr>
            <a:endParaRPr lang="en-US"/>
          </a:p>
        </c:txPr>
        <c:crossAx val="479142480"/>
        <c:crosses val="autoZero"/>
        <c:crossBetween val="midCat"/>
      </c:valAx>
      <c:spPr>
        <a:solidFill>
          <a:srgbClr val="FFFFFF"/>
        </a:solidFill>
        <a:ln w="12700">
          <a:solidFill>
            <a:srgbClr val="808080"/>
          </a:solidFill>
          <a:prstDash val="solid"/>
        </a:ln>
      </c:spPr>
    </c:plotArea>
    <c:plotVisOnly val="1"/>
    <c:dispBlanksAs val="gap"/>
    <c:showDLblsOverMax val="0"/>
  </c:chart>
  <c:spPr>
    <a:solidFill>
      <a:srgbClr val="FFFFFF"/>
    </a:solidFill>
    <a:ln w="3175">
      <a:solidFill>
        <a:srgbClr val="000000"/>
      </a:solidFill>
      <a:prstDash val="solid"/>
    </a:ln>
  </c:spPr>
  <c:txPr>
    <a:bodyPr/>
    <a:lstStyle/>
    <a:p>
      <a:pPr>
        <a:defRPr sz="875" b="0" i="0" u="none" strike="noStrike" baseline="0">
          <a:solidFill>
            <a:srgbClr val="000000"/>
          </a:solidFill>
          <a:latin typeface="Arial"/>
          <a:ea typeface="Arial"/>
          <a:cs typeface="Arial"/>
        </a:defRPr>
      </a:pPr>
      <a:endParaRPr lang="en-US"/>
    </a:p>
  </c:txPr>
  <c:externalData r:id="rId1">
    <c:autoUpdate val="0"/>
  </c:externalData>
  <c:userShapes r:id="rId2"/>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US"/>
              <a:t>Empuje vs tiempo</a:t>
            </a:r>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scatterChart>
        <c:scatterStyle val="lineMarker"/>
        <c:varyColors val="0"/>
        <c:ser>
          <c:idx val="0"/>
          <c:order val="0"/>
          <c:tx>
            <c:strRef>
              <c:f>Sheet1!$C$2</c:f>
              <c:strCache>
                <c:ptCount val="1"/>
                <c:pt idx="0">
                  <c:v>N</c:v>
                </c:pt>
              </c:strCache>
            </c:strRef>
          </c:tx>
          <c:spPr>
            <a:ln w="19050" cap="rnd">
              <a:solidFill>
                <a:schemeClr val="tx1"/>
              </a:solidFill>
              <a:round/>
            </a:ln>
            <a:effectLst/>
          </c:spPr>
          <c:marker>
            <c:symbol val="none"/>
          </c:marker>
          <c:xVal>
            <c:numRef>
              <c:f>Sheet1!$A$3:$A$885</c:f>
              <c:numCache>
                <c:formatCode>General</c:formatCode>
                <c:ptCount val="883"/>
                <c:pt idx="0">
                  <c:v>0</c:v>
                </c:pt>
                <c:pt idx="1">
                  <c:v>4.5244588521508198E-3</c:v>
                </c:pt>
                <c:pt idx="2">
                  <c:v>6.3110314902413882E-3</c:v>
                </c:pt>
                <c:pt idx="3">
                  <c:v>7.880843272841517E-3</c:v>
                </c:pt>
                <c:pt idx="4">
                  <c:v>9.3498531932993435E-3</c:v>
                </c:pt>
                <c:pt idx="5">
                  <c:v>1.0760298235460212E-2</c:v>
                </c:pt>
                <c:pt idx="6">
                  <c:v>1.2133037119498345E-2</c:v>
                </c:pt>
                <c:pt idx="7">
                  <c:v>1.3480023318853347E-2</c:v>
                </c:pt>
                <c:pt idx="8">
                  <c:v>1.4808736978686794E-2</c:v>
                </c:pt>
                <c:pt idx="9">
                  <c:v>1.6124134263310073E-2</c:v>
                </c:pt>
                <c:pt idx="10">
                  <c:v>1.7429630513186262E-2</c:v>
                </c:pt>
                <c:pt idx="11">
                  <c:v>1.8727646115072459E-2</c:v>
                </c:pt>
                <c:pt idx="12">
                  <c:v>2.0019931916525648E-2</c:v>
                </c:pt>
                <c:pt idx="13">
                  <c:v>2.130777404371785E-2</c:v>
                </c:pt>
                <c:pt idx="14">
                  <c:v>2.2592128378423386E-2</c:v>
                </c:pt>
                <c:pt idx="15">
                  <c:v>2.3873711834228702E-2</c:v>
                </c:pt>
                <c:pt idx="16">
                  <c:v>2.5153065959830682E-2</c:v>
                </c:pt>
                <c:pt idx="17">
                  <c:v>2.6430602192982749E-2</c:v>
                </c:pt>
                <c:pt idx="18">
                  <c:v>2.7706634597005099E-2</c:v>
                </c:pt>
                <c:pt idx="19">
                  <c:v>2.8981403857047353E-2</c:v>
                </c:pt>
                <c:pt idx="20">
                  <c:v>3.0255095056170404E-2</c:v>
                </c:pt>
                <c:pt idx="21">
                  <c:v>3.1527850955448224E-2</c:v>
                </c:pt>
                <c:pt idx="22">
                  <c:v>3.2799781983067974E-2</c:v>
                </c:pt>
                <c:pt idx="23">
                  <c:v>3.4070973789633766E-2</c:v>
                </c:pt>
                <c:pt idx="24">
                  <c:v>3.5341492988547156E-2</c:v>
                </c:pt>
                <c:pt idx="25">
                  <c:v>3.6611391533755804E-2</c:v>
                </c:pt>
                <c:pt idx="26">
                  <c:v>3.7880710068755125E-2</c:v>
                </c:pt>
                <c:pt idx="27">
                  <c:v>3.9149480495363077E-2</c:v>
                </c:pt>
                <c:pt idx="28">
                  <c:v>4.0417727948505205E-2</c:v>
                </c:pt>
                <c:pt idx="29">
                  <c:v>4.1685472317356941E-2</c:v>
                </c:pt>
                <c:pt idx="30">
                  <c:v>4.2952729419095455E-2</c:v>
                </c:pt>
                <c:pt idx="31">
                  <c:v>4.4219511906012601E-2</c:v>
                </c:pt>
                <c:pt idx="32">
                  <c:v>4.5485829967557657E-2</c:v>
                </c:pt>
                <c:pt idx="33">
                  <c:v>4.6751691874382828E-2</c:v>
                </c:pt>
                <c:pt idx="34">
                  <c:v>4.8017104400464916E-2</c:v>
                </c:pt>
                <c:pt idx="35">
                  <c:v>4.9282073151005051E-2</c:v>
                </c:pt>
                <c:pt idx="36">
                  <c:v>5.05466028174179E-2</c:v>
                </c:pt>
                <c:pt idx="37">
                  <c:v>5.1810697375831612E-2</c:v>
                </c:pt>
                <c:pt idx="38">
                  <c:v>5.3074360241770473E-2</c:v>
                </c:pt>
                <c:pt idx="39">
                  <c:v>5.4337594390812247E-2</c:v>
                </c:pt>
                <c:pt idx="40">
                  <c:v>5.5600402452795912E-2</c:v>
                </c:pt>
                <c:pt idx="41">
                  <c:v>5.686278678544792E-2</c:v>
                </c:pt>
                <c:pt idx="42">
                  <c:v>5.8124749531977382E-2</c:v>
                </c:pt>
                <c:pt idx="43">
                  <c:v>5.9386292666172506E-2</c:v>
                </c:pt>
                <c:pt idx="44">
                  <c:v>6.0647418027743046E-2</c:v>
                </c:pt>
                <c:pt idx="45">
                  <c:v>6.1908127350043737E-2</c:v>
                </c:pt>
                <c:pt idx="46">
                  <c:v>6.3168422281841372E-2</c:v>
                </c:pt>
                <c:pt idx="47">
                  <c:v>6.4428304404420378E-2</c:v>
                </c:pt>
                <c:pt idx="48">
                  <c:v>6.5687775245038021E-2</c:v>
                </c:pt>
                <c:pt idx="49">
                  <c:v>6.6946836287517464E-2</c:v>
                </c:pt>
                <c:pt idx="50">
                  <c:v>6.8205488980595808E-2</c:v>
                </c:pt>
                <c:pt idx="51">
                  <c:v>6.9463734744508926E-2</c:v>
                </c:pt>
                <c:pt idx="52">
                  <c:v>7.072157497619061E-2</c:v>
                </c:pt>
                <c:pt idx="53">
                  <c:v>7.1979011053381753E-2</c:v>
                </c:pt>
                <c:pt idx="54">
                  <c:v>7.3236044337881556E-2</c:v>
                </c:pt>
                <c:pt idx="55">
                  <c:v>7.4492676178122622E-2</c:v>
                </c:pt>
                <c:pt idx="56">
                  <c:v>7.5748907911212901E-2</c:v>
                </c:pt>
                <c:pt idx="57">
                  <c:v>7.7004740864556928E-2</c:v>
                </c:pt>
                <c:pt idx="58">
                  <c:v>7.8260176357144814E-2</c:v>
                </c:pt>
                <c:pt idx="59">
                  <c:v>7.9515215700578373E-2</c:v>
                </c:pt>
                <c:pt idx="60">
                  <c:v>8.076986019988952E-2</c:v>
                </c:pt>
                <c:pt idx="61">
                  <c:v>8.2024111154194029E-2</c:v>
                </c:pt>
                <c:pt idx="62">
                  <c:v>8.3277969857215028E-2</c:v>
                </c:pt>
                <c:pt idx="63">
                  <c:v>8.4531437597702819E-2</c:v>
                </c:pt>
                <c:pt idx="64">
                  <c:v>8.5784515659772825E-2</c:v>
                </c:pt>
                <c:pt idx="65">
                  <c:v>8.7037205323178185E-2</c:v>
                </c:pt>
                <c:pt idx="66">
                  <c:v>8.8289507863530459E-2</c:v>
                </c:pt>
                <c:pt idx="67">
                  <c:v>8.9541424552479265E-2</c:v>
                </c:pt>
                <c:pt idx="68">
                  <c:v>9.0792956657858817E-2</c:v>
                </c:pt>
                <c:pt idx="69">
                  <c:v>9.2044105443808366E-2</c:v>
                </c:pt>
                <c:pt idx="70">
                  <c:v>9.3294872170871762E-2</c:v>
                </c:pt>
                <c:pt idx="71">
                  <c:v>9.4545258096080304E-2</c:v>
                </c:pt>
                <c:pt idx="72">
                  <c:v>9.5795264473022154E-2</c:v>
                </c:pt>
                <c:pt idx="73">
                  <c:v>9.7044892551901241E-2</c:v>
                </c:pt>
                <c:pt idx="74">
                  <c:v>9.829414357958742E-2</c:v>
                </c:pt>
                <c:pt idx="75">
                  <c:v>9.9543018799659919E-2</c:v>
                </c:pt>
                <c:pt idx="76">
                  <c:v>0.10079151945244517</c:v>
                </c:pt>
                <c:pt idx="77">
                  <c:v>0.10203964677505029</c:v>
                </c:pt>
                <c:pt idx="78">
                  <c:v>0.10328740200139289</c:v>
                </c:pt>
                <c:pt idx="79">
                  <c:v>0.10453478636222807</c:v>
                </c:pt>
                <c:pt idx="80">
                  <c:v>0.10578180108517318</c:v>
                </c:pt>
                <c:pt idx="81">
                  <c:v>0.1070284473947304</c:v>
                </c:pt>
                <c:pt idx="82">
                  <c:v>0.10827472651230811</c:v>
                </c:pt>
                <c:pt idx="83">
                  <c:v>0.10952063965624086</c:v>
                </c:pt>
                <c:pt idx="84">
                  <c:v>0.11076618804180825</c:v>
                </c:pt>
                <c:pt idx="85">
                  <c:v>0.11201137288125319</c:v>
                </c:pt>
                <c:pt idx="86">
                  <c:v>0.11325619538379919</c:v>
                </c:pt>
                <c:pt idx="87">
                  <c:v>0.11450065675566731</c:v>
                </c:pt>
                <c:pt idx="88">
                  <c:v>0.11574475820009256</c:v>
                </c:pt>
                <c:pt idx="89">
                  <c:v>0.11698850091733981</c:v>
                </c:pt>
                <c:pt idx="90">
                  <c:v>0.11823188610471955</c:v>
                </c:pt>
                <c:pt idx="91">
                  <c:v>0.11947491495660316</c:v>
                </c:pt>
                <c:pt idx="92">
                  <c:v>0.1207175886644381</c:v>
                </c:pt>
                <c:pt idx="93">
                  <c:v>0.12195990841676274</c:v>
                </c:pt>
                <c:pt idx="94">
                  <c:v>0.12320187539922117</c:v>
                </c:pt>
                <c:pt idx="95">
                  <c:v>0.12444349079457771</c:v>
                </c:pt>
                <c:pt idx="96">
                  <c:v>0.12568475578273133</c:v>
                </c:pt>
                <c:pt idx="97">
                  <c:v>0.12692567154072995</c:v>
                </c:pt>
                <c:pt idx="98">
                  <c:v>0.12816623924278453</c:v>
                </c:pt>
                <c:pt idx="99">
                  <c:v>0.12940646006028322</c:v>
                </c:pt>
                <c:pt idx="100">
                  <c:v>0.13064633516180521</c:v>
                </c:pt>
                <c:pt idx="101">
                  <c:v>0.13188586571313468</c:v>
                </c:pt>
                <c:pt idx="102">
                  <c:v>0.13312505287727444</c:v>
                </c:pt>
                <c:pt idx="103">
                  <c:v>0.13436389781445968</c:v>
                </c:pt>
                <c:pt idx="104">
                  <c:v>0.1356024016821715</c:v>
                </c:pt>
                <c:pt idx="105">
                  <c:v>0.13684056563515054</c:v>
                </c:pt>
                <c:pt idx="106">
                  <c:v>0.13807839082541029</c:v>
                </c:pt>
                <c:pt idx="107">
                  <c:v>0.13931587840225046</c:v>
                </c:pt>
                <c:pt idx="108">
                  <c:v>0.14055302951227028</c:v>
                </c:pt>
                <c:pt idx="109">
                  <c:v>0.14178984529938171</c:v>
                </c:pt>
                <c:pt idx="110">
                  <c:v>0.14302632690482261</c:v>
                </c:pt>
                <c:pt idx="111">
                  <c:v>0.1442624754671698</c:v>
                </c:pt>
                <c:pt idx="112">
                  <c:v>0.14549829212235196</c:v>
                </c:pt>
                <c:pt idx="113">
                  <c:v>0.14673377800366275</c:v>
                </c:pt>
                <c:pt idx="114">
                  <c:v>0.14796893424177351</c:v>
                </c:pt>
                <c:pt idx="115">
                  <c:v>0.14920376196474619</c:v>
                </c:pt>
                <c:pt idx="116">
                  <c:v>0.15043826229804599</c:v>
                </c:pt>
                <c:pt idx="117">
                  <c:v>0.1516724363645541</c:v>
                </c:pt>
                <c:pt idx="118">
                  <c:v>0.15290628528458033</c:v>
                </c:pt>
                <c:pt idx="119">
                  <c:v>0.15413981017587555</c:v>
                </c:pt>
                <c:pt idx="120">
                  <c:v>0.1553730121536443</c:v>
                </c:pt>
                <c:pt idx="121">
                  <c:v>0.15660589233055716</c:v>
                </c:pt>
                <c:pt idx="122">
                  <c:v>0.15783845181676315</c:v>
                </c:pt>
                <c:pt idx="123">
                  <c:v>0.15907069171990196</c:v>
                </c:pt>
                <c:pt idx="124">
                  <c:v>0.16030261314511624</c:v>
                </c:pt>
                <c:pt idx="125">
                  <c:v>0.16153421719506383</c:v>
                </c:pt>
                <c:pt idx="126">
                  <c:v>0.16276550496992978</c:v>
                </c:pt>
                <c:pt idx="127">
                  <c:v>0.16399647756743851</c:v>
                </c:pt>
                <c:pt idx="128">
                  <c:v>0.16522713608286577</c:v>
                </c:pt>
                <c:pt idx="129">
                  <c:v>0.16645748160905058</c:v>
                </c:pt>
                <c:pt idx="130">
                  <c:v>0.16768751523640718</c:v>
                </c:pt>
                <c:pt idx="131">
                  <c:v>0.16891723805293679</c:v>
                </c:pt>
                <c:pt idx="132">
                  <c:v>0.17014665114423944</c:v>
                </c:pt>
                <c:pt idx="133">
                  <c:v>0.17137575559352561</c:v>
                </c:pt>
                <c:pt idx="134">
                  <c:v>0.17260455248162804</c:v>
                </c:pt>
                <c:pt idx="135">
                  <c:v>0.17383304288701321</c:v>
                </c:pt>
                <c:pt idx="136">
                  <c:v>0.17506122788579295</c:v>
                </c:pt>
                <c:pt idx="137">
                  <c:v>0.17628910855173591</c:v>
                </c:pt>
                <c:pt idx="138">
                  <c:v>0.17751668595627901</c:v>
                </c:pt>
                <c:pt idx="139">
                  <c:v>0.17874396116853888</c:v>
                </c:pt>
                <c:pt idx="140">
                  <c:v>0.17997093525532312</c:v>
                </c:pt>
                <c:pt idx="141">
                  <c:v>0.18119760928114162</c:v>
                </c:pt>
                <c:pt idx="142">
                  <c:v>0.1824239843082178</c:v>
                </c:pt>
                <c:pt idx="143">
                  <c:v>0.18365006139649973</c:v>
                </c:pt>
                <c:pt idx="144">
                  <c:v>0.18487584160367135</c:v>
                </c:pt>
                <c:pt idx="145">
                  <c:v>0.18610132598516346</c:v>
                </c:pt>
                <c:pt idx="146">
                  <c:v>0.18732651559416474</c:v>
                </c:pt>
                <c:pt idx="147">
                  <c:v>0.18855141148163282</c:v>
                </c:pt>
                <c:pt idx="148">
                  <c:v>0.18977601469630501</c:v>
                </c:pt>
                <c:pt idx="149">
                  <c:v>0.19100032628470939</c:v>
                </c:pt>
                <c:pt idx="150">
                  <c:v>0.19222434729117546</c:v>
                </c:pt>
                <c:pt idx="151">
                  <c:v>0.19344807875784498</c:v>
                </c:pt>
                <c:pt idx="152">
                  <c:v>0.19467152172468263</c:v>
                </c:pt>
                <c:pt idx="153">
                  <c:v>0.19589467722948678</c:v>
                </c:pt>
                <c:pt idx="154">
                  <c:v>0.19711754630789999</c:v>
                </c:pt>
                <c:pt idx="155">
                  <c:v>0.19834012999341968</c:v>
                </c:pt>
                <c:pt idx="156">
                  <c:v>0.19956242931740859</c:v>
                </c:pt>
                <c:pt idx="157">
                  <c:v>0.20078444530910522</c:v>
                </c:pt>
                <c:pt idx="158">
                  <c:v>0.20200617899563436</c:v>
                </c:pt>
                <c:pt idx="159">
                  <c:v>0.20322763140201741</c:v>
                </c:pt>
                <c:pt idx="160">
                  <c:v>0.2044488035511827</c:v>
                </c:pt>
                <c:pt idx="161">
                  <c:v>0.20566969646397579</c:v>
                </c:pt>
                <c:pt idx="162">
                  <c:v>0.2068903111591697</c:v>
                </c:pt>
                <c:pt idx="163">
                  <c:v>0.20811064865347514</c:v>
                </c:pt>
                <c:pt idx="164">
                  <c:v>0.20933070996155059</c:v>
                </c:pt>
                <c:pt idx="165">
                  <c:v>0.21055049609601242</c:v>
                </c:pt>
                <c:pt idx="166">
                  <c:v>0.21177000806744498</c:v>
                </c:pt>
                <c:pt idx="167">
                  <c:v>0.21298924688441057</c:v>
                </c:pt>
                <c:pt idx="168">
                  <c:v>0.21420821355345945</c:v>
                </c:pt>
                <c:pt idx="169">
                  <c:v>0.21542690907913975</c:v>
                </c:pt>
                <c:pt idx="170">
                  <c:v>0.21664533446400724</c:v>
                </c:pt>
                <c:pt idx="171">
                  <c:v>0.21786349070863537</c:v>
                </c:pt>
                <c:pt idx="172">
                  <c:v>0.21908137881162482</c:v>
                </c:pt>
                <c:pt idx="173">
                  <c:v>0.22029899976961348</c:v>
                </c:pt>
                <c:pt idx="174">
                  <c:v>0.22151635457728597</c:v>
                </c:pt>
                <c:pt idx="175">
                  <c:v>0.22273344422738339</c:v>
                </c:pt>
                <c:pt idx="176">
                  <c:v>0.22395026971071297</c:v>
                </c:pt>
                <c:pt idx="177">
                  <c:v>0.2251668320161575</c:v>
                </c:pt>
                <c:pt idx="178">
                  <c:v>0.22638313213068503</c:v>
                </c:pt>
                <c:pt idx="179">
                  <c:v>0.22759917103935828</c:v>
                </c:pt>
                <c:pt idx="180">
                  <c:v>0.22881494972534411</c:v>
                </c:pt>
                <c:pt idx="181">
                  <c:v>0.23003046916992287</c:v>
                </c:pt>
                <c:pt idx="182">
                  <c:v>0.2312457303524979</c:v>
                </c:pt>
                <c:pt idx="183">
                  <c:v>0.23246073425060476</c:v>
                </c:pt>
                <c:pt idx="184">
                  <c:v>0.23367548183992054</c:v>
                </c:pt>
                <c:pt idx="185">
                  <c:v>0.23488997409427309</c:v>
                </c:pt>
                <c:pt idx="186">
                  <c:v>0.23610421198565029</c:v>
                </c:pt>
                <c:pt idx="187">
                  <c:v>0.23731819648420915</c:v>
                </c:pt>
                <c:pt idx="188">
                  <c:v>0.23853192855828503</c:v>
                </c:pt>
                <c:pt idx="189">
                  <c:v>0.2397454091744006</c:v>
                </c:pt>
                <c:pt idx="190">
                  <c:v>0.24095863929727498</c:v>
                </c:pt>
                <c:pt idx="191">
                  <c:v>0.24217161988983282</c:v>
                </c:pt>
                <c:pt idx="192">
                  <c:v>0.24338435191321312</c:v>
                </c:pt>
                <c:pt idx="193">
                  <c:v>0.24459683632677828</c:v>
                </c:pt>
                <c:pt idx="194">
                  <c:v>0.245809074088123</c:v>
                </c:pt>
                <c:pt idx="195">
                  <c:v>0.24702106615308306</c:v>
                </c:pt>
                <c:pt idx="196">
                  <c:v>0.24823281347574425</c:v>
                </c:pt>
                <c:pt idx="197">
                  <c:v>0.24944431700845107</c:v>
                </c:pt>
                <c:pt idx="198">
                  <c:v>0.25065557770181557</c:v>
                </c:pt>
                <c:pt idx="199">
                  <c:v>0.25186659650472598</c:v>
                </c:pt>
                <c:pt idx="200">
                  <c:v>0.25307737436435551</c:v>
                </c:pt>
                <c:pt idx="201">
                  <c:v>0.25428791222617081</c:v>
                </c:pt>
                <c:pt idx="202">
                  <c:v>0.25549821103394077</c:v>
                </c:pt>
                <c:pt idx="203">
                  <c:v>0.25670827172974503</c:v>
                </c:pt>
                <c:pt idx="204">
                  <c:v>0.2579180952539824</c:v>
                </c:pt>
                <c:pt idx="205">
                  <c:v>0.2591276825453796</c:v>
                </c:pt>
                <c:pt idx="206">
                  <c:v>0.26033703454099949</c:v>
                </c:pt>
                <c:pt idx="207">
                  <c:v>0.2615461521762496</c:v>
                </c:pt>
                <c:pt idx="208">
                  <c:v>0.26275503638489062</c:v>
                </c:pt>
                <c:pt idx="209">
                  <c:v>0.26396368809904464</c:v>
                </c:pt>
                <c:pt idx="210">
                  <c:v>0.26517210824920351</c:v>
                </c:pt>
                <c:pt idx="211">
                  <c:v>0.26638029776423722</c:v>
                </c:pt>
                <c:pt idx="212">
                  <c:v>0.26758825757140203</c:v>
                </c:pt>
                <c:pt idx="213">
                  <c:v>0.26879598859634879</c:v>
                </c:pt>
                <c:pt idx="214">
                  <c:v>0.2700034917631311</c:v>
                </c:pt>
                <c:pt idx="215">
                  <c:v>0.27121076799421356</c:v>
                </c:pt>
                <c:pt idx="216">
                  <c:v>0.27241781821047983</c:v>
                </c:pt>
                <c:pt idx="217">
                  <c:v>0.27362464333124065</c:v>
                </c:pt>
                <c:pt idx="218">
                  <c:v>0.2748312442742421</c:v>
                </c:pt>
                <c:pt idx="219">
                  <c:v>0.2760376219556735</c:v>
                </c:pt>
                <c:pt idx="220">
                  <c:v>0.27724377729017546</c:v>
                </c:pt>
                <c:pt idx="221">
                  <c:v>0.27844971119084788</c:v>
                </c:pt>
                <c:pt idx="222">
                  <c:v>0.27965542456925779</c:v>
                </c:pt>
                <c:pt idx="223">
                  <c:v>0.28086091833544735</c:v>
                </c:pt>
                <c:pt idx="224">
                  <c:v>0.28206619339794176</c:v>
                </c:pt>
                <c:pt idx="225">
                  <c:v>0.28327125066375702</c:v>
                </c:pt>
                <c:pt idx="226">
                  <c:v>0.28447609103840782</c:v>
                </c:pt>
                <c:pt idx="227">
                  <c:v>0.28568071542591528</c:v>
                </c:pt>
                <c:pt idx="228">
                  <c:v>0.28688512472881472</c:v>
                </c:pt>
                <c:pt idx="229">
                  <c:v>0.28808931984816344</c:v>
                </c:pt>
                <c:pt idx="230">
                  <c:v>0.28929330168354833</c:v>
                </c:pt>
                <c:pt idx="231">
                  <c:v>0.2904970711330937</c:v>
                </c:pt>
                <c:pt idx="232">
                  <c:v>0.29170062909346867</c:v>
                </c:pt>
                <c:pt idx="233">
                  <c:v>0.29290397645989497</c:v>
                </c:pt>
                <c:pt idx="234">
                  <c:v>0.29410711412615453</c:v>
                </c:pt>
                <c:pt idx="235">
                  <c:v>0.29531004298459695</c:v>
                </c:pt>
                <c:pt idx="236">
                  <c:v>0.29651276392614706</c:v>
                </c:pt>
                <c:pt idx="237">
                  <c:v>0.29771527784031238</c:v>
                </c:pt>
                <c:pt idx="238">
                  <c:v>0.29891758561519066</c:v>
                </c:pt>
                <c:pt idx="239">
                  <c:v>0.3001196881374773</c:v>
                </c:pt>
                <c:pt idx="240">
                  <c:v>0.30132158629247274</c:v>
                </c:pt>
                <c:pt idx="241">
                  <c:v>0.30252328096408981</c:v>
                </c:pt>
                <c:pt idx="242">
                  <c:v>0.30372477303486123</c:v>
                </c:pt>
                <c:pt idx="243">
                  <c:v>0.30492606338594674</c:v>
                </c:pt>
                <c:pt idx="244">
                  <c:v>0.30612715289714054</c:v>
                </c:pt>
                <c:pt idx="245">
                  <c:v>0.30732804244687856</c:v>
                </c:pt>
                <c:pt idx="246">
                  <c:v>0.3085287329122457</c:v>
                </c:pt>
                <c:pt idx="247">
                  <c:v>0.30972922516898305</c:v>
                </c:pt>
                <c:pt idx="248">
                  <c:v>0.31092952009149505</c:v>
                </c:pt>
                <c:pt idx="249">
                  <c:v>0.3121296185528567</c:v>
                </c:pt>
                <c:pt idx="250">
                  <c:v>0.31332952142482068</c:v>
                </c:pt>
                <c:pt idx="251">
                  <c:v>0.31452922957782453</c:v>
                </c:pt>
                <c:pt idx="252">
                  <c:v>0.3157287438809977</c:v>
                </c:pt>
                <c:pt idx="253">
                  <c:v>0.31692806520216865</c:v>
                </c:pt>
                <c:pt idx="254">
                  <c:v>0.31812719440787179</c:v>
                </c:pt>
                <c:pt idx="255">
                  <c:v>0.31932613236335461</c:v>
                </c:pt>
                <c:pt idx="256">
                  <c:v>0.32052487993258466</c:v>
                </c:pt>
                <c:pt idx="257">
                  <c:v>0.32172343797825648</c:v>
                </c:pt>
                <c:pt idx="258">
                  <c:v>0.3229218073617986</c:v>
                </c:pt>
                <c:pt idx="259">
                  <c:v>0.32411998894338034</c:v>
                </c:pt>
                <c:pt idx="260">
                  <c:v>0.32531798358191893</c:v>
                </c:pt>
                <c:pt idx="261">
                  <c:v>0.32651579213508608</c:v>
                </c:pt>
                <c:pt idx="262">
                  <c:v>0.32771341545931515</c:v>
                </c:pt>
                <c:pt idx="263">
                  <c:v>0.32891085440980766</c:v>
                </c:pt>
                <c:pt idx="264">
                  <c:v>0.33010810984054034</c:v>
                </c:pt>
                <c:pt idx="265">
                  <c:v>0.33130518260427178</c:v>
                </c:pt>
                <c:pt idx="266">
                  <c:v>0.33250207355254924</c:v>
                </c:pt>
                <c:pt idx="267">
                  <c:v>0.3336987835357153</c:v>
                </c:pt>
                <c:pt idx="268">
                  <c:v>0.33489531340291467</c:v>
                </c:pt>
                <c:pt idx="269">
                  <c:v>0.33609166400210083</c:v>
                </c:pt>
                <c:pt idx="270">
                  <c:v>0.33728783618004265</c:v>
                </c:pt>
                <c:pt idx="271">
                  <c:v>0.33848383078233107</c:v>
                </c:pt>
                <c:pt idx="272">
                  <c:v>0.33967964865338574</c:v>
                </c:pt>
                <c:pt idx="273">
                  <c:v>0.34087529063646155</c:v>
                </c:pt>
                <c:pt idx="274">
                  <c:v>0.34207075757365529</c:v>
                </c:pt>
                <c:pt idx="275">
                  <c:v>0.34326605030591212</c:v>
                </c:pt>
                <c:pt idx="276">
                  <c:v>0.34446116967303214</c:v>
                </c:pt>
                <c:pt idx="277">
                  <c:v>0.34565611651367684</c:v>
                </c:pt>
                <c:pt idx="278">
                  <c:v>0.34685089166537569</c:v>
                </c:pt>
                <c:pt idx="279">
                  <c:v>0.34804549596453255</c:v>
                </c:pt>
                <c:pt idx="280">
                  <c:v>0.34923993024643207</c:v>
                </c:pt>
                <c:pt idx="281">
                  <c:v>0.35043419534524622</c:v>
                </c:pt>
                <c:pt idx="282">
                  <c:v>0.35162829209404056</c:v>
                </c:pt>
                <c:pt idx="283">
                  <c:v>0.35282222132478069</c:v>
                </c:pt>
                <c:pt idx="284">
                  <c:v>0.3540159838683386</c:v>
                </c:pt>
                <c:pt idx="285">
                  <c:v>0.35520958055449903</c:v>
                </c:pt>
                <c:pt idx="286">
                  <c:v>0.3564030122119658</c:v>
                </c:pt>
                <c:pt idx="287">
                  <c:v>0.35759627966836804</c:v>
                </c:pt>
                <c:pt idx="288">
                  <c:v>0.35878938375026653</c:v>
                </c:pt>
                <c:pt idx="289">
                  <c:v>0.35998232528315999</c:v>
                </c:pt>
                <c:pt idx="290">
                  <c:v>0.36117510509149114</c:v>
                </c:pt>
                <c:pt idx="291">
                  <c:v>0.36236772399865314</c:v>
                </c:pt>
                <c:pt idx="292">
                  <c:v>0.36356018282699565</c:v>
                </c:pt>
                <c:pt idx="293">
                  <c:v>0.36475248239783115</c:v>
                </c:pt>
                <c:pt idx="294">
                  <c:v>0.36594462353144092</c:v>
                </c:pt>
                <c:pt idx="295">
                  <c:v>0.36713660704708134</c:v>
                </c:pt>
                <c:pt idx="296">
                  <c:v>0.3683284337629899</c:v>
                </c:pt>
                <c:pt idx="297">
                  <c:v>0.36952010449639133</c:v>
                </c:pt>
                <c:pt idx="298">
                  <c:v>0.37071162006350383</c:v>
                </c:pt>
                <c:pt idx="299">
                  <c:v>0.37190298127954485</c:v>
                </c:pt>
                <c:pt idx="300">
                  <c:v>0.37309418895873742</c:v>
                </c:pt>
                <c:pt idx="301">
                  <c:v>0.374285243914316</c:v>
                </c:pt>
                <c:pt idx="302">
                  <c:v>0.37547614695853265</c:v>
                </c:pt>
                <c:pt idx="303">
                  <c:v>0.37666689890266281</c:v>
                </c:pt>
                <c:pt idx="304">
                  <c:v>0.37785750055701151</c:v>
                </c:pt>
                <c:pt idx="305">
                  <c:v>0.37904795273091912</c:v>
                </c:pt>
                <c:pt idx="306">
                  <c:v>0.38023825623276752</c:v>
                </c:pt>
                <c:pt idx="307">
                  <c:v>0.38142841186998577</c:v>
                </c:pt>
                <c:pt idx="308">
                  <c:v>0.3826184204490562</c:v>
                </c:pt>
                <c:pt idx="309">
                  <c:v>0.3838082827755202</c:v>
                </c:pt>
                <c:pt idx="310">
                  <c:v>0.38499799965398418</c:v>
                </c:pt>
                <c:pt idx="311">
                  <c:v>0.38618757188812536</c:v>
                </c:pt>
                <c:pt idx="312">
                  <c:v>0.38737700028069766</c:v>
                </c:pt>
                <c:pt idx="313">
                  <c:v>0.3885662856335374</c:v>
                </c:pt>
                <c:pt idx="314">
                  <c:v>0.3897554287475693</c:v>
                </c:pt>
                <c:pt idx="315">
                  <c:v>0.39094443042281202</c:v>
                </c:pt>
                <c:pt idx="316">
                  <c:v>0.39213329145838421</c:v>
                </c:pt>
                <c:pt idx="317">
                  <c:v>0.3933220126525101</c:v>
                </c:pt>
                <c:pt idx="318">
                  <c:v>0.39451059480252521</c:v>
                </c:pt>
                <c:pt idx="319">
                  <c:v>0.39569903870488216</c:v>
                </c:pt>
                <c:pt idx="320">
                  <c:v>0.39688734515515633</c:v>
                </c:pt>
                <c:pt idx="321">
                  <c:v>0.39807551494805166</c:v>
                </c:pt>
                <c:pt idx="322">
                  <c:v>0.39926354887740612</c:v>
                </c:pt>
                <c:pt idx="323">
                  <c:v>0.40045144773619751</c:v>
                </c:pt>
                <c:pt idx="324">
                  <c:v>0.40163921231654914</c:v>
                </c:pt>
                <c:pt idx="325">
                  <c:v>0.4028268434097354</c:v>
                </c:pt>
                <c:pt idx="326">
                  <c:v>0.40401434180618734</c:v>
                </c:pt>
                <c:pt idx="327">
                  <c:v>0.40520170829549829</c:v>
                </c:pt>
                <c:pt idx="328">
                  <c:v>0.40638894366642947</c:v>
                </c:pt>
                <c:pt idx="329">
                  <c:v>0.40757604870691555</c:v>
                </c:pt>
                <c:pt idx="330">
                  <c:v>0.40876302420407024</c:v>
                </c:pt>
                <c:pt idx="331">
                  <c:v>0.40994987094419177</c:v>
                </c:pt>
                <c:pt idx="332">
                  <c:v>0.41113658971276845</c:v>
                </c:pt>
                <c:pt idx="333">
                  <c:v>0.4123231812944842</c:v>
                </c:pt>
                <c:pt idx="334">
                  <c:v>0.41350964647322391</c:v>
                </c:pt>
                <c:pt idx="335">
                  <c:v>0.41469598603207919</c:v>
                </c:pt>
                <c:pt idx="336">
                  <c:v>0.41588220075335353</c:v>
                </c:pt>
                <c:pt idx="337">
                  <c:v>0.41706829141856799</c:v>
                </c:pt>
                <c:pt idx="338">
                  <c:v>0.41825425880846656</c:v>
                </c:pt>
                <c:pt idx="339">
                  <c:v>0.41944010370302159</c:v>
                </c:pt>
                <c:pt idx="340">
                  <c:v>0.42062582688143912</c:v>
                </c:pt>
                <c:pt idx="341">
                  <c:v>0.42181142912216441</c:v>
                </c:pt>
                <c:pt idx="342">
                  <c:v>0.42299691120288729</c:v>
                </c:pt>
                <c:pt idx="343">
                  <c:v>0.42418227390054747</c:v>
                </c:pt>
                <c:pt idx="344">
                  <c:v>0.42536751799133998</c:v>
                </c:pt>
                <c:pt idx="345">
                  <c:v>0.42655264425072048</c:v>
                </c:pt>
                <c:pt idx="346">
                  <c:v>0.42773765345341058</c:v>
                </c:pt>
                <c:pt idx="347">
                  <c:v>0.42892254637340321</c:v>
                </c:pt>
                <c:pt idx="348">
                  <c:v>0.43010732378396788</c:v>
                </c:pt>
                <c:pt idx="349">
                  <c:v>0.43129198645765598</c:v>
                </c:pt>
                <c:pt idx="350">
                  <c:v>0.43247653516630608</c:v>
                </c:pt>
                <c:pt idx="351">
                  <c:v>0.4336609706810492</c:v>
                </c:pt>
                <c:pt idx="352">
                  <c:v>0.43484529377231407</c:v>
                </c:pt>
                <c:pt idx="353">
                  <c:v>0.43602950520983236</c:v>
                </c:pt>
                <c:pt idx="354">
                  <c:v>0.4372136057626439</c:v>
                </c:pt>
                <c:pt idx="355">
                  <c:v>0.43839759619910196</c:v>
                </c:pt>
                <c:pt idx="356">
                  <c:v>0.43958147728687841</c:v>
                </c:pt>
                <c:pt idx="357">
                  <c:v>0.44076524979296894</c:v>
                </c:pt>
                <c:pt idx="358">
                  <c:v>0.44194891448369822</c:v>
                </c:pt>
                <c:pt idx="359">
                  <c:v>0.44313247212472506</c:v>
                </c:pt>
                <c:pt idx="360">
                  <c:v>0.4443159234810477</c:v>
                </c:pt>
                <c:pt idx="361">
                  <c:v>0.44549926931700873</c:v>
                </c:pt>
                <c:pt idx="362">
                  <c:v>0.44668251039630047</c:v>
                </c:pt>
                <c:pt idx="363">
                  <c:v>0.44786564748197</c:v>
                </c:pt>
                <c:pt idx="364">
                  <c:v>0.44904868133642417</c:v>
                </c:pt>
                <c:pt idx="365">
                  <c:v>0.45023161272143492</c:v>
                </c:pt>
                <c:pt idx="366">
                  <c:v>0.45141444239814421</c:v>
                </c:pt>
                <c:pt idx="367">
                  <c:v>0.4525971711270691</c:v>
                </c:pt>
                <c:pt idx="368">
                  <c:v>0.453779799668107</c:v>
                </c:pt>
                <c:pt idx="369">
                  <c:v>0.45496232878054049</c:v>
                </c:pt>
                <c:pt idx="370">
                  <c:v>0.4561447592230426</c:v>
                </c:pt>
                <c:pt idx="371">
                  <c:v>0.45732709175368164</c:v>
                </c:pt>
                <c:pt idx="372">
                  <c:v>0.45850932712992643</c:v>
                </c:pt>
                <c:pt idx="373">
                  <c:v>0.45969146610865119</c:v>
                </c:pt>
                <c:pt idx="374">
                  <c:v>0.46087350944614058</c:v>
                </c:pt>
                <c:pt idx="375">
                  <c:v>0.46205545789809477</c:v>
                </c:pt>
                <c:pt idx="376">
                  <c:v>0.46323731221963427</c:v>
                </c:pt>
                <c:pt idx="377">
                  <c:v>0.46441907316530506</c:v>
                </c:pt>
                <c:pt idx="378">
                  <c:v>0.46560074148908354</c:v>
                </c:pt>
                <c:pt idx="379">
                  <c:v>0.46678231794438146</c:v>
                </c:pt>
                <c:pt idx="380">
                  <c:v>0.46796380328405085</c:v>
                </c:pt>
                <c:pt idx="381">
                  <c:v>0.46914519826038892</c:v>
                </c:pt>
                <c:pt idx="382">
                  <c:v>0.47032650362514322</c:v>
                </c:pt>
                <c:pt idx="383">
                  <c:v>0.47150772012951625</c:v>
                </c:pt>
                <c:pt idx="384">
                  <c:v>0.47268884852417065</c:v>
                </c:pt>
                <c:pt idx="385">
                  <c:v>0.47386988955923387</c:v>
                </c:pt>
                <c:pt idx="386">
                  <c:v>0.47505084398430325</c:v>
                </c:pt>
                <c:pt idx="387">
                  <c:v>0.47623171254845081</c:v>
                </c:pt>
                <c:pt idx="388">
                  <c:v>0.47741249600022811</c:v>
                </c:pt>
                <c:pt idx="389">
                  <c:v>0.47859319508767123</c:v>
                </c:pt>
                <c:pt idx="390">
                  <c:v>0.47977381055830554</c:v>
                </c:pt>
                <c:pt idx="391">
                  <c:v>0.48095434315915053</c:v>
                </c:pt>
                <c:pt idx="392">
                  <c:v>0.48213479363672468</c:v>
                </c:pt>
                <c:pt idx="393">
                  <c:v>0.48331516273705039</c:v>
                </c:pt>
                <c:pt idx="394">
                  <c:v>0.48449545120565862</c:v>
                </c:pt>
                <c:pt idx="395">
                  <c:v>0.48567565978759392</c:v>
                </c:pt>
                <c:pt idx="396">
                  <c:v>0.48685578922741901</c:v>
                </c:pt>
                <c:pt idx="397">
                  <c:v>0.48803584026921981</c:v>
                </c:pt>
                <c:pt idx="398">
                  <c:v>0.48921581365661004</c:v>
                </c:pt>
                <c:pt idx="399">
                  <c:v>0.49039571013273614</c:v>
                </c:pt>
                <c:pt idx="400">
                  <c:v>0.49157553044028196</c:v>
                </c:pt>
                <c:pt idx="401">
                  <c:v>0.49275527532147356</c:v>
                </c:pt>
                <c:pt idx="402">
                  <c:v>0.49393494551808403</c:v>
                </c:pt>
                <c:pt idx="403">
                  <c:v>0.4951145417714381</c:v>
                </c:pt>
                <c:pt idx="404">
                  <c:v>0.49629406482241706</c:v>
                </c:pt>
                <c:pt idx="405">
                  <c:v>0.49747351541146334</c:v>
                </c:pt>
                <c:pt idx="406">
                  <c:v>0.49865289427858539</c:v>
                </c:pt>
                <c:pt idx="407">
                  <c:v>0.49983220216336227</c:v>
                </c:pt>
                <c:pt idx="408">
                  <c:v>0.50101143980494844</c:v>
                </c:pt>
                <c:pt idx="409">
                  <c:v>0.50219060794207859</c:v>
                </c:pt>
                <c:pt idx="410">
                  <c:v>0.50336970731307196</c:v>
                </c:pt>
                <c:pt idx="411">
                  <c:v>0.50454873865583738</c:v>
                </c:pt>
                <c:pt idx="412">
                  <c:v>0.50572770270787804</c:v>
                </c:pt>
                <c:pt idx="413">
                  <c:v>0.50690660020629574</c:v>
                </c:pt>
                <c:pt idx="414">
                  <c:v>0.50808543188779598</c:v>
                </c:pt>
                <c:pt idx="415">
                  <c:v>0.50926419848869253</c:v>
                </c:pt>
                <c:pt idx="416">
                  <c:v>0.51044290074491183</c:v>
                </c:pt>
                <c:pt idx="417">
                  <c:v>0.51162153939199806</c:v>
                </c:pt>
                <c:pt idx="418">
                  <c:v>0.51280011516511737</c:v>
                </c:pt>
                <c:pt idx="419">
                  <c:v>0.51397862879906286</c:v>
                </c:pt>
                <c:pt idx="420">
                  <c:v>0.51515708102825919</c:v>
                </c:pt>
                <c:pt idx="421">
                  <c:v>0.51633547258676693</c:v>
                </c:pt>
                <c:pt idx="422">
                  <c:v>0.51751380420828741</c:v>
                </c:pt>
                <c:pt idx="423">
                  <c:v>0.51869207662616734</c:v>
                </c:pt>
                <c:pt idx="424">
                  <c:v>0.51987029057340339</c:v>
                </c:pt>
                <c:pt idx="425">
                  <c:v>0.52104844678264683</c:v>
                </c:pt>
                <c:pt idx="426">
                  <c:v>0.52222654598620799</c:v>
                </c:pt>
                <c:pt idx="427">
                  <c:v>0.5234045889160609</c:v>
                </c:pt>
                <c:pt idx="428">
                  <c:v>0.52458257630384808</c:v>
                </c:pt>
                <c:pt idx="429">
                  <c:v>0.52576050888088488</c:v>
                </c:pt>
                <c:pt idx="430">
                  <c:v>0.52693838737816434</c:v>
                </c:pt>
                <c:pt idx="431">
                  <c:v>0.52811621252636132</c:v>
                </c:pt>
                <c:pt idx="432">
                  <c:v>0.52929398505583747</c:v>
                </c:pt>
                <c:pt idx="433">
                  <c:v>0.5304717056966457</c:v>
                </c:pt>
                <c:pt idx="434">
                  <c:v>0.53164937517853461</c:v>
                </c:pt>
                <c:pt idx="435">
                  <c:v>0.53282699423095325</c:v>
                </c:pt>
                <c:pt idx="436">
                  <c:v>0.53400456358305537</c:v>
                </c:pt>
                <c:pt idx="437">
                  <c:v>0.53518208396370426</c:v>
                </c:pt>
                <c:pt idx="438">
                  <c:v>0.53635955610147712</c:v>
                </c:pt>
                <c:pt idx="439">
                  <c:v>0.53753698072466971</c:v>
                </c:pt>
                <c:pt idx="440">
                  <c:v>0.53871435856130079</c:v>
                </c:pt>
                <c:pt idx="441">
                  <c:v>0.53989169033911666</c:v>
                </c:pt>
                <c:pt idx="442">
                  <c:v>0.54106897678559573</c:v>
                </c:pt>
                <c:pt idx="443">
                  <c:v>0.54224621862795286</c:v>
                </c:pt>
                <c:pt idx="444">
                  <c:v>0.54342341659314419</c:v>
                </c:pt>
                <c:pt idx="445">
                  <c:v>0.54460057140787133</c:v>
                </c:pt>
                <c:pt idx="446">
                  <c:v>0.54577768379858616</c:v>
                </c:pt>
                <c:pt idx="447">
                  <c:v>0.546954754491495</c:v>
                </c:pt>
                <c:pt idx="448">
                  <c:v>0.54813178421256337</c:v>
                </c:pt>
                <c:pt idx="449">
                  <c:v>0.54930877368752029</c:v>
                </c:pt>
                <c:pt idx="450">
                  <c:v>0.5504857236418631</c:v>
                </c:pt>
                <c:pt idx="451">
                  <c:v>0.55166263480086153</c:v>
                </c:pt>
                <c:pt idx="452">
                  <c:v>0.55283950788956238</c:v>
                </c:pt>
                <c:pt idx="453">
                  <c:v>0.55401634363279395</c:v>
                </c:pt>
                <c:pt idx="454">
                  <c:v>0.55519314275517062</c:v>
                </c:pt>
                <c:pt idx="455">
                  <c:v>0.55636990598109715</c:v>
                </c:pt>
                <c:pt idx="456">
                  <c:v>0.55754663403477345</c:v>
                </c:pt>
                <c:pt idx="457">
                  <c:v>0.55872332764019861</c:v>
                </c:pt>
                <c:pt idx="458">
                  <c:v>0.55989998752117565</c:v>
                </c:pt>
                <c:pt idx="459">
                  <c:v>0.56107661440131584</c:v>
                </c:pt>
                <c:pt idx="460">
                  <c:v>0.56225320900404341</c:v>
                </c:pt>
                <c:pt idx="461">
                  <c:v>0.5634297720525997</c:v>
                </c:pt>
                <c:pt idx="462">
                  <c:v>0.56460630427004765</c:v>
                </c:pt>
                <c:pt idx="463">
                  <c:v>0.56578280637927647</c:v>
                </c:pt>
                <c:pt idx="464">
                  <c:v>0.56695927910300581</c:v>
                </c:pt>
                <c:pt idx="465">
                  <c:v>0.56813572316379035</c:v>
                </c:pt>
                <c:pt idx="466">
                  <c:v>0.56931213928402424</c:v>
                </c:pt>
                <c:pt idx="467">
                  <c:v>0.57048852818594553</c:v>
                </c:pt>
                <c:pt idx="468">
                  <c:v>0.57166489059164038</c:v>
                </c:pt>
                <c:pt idx="469">
                  <c:v>0.57284122722304787</c:v>
                </c:pt>
                <c:pt idx="470">
                  <c:v>0.57401753880196427</c:v>
                </c:pt>
                <c:pt idx="471">
                  <c:v>0.57519382605004721</c:v>
                </c:pt>
                <c:pt idx="472">
                  <c:v>0.57637008968882053</c:v>
                </c:pt>
                <c:pt idx="473">
                  <c:v>0.5775463304396784</c:v>
                </c:pt>
                <c:pt idx="474">
                  <c:v>0.57872254902388998</c:v>
                </c:pt>
                <c:pt idx="475">
                  <c:v>0.5798987461626034</c:v>
                </c:pt>
                <c:pt idx="476">
                  <c:v>0.58107492257685067</c:v>
                </c:pt>
                <c:pt idx="477">
                  <c:v>0.58225107898755191</c:v>
                </c:pt>
                <c:pt idx="478">
                  <c:v>0.58342721611551962</c:v>
                </c:pt>
                <c:pt idx="479">
                  <c:v>0.5846033346814633</c:v>
                </c:pt>
                <c:pt idx="480">
                  <c:v>0.58577943540599375</c:v>
                </c:pt>
                <c:pt idx="481">
                  <c:v>0.5869555190096275</c:v>
                </c:pt>
                <c:pt idx="482">
                  <c:v>0.58813158621279116</c:v>
                </c:pt>
                <c:pt idx="483">
                  <c:v>0.58930763773582584</c:v>
                </c:pt>
                <c:pt idx="484">
                  <c:v>0.59048367429899173</c:v>
                </c:pt>
                <c:pt idx="485">
                  <c:v>0.5916596966224722</c:v>
                </c:pt>
                <c:pt idx="486">
                  <c:v>0.59283570542637842</c:v>
                </c:pt>
                <c:pt idx="487">
                  <c:v>0.59401170143075366</c:v>
                </c:pt>
                <c:pt idx="488">
                  <c:v>0.59518768535557776</c:v>
                </c:pt>
                <c:pt idx="489">
                  <c:v>0.59636365792077151</c:v>
                </c:pt>
                <c:pt idx="490">
                  <c:v>0.59753961984620085</c:v>
                </c:pt>
                <c:pt idx="491">
                  <c:v>0.59871557185168167</c:v>
                </c:pt>
                <c:pt idx="492">
                  <c:v>0.59989151465698387</c:v>
                </c:pt>
                <c:pt idx="493">
                  <c:v>0.60106744898183584</c:v>
                </c:pt>
                <c:pt idx="494">
                  <c:v>0.60224337554592888</c:v>
                </c:pt>
                <c:pt idx="495">
                  <c:v>0.60341929506892167</c:v>
                </c:pt>
                <c:pt idx="496">
                  <c:v>0.60459520827044444</c:v>
                </c:pt>
                <c:pt idx="497">
                  <c:v>0.60577111587010346</c:v>
                </c:pt>
                <c:pt idx="498">
                  <c:v>0.60694701858748568</c:v>
                </c:pt>
                <c:pt idx="499">
                  <c:v>0.60812291714216271</c:v>
                </c:pt>
                <c:pt idx="500">
                  <c:v>0.60929881225369553</c:v>
                </c:pt>
                <c:pt idx="501">
                  <c:v>0.61047470464163867</c:v>
                </c:pt>
                <c:pt idx="502">
                  <c:v>0.61165059502554475</c:v>
                </c:pt>
                <c:pt idx="503">
                  <c:v>0.61282648412496887</c:v>
                </c:pt>
                <c:pt idx="504">
                  <c:v>0.61400237265947288</c:v>
                </c:pt>
                <c:pt idx="505">
                  <c:v>0.61517826134862974</c:v>
                </c:pt>
                <c:pt idx="506">
                  <c:v>0.61635415091202816</c:v>
                </c:pt>
                <c:pt idx="507">
                  <c:v>0.61753004206927686</c:v>
                </c:pt>
                <c:pt idx="508">
                  <c:v>0.61870593554000886</c:v>
                </c:pt>
                <c:pt idx="509">
                  <c:v>0.61988183204388592</c:v>
                </c:pt>
                <c:pt idx="510">
                  <c:v>0.62105773230060302</c:v>
                </c:pt>
                <c:pt idx="511">
                  <c:v>0.62223363702989276</c:v>
                </c:pt>
                <c:pt idx="512">
                  <c:v>0.62340954695152972</c:v>
                </c:pt>
                <c:pt idx="513">
                  <c:v>0.62458546278533478</c:v>
                </c:pt>
                <c:pt idx="514">
                  <c:v>0.62576138525117952</c:v>
                </c:pt>
                <c:pt idx="515">
                  <c:v>0.62693731506899086</c:v>
                </c:pt>
                <c:pt idx="516">
                  <c:v>0.62811325295875509</c:v>
                </c:pt>
                <c:pt idx="517">
                  <c:v>0.62928919964052255</c:v>
                </c:pt>
                <c:pt idx="518">
                  <c:v>0.63046515583441198</c:v>
                </c:pt>
                <c:pt idx="519">
                  <c:v>0.63164112226061486</c:v>
                </c:pt>
                <c:pt idx="520">
                  <c:v>0.63281709963939969</c:v>
                </c:pt>
                <c:pt idx="521">
                  <c:v>0.6339930886911167</c:v>
                </c:pt>
                <c:pt idx="522">
                  <c:v>0.63516909013620204</c:v>
                </c:pt>
                <c:pt idx="523">
                  <c:v>0.63634510469518235</c:v>
                </c:pt>
                <c:pt idx="524">
                  <c:v>0.63752113308867897</c:v>
                </c:pt>
                <c:pt idx="525">
                  <c:v>0.63869717603741238</c:v>
                </c:pt>
                <c:pt idx="526">
                  <c:v>0.63987323426220688</c:v>
                </c:pt>
                <c:pt idx="527">
                  <c:v>0.64104930848399466</c:v>
                </c:pt>
                <c:pt idx="528">
                  <c:v>0.6422253994238204</c:v>
                </c:pt>
                <c:pt idx="529">
                  <c:v>0.64340150780284577</c:v>
                </c:pt>
                <c:pt idx="530">
                  <c:v>0.6445776343423536</c:v>
                </c:pt>
                <c:pt idx="531">
                  <c:v>0.64575377976375259</c:v>
                </c:pt>
                <c:pt idx="532">
                  <c:v>0.64692994478858135</c:v>
                </c:pt>
                <c:pt idx="533">
                  <c:v>0.64810613013851337</c:v>
                </c:pt>
                <c:pt idx="534">
                  <c:v>0.64928233653536094</c:v>
                </c:pt>
                <c:pt idx="535">
                  <c:v>0.65045856470107988</c:v>
                </c:pt>
                <c:pt idx="536">
                  <c:v>0.6516348153577739</c:v>
                </c:pt>
                <c:pt idx="537">
                  <c:v>0.65281108922769904</c:v>
                </c:pt>
                <c:pt idx="538">
                  <c:v>0.65398738703326809</c:v>
                </c:pt>
                <c:pt idx="539">
                  <c:v>0.65516370949705505</c:v>
                </c:pt>
                <c:pt idx="540">
                  <c:v>0.65634005734179957</c:v>
                </c:pt>
                <c:pt idx="541">
                  <c:v>0.65751643129041137</c:v>
                </c:pt>
                <c:pt idx="542">
                  <c:v>0.65869283206597473</c:v>
                </c:pt>
                <c:pt idx="543">
                  <c:v>0.65986926039175309</c:v>
                </c:pt>
                <c:pt idx="544">
                  <c:v>0.66104571699119308</c:v>
                </c:pt>
                <c:pt idx="545">
                  <c:v>0.66222220258792952</c:v>
                </c:pt>
                <c:pt idx="546">
                  <c:v>0.66339871790578964</c:v>
                </c:pt>
                <c:pt idx="547">
                  <c:v>0.66457526366879738</c:v>
                </c:pt>
                <c:pt idx="548">
                  <c:v>0.66575184060117809</c:v>
                </c:pt>
                <c:pt idx="549">
                  <c:v>0.66692844942736296</c:v>
                </c:pt>
                <c:pt idx="550">
                  <c:v>0.66810509087199343</c:v>
                </c:pt>
                <c:pt idx="551">
                  <c:v>0.66928176565992581</c:v>
                </c:pt>
                <c:pt idx="552">
                  <c:v>0.67045847451623553</c:v>
                </c:pt>
                <c:pt idx="553">
                  <c:v>0.67163521816622196</c:v>
                </c:pt>
                <c:pt idx="554">
                  <c:v>0.67281199733541264</c:v>
                </c:pt>
                <c:pt idx="555">
                  <c:v>0.6739888127495679</c:v>
                </c:pt>
                <c:pt idx="556">
                  <c:v>0.67516566513468523</c:v>
                </c:pt>
                <c:pt idx="557">
                  <c:v>0.67634255521700404</c:v>
                </c:pt>
                <c:pt idx="558">
                  <c:v>0.67751948372300985</c:v>
                </c:pt>
                <c:pt idx="559">
                  <c:v>0.67869645137943913</c:v>
                </c:pt>
                <c:pt idx="560">
                  <c:v>0.67987345891328355</c:v>
                </c:pt>
                <c:pt idx="561">
                  <c:v>0.68105050705179471</c:v>
                </c:pt>
                <c:pt idx="562">
                  <c:v>0.68222759652248843</c:v>
                </c:pt>
                <c:pt idx="563">
                  <c:v>0.68340472805314956</c:v>
                </c:pt>
                <c:pt idx="564">
                  <c:v>0.68458190237183636</c:v>
                </c:pt>
                <c:pt idx="565">
                  <c:v>0.68575912020688512</c:v>
                </c:pt>
                <c:pt idx="566">
                  <c:v>0.68693638228691456</c:v>
                </c:pt>
                <c:pt idx="567">
                  <c:v>0.6881136893408305</c:v>
                </c:pt>
                <c:pt idx="568">
                  <c:v>0.68929104209783043</c:v>
                </c:pt>
                <c:pt idx="569">
                  <c:v>0.69046844128740803</c:v>
                </c:pt>
                <c:pt idx="570">
                  <c:v>0.69164588763935775</c:v>
                </c:pt>
                <c:pt idx="571">
                  <c:v>0.69282338188377934</c:v>
                </c:pt>
                <c:pt idx="572">
                  <c:v>0.69400092475108255</c:v>
                </c:pt>
                <c:pt idx="573">
                  <c:v>0.69517851697199162</c:v>
                </c:pt>
                <c:pt idx="574">
                  <c:v>0.6963561592775499</c:v>
                </c:pt>
                <c:pt idx="575">
                  <c:v>0.69753385239912435</c:v>
                </c:pt>
                <c:pt idx="576">
                  <c:v>0.69871159706841024</c:v>
                </c:pt>
                <c:pt idx="577">
                  <c:v>0.69988939401743588</c:v>
                </c:pt>
                <c:pt idx="578">
                  <c:v>0.7010672439785669</c:v>
                </c:pt>
                <c:pt idx="579">
                  <c:v>0.70224514768451118</c:v>
                </c:pt>
                <c:pt idx="580">
                  <c:v>0.70342310586832324</c:v>
                </c:pt>
                <c:pt idx="581">
                  <c:v>0.70460111926340907</c:v>
                </c:pt>
                <c:pt idx="582">
                  <c:v>0.70577918860353073</c:v>
                </c:pt>
                <c:pt idx="583">
                  <c:v>0.70695731462281086</c:v>
                </c:pt>
                <c:pt idx="584">
                  <c:v>0.70813549805573739</c:v>
                </c:pt>
                <c:pt idx="585">
                  <c:v>0.70931373963716815</c:v>
                </c:pt>
                <c:pt idx="586">
                  <c:v>0.7104920401023358</c:v>
                </c:pt>
                <c:pt idx="587">
                  <c:v>0.71167040018685213</c:v>
                </c:pt>
                <c:pt idx="588">
                  <c:v>0.71284882062671306</c:v>
                </c:pt>
                <c:pt idx="589">
                  <c:v>0.7140273021583029</c:v>
                </c:pt>
                <c:pt idx="590">
                  <c:v>0.71520584551839961</c:v>
                </c:pt>
                <c:pt idx="591">
                  <c:v>0.71638445144417884</c:v>
                </c:pt>
                <c:pt idx="592">
                  <c:v>0.71756312067321926</c:v>
                </c:pt>
                <c:pt idx="593">
                  <c:v>0.71874185394350687</c:v>
                </c:pt>
                <c:pt idx="594">
                  <c:v>0.71992065199343991</c:v>
                </c:pt>
                <c:pt idx="595">
                  <c:v>0.72109951556183338</c:v>
                </c:pt>
                <c:pt idx="596">
                  <c:v>0.72227844538792385</c:v>
                </c:pt>
                <c:pt idx="597">
                  <c:v>0.72345744221137442</c:v>
                </c:pt>
                <c:pt idx="598">
                  <c:v>0.72463650677227931</c:v>
                </c:pt>
                <c:pt idx="599">
                  <c:v>0.72581563981116837</c:v>
                </c:pt>
                <c:pt idx="600">
                  <c:v>0.72699484206901221</c:v>
                </c:pt>
                <c:pt idx="601">
                  <c:v>0.72817411428722678</c:v>
                </c:pt>
                <c:pt idx="602">
                  <c:v>0.72935345720767819</c:v>
                </c:pt>
                <c:pt idx="603">
                  <c:v>0.73053287157268754</c:v>
                </c:pt>
                <c:pt idx="604">
                  <c:v>0.73171235812503554</c:v>
                </c:pt>
                <c:pt idx="605">
                  <c:v>0.73289191760796757</c:v>
                </c:pt>
                <c:pt idx="606">
                  <c:v>0.73407155076519826</c:v>
                </c:pt>
                <c:pt idx="607">
                  <c:v>0.73525125834091642</c:v>
                </c:pt>
                <c:pt idx="608">
                  <c:v>0.73643104107978985</c:v>
                </c:pt>
                <c:pt idx="609">
                  <c:v>0.73761089972697014</c:v>
                </c:pt>
                <c:pt idx="610">
                  <c:v>0.73879083502809761</c:v>
                </c:pt>
                <c:pt idx="611">
                  <c:v>0.7399708477293061</c:v>
                </c:pt>
                <c:pt idx="612">
                  <c:v>0.74115093857722758</c:v>
                </c:pt>
                <c:pt idx="613">
                  <c:v>0.74233110831899751</c:v>
                </c:pt>
                <c:pt idx="614">
                  <c:v>0.7435113577022594</c:v>
                </c:pt>
                <c:pt idx="615">
                  <c:v>0.74469168747516967</c:v>
                </c:pt>
                <c:pt idx="616">
                  <c:v>0.74587209838640278</c:v>
                </c:pt>
                <c:pt idx="617">
                  <c:v>0.74705259118515577</c:v>
                </c:pt>
                <c:pt idx="618">
                  <c:v>0.74823316662115358</c:v>
                </c:pt>
                <c:pt idx="619">
                  <c:v>0.74941382544465374</c:v>
                </c:pt>
                <c:pt idx="620">
                  <c:v>0.75059456840645122</c:v>
                </c:pt>
                <c:pt idx="621">
                  <c:v>0.7517753962578837</c:v>
                </c:pt>
                <c:pt idx="622">
                  <c:v>0.75295630975083616</c:v>
                </c:pt>
                <c:pt idx="623">
                  <c:v>0.75413730963774595</c:v>
                </c:pt>
                <c:pt idx="624">
                  <c:v>0.75531839667160794</c:v>
                </c:pt>
                <c:pt idx="625">
                  <c:v>0.75649957160597925</c:v>
                </c:pt>
                <c:pt idx="626">
                  <c:v>0.75768083519498453</c:v>
                </c:pt>
                <c:pt idx="627">
                  <c:v>0.75886218819332052</c:v>
                </c:pt>
                <c:pt idx="628">
                  <c:v>0.76004363135626152</c:v>
                </c:pt>
                <c:pt idx="629">
                  <c:v>0.76122516543966423</c:v>
                </c:pt>
                <c:pt idx="630">
                  <c:v>0.76240679119997268</c:v>
                </c:pt>
                <c:pt idx="631">
                  <c:v>0.76358850939422329</c:v>
                </c:pt>
                <c:pt idx="632">
                  <c:v>0.76477032078005014</c:v>
                </c:pt>
                <c:pt idx="633">
                  <c:v>0.7659522261156898</c:v>
                </c:pt>
                <c:pt idx="634">
                  <c:v>0.7671342261599865</c:v>
                </c:pt>
                <c:pt idx="635">
                  <c:v>0.76831632167239727</c:v>
                </c:pt>
                <c:pt idx="636">
                  <c:v>0.7694985134129968</c:v>
                </c:pt>
                <c:pt idx="637">
                  <c:v>0.7706808021424828</c:v>
                </c:pt>
                <c:pt idx="638">
                  <c:v>0.77186318862218106</c:v>
                </c:pt>
                <c:pt idx="639">
                  <c:v>0.77304567361405052</c:v>
                </c:pt>
                <c:pt idx="640">
                  <c:v>0.77422825788068839</c:v>
                </c:pt>
                <c:pt idx="641">
                  <c:v>0.77541094218533546</c:v>
                </c:pt>
                <c:pt idx="642">
                  <c:v>0.77659372729188103</c:v>
                </c:pt>
                <c:pt idx="643">
                  <c:v>0.77777661396486819</c:v>
                </c:pt>
                <c:pt idx="644">
                  <c:v>0.77895960296949918</c:v>
                </c:pt>
                <c:pt idx="645">
                  <c:v>0.78014269507164014</c:v>
                </c:pt>
                <c:pt idx="646">
                  <c:v>0.7813258910378269</c:v>
                </c:pt>
                <c:pt idx="647">
                  <c:v>0.78250919163526977</c:v>
                </c:pt>
                <c:pt idx="648">
                  <c:v>0.78369259763185894</c:v>
                </c:pt>
                <c:pt idx="649">
                  <c:v>0.78487610979616973</c:v>
                </c:pt>
                <c:pt idx="650">
                  <c:v>0.78605972889746767</c:v>
                </c:pt>
                <c:pt idx="651">
                  <c:v>0.78724345570571408</c:v>
                </c:pt>
                <c:pt idx="652">
                  <c:v>0.78842729099157105</c:v>
                </c:pt>
                <c:pt idx="653">
                  <c:v>0.789611235526407</c:v>
                </c:pt>
                <c:pt idx="654">
                  <c:v>0.79079529008230187</c:v>
                </c:pt>
                <c:pt idx="655">
                  <c:v>0.79197945543205228</c:v>
                </c:pt>
                <c:pt idx="656">
                  <c:v>0.79316373234917714</c:v>
                </c:pt>
                <c:pt idx="657">
                  <c:v>0.7943481216079229</c:v>
                </c:pt>
                <c:pt idx="658">
                  <c:v>0.79553262398326874</c:v>
                </c:pt>
                <c:pt idx="659">
                  <c:v>0.79671724025093227</c:v>
                </c:pt>
                <c:pt idx="660">
                  <c:v>0.7979019711873746</c:v>
                </c:pt>
                <c:pt idx="661">
                  <c:v>0.79908681756980593</c:v>
                </c:pt>
                <c:pt idx="662">
                  <c:v>0.80027178017619083</c:v>
                </c:pt>
                <c:pt idx="663">
                  <c:v>0.80145685978525394</c:v>
                </c:pt>
                <c:pt idx="664">
                  <c:v>0.80264205717648507</c:v>
                </c:pt>
                <c:pt idx="665">
                  <c:v>0.80382737313014496</c:v>
                </c:pt>
                <c:pt idx="666">
                  <c:v>0.80501280842727041</c:v>
                </c:pt>
                <c:pt idx="667">
                  <c:v>0.80619836384968002</c:v>
                </c:pt>
                <c:pt idx="668">
                  <c:v>0.80738404017997967</c:v>
                </c:pt>
                <c:pt idx="669">
                  <c:v>0.80856983820156791</c:v>
                </c:pt>
                <c:pt idx="670">
                  <c:v>0.80975575869864158</c:v>
                </c:pt>
                <c:pt idx="671">
                  <c:v>0.8109418024562014</c:v>
                </c:pt>
                <c:pt idx="672">
                  <c:v>0.81212797026005734</c:v>
                </c:pt>
                <c:pt idx="673">
                  <c:v>0.81331426289683451</c:v>
                </c:pt>
                <c:pt idx="674">
                  <c:v>0.81450068115397822</c:v>
                </c:pt>
                <c:pt idx="675">
                  <c:v>0.81568722581976028</c:v>
                </c:pt>
                <c:pt idx="676">
                  <c:v>0.81687389768328389</c:v>
                </c:pt>
                <c:pt idx="677">
                  <c:v>0.81806069753448996</c:v>
                </c:pt>
                <c:pt idx="678">
                  <c:v>0.81924762616416213</c:v>
                </c:pt>
                <c:pt idx="679">
                  <c:v>0.82043468436393285</c:v>
                </c:pt>
                <c:pt idx="680">
                  <c:v>0.82162187292628897</c:v>
                </c:pt>
                <c:pt idx="681">
                  <c:v>0.82280919264457741</c:v>
                </c:pt>
                <c:pt idx="682">
                  <c:v>0.82399664431301078</c:v>
                </c:pt>
                <c:pt idx="683">
                  <c:v>0.82518422872667307</c:v>
                </c:pt>
                <c:pt idx="684">
                  <c:v>0.8263719466815258</c:v>
                </c:pt>
                <c:pt idx="685">
                  <c:v>0.82755979897441323</c:v>
                </c:pt>
                <c:pt idx="686">
                  <c:v>0.82874778640306845</c:v>
                </c:pt>
                <c:pt idx="687">
                  <c:v>0.8299359097661192</c:v>
                </c:pt>
                <c:pt idx="688">
                  <c:v>0.83112416986309345</c:v>
                </c:pt>
                <c:pt idx="689">
                  <c:v>0.8323125674944255</c:v>
                </c:pt>
                <c:pt idx="690">
                  <c:v>0.83350110346146156</c:v>
                </c:pt>
                <c:pt idx="691">
                  <c:v>0.83468977856646576</c:v>
                </c:pt>
                <c:pt idx="692">
                  <c:v>0.83587859361262595</c:v>
                </c:pt>
                <c:pt idx="693">
                  <c:v>0.83706754940405981</c:v>
                </c:pt>
                <c:pt idx="694">
                  <c:v>0.83825664674582034</c:v>
                </c:pt>
                <c:pt idx="695">
                  <c:v>0.83944588644390228</c:v>
                </c:pt>
                <c:pt idx="696">
                  <c:v>0.84063526930524768</c:v>
                </c:pt>
                <c:pt idx="697">
                  <c:v>0.84182479613775196</c:v>
                </c:pt>
                <c:pt idx="698">
                  <c:v>0.84301446775026989</c:v>
                </c:pt>
                <c:pt idx="699">
                  <c:v>0.84420428495262179</c:v>
                </c:pt>
                <c:pt idx="700">
                  <c:v>0.84539424855559919</c:v>
                </c:pt>
                <c:pt idx="701">
                  <c:v>0.84658435937097121</c:v>
                </c:pt>
                <c:pt idx="702">
                  <c:v>0.84777461821149036</c:v>
                </c:pt>
                <c:pt idx="703">
                  <c:v>0.84896502589089873</c:v>
                </c:pt>
                <c:pt idx="704">
                  <c:v>0.85015558322393403</c:v>
                </c:pt>
                <c:pt idx="705">
                  <c:v>0.85134629102633574</c:v>
                </c:pt>
                <c:pt idx="706">
                  <c:v>0.85253715011485132</c:v>
                </c:pt>
                <c:pt idx="707">
                  <c:v>0.85372816130724216</c:v>
                </c:pt>
                <c:pt idx="708">
                  <c:v>0.85491932542228977</c:v>
                </c:pt>
                <c:pt idx="709">
                  <c:v>0.85611064327980224</c:v>
                </c:pt>
                <c:pt idx="710">
                  <c:v>0.85730211570062009</c:v>
                </c:pt>
                <c:pt idx="711">
                  <c:v>0.85849374350662278</c:v>
                </c:pt>
                <c:pt idx="712">
                  <c:v>0.85968552752073468</c:v>
                </c:pt>
                <c:pt idx="713">
                  <c:v>0.86087746856693159</c:v>
                </c:pt>
                <c:pt idx="714">
                  <c:v>0.86206956747024688</c:v>
                </c:pt>
                <c:pt idx="715">
                  <c:v>0.86326182505677795</c:v>
                </c:pt>
                <c:pt idx="716">
                  <c:v>0.86445424215369226</c:v>
                </c:pt>
                <c:pt idx="717">
                  <c:v>0.86564681958923395</c:v>
                </c:pt>
                <c:pt idx="718">
                  <c:v>0.86683955819273006</c:v>
                </c:pt>
                <c:pt idx="719">
                  <c:v>0.86803245879459701</c:v>
                </c:pt>
                <c:pt idx="720">
                  <c:v>0.86922552222634686</c:v>
                </c:pt>
                <c:pt idx="721">
                  <c:v>0.87041874932059404</c:v>
                </c:pt>
                <c:pt idx="722">
                  <c:v>0.87161214091106143</c:v>
                </c:pt>
                <c:pt idx="723">
                  <c:v>0.8728056978325871</c:v>
                </c:pt>
                <c:pt idx="724">
                  <c:v>0.8739994209211307</c:v>
                </c:pt>
                <c:pt idx="725">
                  <c:v>0.87519331101377995</c:v>
                </c:pt>
                <c:pt idx="726">
                  <c:v>0.87638736894875724</c:v>
                </c:pt>
                <c:pt idx="727">
                  <c:v>0.87758159556542603</c:v>
                </c:pt>
                <c:pt idx="728">
                  <c:v>0.87877599170429777</c:v>
                </c:pt>
                <c:pt idx="729">
                  <c:v>0.87997055820703818</c:v>
                </c:pt>
                <c:pt idx="730">
                  <c:v>0.88116529591647386</c:v>
                </c:pt>
                <c:pt idx="731">
                  <c:v>0.88236020567659934</c:v>
                </c:pt>
                <c:pt idx="732">
                  <c:v>0.88355528833258323</c:v>
                </c:pt>
                <c:pt idx="733">
                  <c:v>0.88475054473077519</c:v>
                </c:pt>
                <c:pt idx="734">
                  <c:v>0.8859459757187127</c:v>
                </c:pt>
                <c:pt idx="735">
                  <c:v>0.88714158214512773</c:v>
                </c:pt>
                <c:pt idx="736">
                  <c:v>0.88833736485995329</c:v>
                </c:pt>
                <c:pt idx="737">
                  <c:v>0.88953332471433066</c:v>
                </c:pt>
                <c:pt idx="738">
                  <c:v>0.8907294625606158</c:v>
                </c:pt>
                <c:pt idx="739">
                  <c:v>0.89192577925238636</c:v>
                </c:pt>
                <c:pt idx="740">
                  <c:v>0.89312227564444846</c:v>
                </c:pt>
                <c:pt idx="741">
                  <c:v>0.89431895259284366</c:v>
                </c:pt>
                <c:pt idx="742">
                  <c:v>0.89551581095485588</c:v>
                </c:pt>
                <c:pt idx="743">
                  <c:v>0.89671285158901826</c:v>
                </c:pt>
                <c:pt idx="744">
                  <c:v>0.89791007535512002</c:v>
                </c:pt>
                <c:pt idx="745">
                  <c:v>0.89910748311421373</c:v>
                </c:pt>
                <c:pt idx="746">
                  <c:v>0.90030507572862195</c:v>
                </c:pt>
                <c:pt idx="747">
                  <c:v>0.90150285406194464</c:v>
                </c:pt>
                <c:pt idx="748">
                  <c:v>0.90270081897906584</c:v>
                </c:pt>
                <c:pt idx="749">
                  <c:v>0.90389897134616104</c:v>
                </c:pt>
                <c:pt idx="750">
                  <c:v>0.9050973120307042</c:v>
                </c:pt>
                <c:pt idx="751">
                  <c:v>0.90629584190147483</c:v>
                </c:pt>
                <c:pt idx="752">
                  <c:v>0.90749456182856503</c:v>
                </c:pt>
                <c:pt idx="753">
                  <c:v>0.90869347268338707</c:v>
                </c:pt>
                <c:pt idx="754">
                  <c:v>0.90989257533868029</c:v>
                </c:pt>
                <c:pt idx="755">
                  <c:v>0.91109187066851827</c:v>
                </c:pt>
                <c:pt idx="756">
                  <c:v>0.91229135954831642</c:v>
                </c:pt>
                <c:pt idx="757">
                  <c:v>0.91349104285483895</c:v>
                </c:pt>
                <c:pt idx="758">
                  <c:v>0.91469092146620634</c:v>
                </c:pt>
                <c:pt idx="759">
                  <c:v>0.91589099626190262</c:v>
                </c:pt>
                <c:pt idx="760">
                  <c:v>0.91709126812278297</c:v>
                </c:pt>
                <c:pt idx="761">
                  <c:v>0.91829173793108065</c:v>
                </c:pt>
                <c:pt idx="762">
                  <c:v>0.91949240657041498</c:v>
                </c:pt>
                <c:pt idx="763">
                  <c:v>0.92069327492579844</c:v>
                </c:pt>
                <c:pt idx="764">
                  <c:v>0.92189434388364422</c:v>
                </c:pt>
                <c:pt idx="765">
                  <c:v>0.92309561433177378</c:v>
                </c:pt>
                <c:pt idx="766">
                  <c:v>0.92429708715942427</c:v>
                </c:pt>
                <c:pt idx="767">
                  <c:v>0.92549876325725644</c:v>
                </c:pt>
                <c:pt idx="768">
                  <c:v>0.9267006435173617</c:v>
                </c:pt>
                <c:pt idx="769">
                  <c:v>0.9279027288332703</c:v>
                </c:pt>
                <c:pt idx="770">
                  <c:v>0.92910502009995866</c:v>
                </c:pt>
                <c:pt idx="771">
                  <c:v>0.93030751821385715</c:v>
                </c:pt>
                <c:pt idx="772">
                  <c:v>0.93151022407285766</c:v>
                </c:pt>
                <c:pt idx="773">
                  <c:v>0.93271313857632165</c:v>
                </c:pt>
                <c:pt idx="774">
                  <c:v>0.93391626262508765</c:v>
                </c:pt>
                <c:pt idx="775">
                  <c:v>0.9351195971214793</c:v>
                </c:pt>
                <c:pt idx="776">
                  <c:v>0.93632314296931296</c:v>
                </c:pt>
                <c:pt idx="777">
                  <c:v>0.93752690107390568</c:v>
                </c:pt>
                <c:pt idx="778">
                  <c:v>0.93873087234208308</c:v>
                </c:pt>
                <c:pt idx="779">
                  <c:v>0.93993505768218744</c:v>
                </c:pt>
                <c:pt idx="780">
                  <c:v>0.94113945800408538</c:v>
                </c:pt>
                <c:pt idx="781">
                  <c:v>0.9423440742191761</c:v>
                </c:pt>
                <c:pt idx="782">
                  <c:v>0.94354890724039919</c:v>
                </c:pt>
                <c:pt idx="783">
                  <c:v>0.94475395798224304</c:v>
                </c:pt>
                <c:pt idx="784">
                  <c:v>0.94595922736075244</c:v>
                </c:pt>
                <c:pt idx="785">
                  <c:v>0.94716471629353705</c:v>
                </c:pt>
                <c:pt idx="786">
                  <c:v>0.94837042569977947</c:v>
                </c:pt>
                <c:pt idx="787">
                  <c:v>0.94957635650024341</c:v>
                </c:pt>
                <c:pt idx="788">
                  <c:v>0.95078250961728195</c:v>
                </c:pt>
                <c:pt idx="789">
                  <c:v>0.95198888597484577</c:v>
                </c:pt>
                <c:pt idx="790">
                  <c:v>0.9531954864984914</c:v>
                </c:pt>
                <c:pt idx="791">
                  <c:v>0.95440231211538962</c:v>
                </c:pt>
                <c:pt idx="792">
                  <c:v>0.95560936375433381</c:v>
                </c:pt>
                <c:pt idx="793">
                  <c:v>0.95681664234574815</c:v>
                </c:pt>
                <c:pt idx="794">
                  <c:v>0.9580241488216964</c:v>
                </c:pt>
                <c:pt idx="795">
                  <c:v>0.95923188411589</c:v>
                </c:pt>
                <c:pt idx="796">
                  <c:v>0.96043984916369685</c:v>
                </c:pt>
                <c:pt idx="797">
                  <c:v>0.96164804490214961</c:v>
                </c:pt>
                <c:pt idx="798">
                  <c:v>0.96285647226995441</c:v>
                </c:pt>
                <c:pt idx="799">
                  <c:v>0.96406513220749934</c:v>
                </c:pt>
                <c:pt idx="800">
                  <c:v>0.96527402565686338</c:v>
                </c:pt>
                <c:pt idx="801">
                  <c:v>0.96648315356182457</c:v>
                </c:pt>
                <c:pt idx="802">
                  <c:v>0.96769251686786917</c:v>
                </c:pt>
                <c:pt idx="803">
                  <c:v>0.96890211652220015</c:v>
                </c:pt>
                <c:pt idx="804">
                  <c:v>0.97011195347374601</c:v>
                </c:pt>
                <c:pt idx="805">
                  <c:v>0.97132202867316986</c:v>
                </c:pt>
                <c:pt idx="806">
                  <c:v>0.97253234307287784</c:v>
                </c:pt>
                <c:pt idx="807">
                  <c:v>0.97374289762702826</c:v>
                </c:pt>
                <c:pt idx="808">
                  <c:v>0.97495369329154069</c:v>
                </c:pt>
                <c:pt idx="809">
                  <c:v>0.9761647310241045</c:v>
                </c:pt>
                <c:pt idx="810">
                  <c:v>0.97737601178418831</c:v>
                </c:pt>
                <c:pt idx="811">
                  <c:v>0.97858753653304875</c:v>
                </c:pt>
                <c:pt idx="812">
                  <c:v>0.97979930623373956</c:v>
                </c:pt>
                <c:pt idx="813">
                  <c:v>0.98101132185112105</c:v>
                </c:pt>
                <c:pt idx="814">
                  <c:v>0.98222358435186874</c:v>
                </c:pt>
                <c:pt idx="815">
                  <c:v>0.9834360947044829</c:v>
                </c:pt>
                <c:pt idx="816">
                  <c:v>0.98464885387929779</c:v>
                </c:pt>
                <c:pt idx="817">
                  <c:v>0.98586186284849087</c:v>
                </c:pt>
                <c:pt idx="818">
                  <c:v>0.98707512258609198</c:v>
                </c:pt>
                <c:pt idx="819">
                  <c:v>0.98828863406799305</c:v>
                </c:pt>
                <c:pt idx="820">
                  <c:v>0.9895023982719573</c:v>
                </c:pt>
                <c:pt idx="821">
                  <c:v>0.99071641617762862</c:v>
                </c:pt>
                <c:pt idx="822">
                  <c:v>0.99193068876654111</c:v>
                </c:pt>
                <c:pt idx="823">
                  <c:v>0.99314521702212877</c:v>
                </c:pt>
                <c:pt idx="824">
                  <c:v>0.99436000192973484</c:v>
                </c:pt>
                <c:pt idx="825">
                  <c:v>0.9955750444766216</c:v>
                </c:pt>
                <c:pt idx="826">
                  <c:v>0.99679034565197977</c:v>
                </c:pt>
                <c:pt idx="827">
                  <c:v>0.99800590644693854</c:v>
                </c:pt>
                <c:pt idx="828">
                  <c:v>0.99922172785457519</c:v>
                </c:pt>
                <c:pt idx="829">
                  <c:v>1.0004378108699248</c:v>
                </c:pt>
                <c:pt idx="830">
                  <c:v>1.0016541564899899</c:v>
                </c:pt>
                <c:pt idx="831">
                  <c:v>1.002870765713751</c:v>
                </c:pt>
                <c:pt idx="832">
                  <c:v>1.0040876395421758</c:v>
                </c:pt>
                <c:pt idx="833">
                  <c:v>1.0053047789782295</c:v>
                </c:pt>
                <c:pt idx="834">
                  <c:v>1.0065221850268846</c:v>
                </c:pt>
                <c:pt idx="835">
                  <c:v>1.0072216464222938</c:v>
                </c:pt>
                <c:pt idx="836">
                  <c:v>1.0079211078177031</c:v>
                </c:pt>
                <c:pt idx="837">
                  <c:v>1.0086205692131123</c:v>
                </c:pt>
                <c:pt idx="838">
                  <c:v>1.0093200306085215</c:v>
                </c:pt>
                <c:pt idx="839">
                  <c:v>1.0100194920039307</c:v>
                </c:pt>
                <c:pt idx="840">
                  <c:v>1.0107189533993399</c:v>
                </c:pt>
                <c:pt idx="841">
                  <c:v>1.0114184147947491</c:v>
                </c:pt>
                <c:pt idx="842">
                  <c:v>1.0121178761901584</c:v>
                </c:pt>
                <c:pt idx="843">
                  <c:v>1.0128173375855676</c:v>
                </c:pt>
                <c:pt idx="844">
                  <c:v>1.0135167989809768</c:v>
                </c:pt>
                <c:pt idx="845">
                  <c:v>1.014216260376386</c:v>
                </c:pt>
                <c:pt idx="846">
                  <c:v>1.0149157217717952</c:v>
                </c:pt>
                <c:pt idx="847">
                  <c:v>1.0156151831672044</c:v>
                </c:pt>
                <c:pt idx="848">
                  <c:v>1.0163146445626137</c:v>
                </c:pt>
                <c:pt idx="849">
                  <c:v>1.0170141059580229</c:v>
                </c:pt>
                <c:pt idx="850">
                  <c:v>1.0177135673534321</c:v>
                </c:pt>
                <c:pt idx="851">
                  <c:v>1.0184130287488413</c:v>
                </c:pt>
                <c:pt idx="852">
                  <c:v>1.0191124901442505</c:v>
                </c:pt>
                <c:pt idx="853">
                  <c:v>1.0198119515396598</c:v>
                </c:pt>
                <c:pt idx="854">
                  <c:v>1.020511412935069</c:v>
                </c:pt>
                <c:pt idx="855">
                  <c:v>1.0212108743304782</c:v>
                </c:pt>
                <c:pt idx="856">
                  <c:v>1.0219103357258874</c:v>
                </c:pt>
                <c:pt idx="857">
                  <c:v>1.0226097971212966</c:v>
                </c:pt>
                <c:pt idx="858">
                  <c:v>1.0233092585167058</c:v>
                </c:pt>
                <c:pt idx="859">
                  <c:v>1.0240087199121151</c:v>
                </c:pt>
                <c:pt idx="860">
                  <c:v>1.0247081813075243</c:v>
                </c:pt>
                <c:pt idx="861">
                  <c:v>1.0254076427029335</c:v>
                </c:pt>
                <c:pt idx="862">
                  <c:v>1.0261071040983427</c:v>
                </c:pt>
                <c:pt idx="863">
                  <c:v>1.0268065654937519</c:v>
                </c:pt>
                <c:pt idx="864">
                  <c:v>1.0275060268891612</c:v>
                </c:pt>
                <c:pt idx="865">
                  <c:v>1.0282054882845704</c:v>
                </c:pt>
                <c:pt idx="866">
                  <c:v>1.0289049496799796</c:v>
                </c:pt>
                <c:pt idx="867">
                  <c:v>1.0296044110753888</c:v>
                </c:pt>
                <c:pt idx="868">
                  <c:v>1.030303872470798</c:v>
                </c:pt>
                <c:pt idx="869">
                  <c:v>1.0310033338662072</c:v>
                </c:pt>
                <c:pt idx="870">
                  <c:v>1.0317027952616165</c:v>
                </c:pt>
                <c:pt idx="871">
                  <c:v>1.0324022566570257</c:v>
                </c:pt>
                <c:pt idx="872">
                  <c:v>1.0331017180524349</c:v>
                </c:pt>
                <c:pt idx="873">
                  <c:v>1.0338011794478441</c:v>
                </c:pt>
                <c:pt idx="874">
                  <c:v>1.0345006408432533</c:v>
                </c:pt>
                <c:pt idx="875">
                  <c:v>1.0352001022386625</c:v>
                </c:pt>
                <c:pt idx="876">
                  <c:v>1.0358995636340718</c:v>
                </c:pt>
                <c:pt idx="877">
                  <c:v>1.036599025029481</c:v>
                </c:pt>
                <c:pt idx="878">
                  <c:v>1.0372984864248902</c:v>
                </c:pt>
                <c:pt idx="879">
                  <c:v>1.0379979478202994</c:v>
                </c:pt>
                <c:pt idx="880">
                  <c:v>1.0386974092157086</c:v>
                </c:pt>
                <c:pt idx="881">
                  <c:v>1.0393968706111179</c:v>
                </c:pt>
                <c:pt idx="882">
                  <c:v>1.0400963320065271</c:v>
                </c:pt>
              </c:numCache>
            </c:numRef>
          </c:xVal>
          <c:yVal>
            <c:numRef>
              <c:f>Sheet1!$C$3:$C$885</c:f>
              <c:numCache>
                <c:formatCode>General</c:formatCode>
                <c:ptCount val="883"/>
                <c:pt idx="0">
                  <c:v>0</c:v>
                </c:pt>
                <c:pt idx="1">
                  <c:v>316.05057086240924</c:v>
                </c:pt>
                <c:pt idx="2">
                  <c:v>502.55643383576631</c:v>
                </c:pt>
                <c:pt idx="3">
                  <c:v>633.73311636575943</c:v>
                </c:pt>
                <c:pt idx="4">
                  <c:v>728.72853738834488</c:v>
                </c:pt>
                <c:pt idx="5">
                  <c:v>799.06624725718837</c:v>
                </c:pt>
                <c:pt idx="6">
                  <c:v>851.89519948251495</c:v>
                </c:pt>
                <c:pt idx="7">
                  <c:v>891.99000424960968</c:v>
                </c:pt>
                <c:pt idx="8">
                  <c:v>922.67800911355221</c:v>
                </c:pt>
                <c:pt idx="9">
                  <c:v>946.34176383046974</c:v>
                </c:pt>
                <c:pt idx="10">
                  <c:v>964.71907054295718</c:v>
                </c:pt>
                <c:pt idx="11">
                  <c:v>979.0942013454835</c:v>
                </c:pt>
                <c:pt idx="12">
                  <c:v>990.42546078227531</c:v>
                </c:pt>
                <c:pt idx="13">
                  <c:v>999.43315265564854</c:v>
                </c:pt>
                <c:pt idx="14">
                  <c:v>1006.6617505436943</c:v>
                </c:pt>
                <c:pt idx="15">
                  <c:v>1012.5246574943255</c:v>
                </c:pt>
                <c:pt idx="16">
                  <c:v>1017.3368893203442</c:v>
                </c:pt>
                <c:pt idx="17">
                  <c:v>1021.3392017309859</c:v>
                </c:pt>
                <c:pt idx="18">
                  <c:v>1024.7160538128917</c:v>
                </c:pt>
                <c:pt idx="19">
                  <c:v>1027.6090729417674</c:v>
                </c:pt>
                <c:pt idx="20">
                  <c:v>1030.1272022655583</c:v>
                </c:pt>
                <c:pt idx="21">
                  <c:v>1032.3543815665753</c:v>
                </c:pt>
                <c:pt idx="22">
                  <c:v>1034.3553819628514</c:v>
                </c:pt>
                <c:pt idx="23">
                  <c:v>1036.1802514479077</c:v>
                </c:pt>
                <c:pt idx="24">
                  <c:v>1037.8677105778729</c:v>
                </c:pt>
                <c:pt idx="25">
                  <c:v>1039.4477518788842</c:v>
                </c:pt>
                <c:pt idx="26">
                  <c:v>1040.9436334771003</c:v>
                </c:pt>
                <c:pt idx="27">
                  <c:v>1042.3734107063599</c:v>
                </c:pt>
                <c:pt idx="28">
                  <c:v>1043.7511145518242</c:v>
                </c:pt>
                <c:pt idx="29">
                  <c:v>1045.0876596272058</c:v>
                </c:pt>
                <c:pt idx="30">
                  <c:v>1046.3915446607348</c:v>
                </c:pt>
                <c:pt idx="31">
                  <c:v>1047.6693935602802</c:v>
                </c:pt>
                <c:pt idx="32">
                  <c:v>1048.9263738163324</c:v>
                </c:pt>
                <c:pt idx="33">
                  <c:v>1050.1665204067556</c:v>
                </c:pt>
                <c:pt idx="34">
                  <c:v>1051.392986809911</c:v>
                </c:pt>
                <c:pt idx="35">
                  <c:v>1052.6082397274629</c:v>
                </c:pt>
                <c:pt idx="36">
                  <c:v>1053.8142102912259</c:v>
                </c:pt>
                <c:pt idx="37">
                  <c:v>1055.0124115925701</c:v>
                </c:pt>
                <c:pt idx="38">
                  <c:v>1056.2040301222526</c:v>
                </c:pt>
                <c:pt idx="39">
                  <c:v>1057.3899969786571</c:v>
                </c:pt>
                <c:pt idx="40">
                  <c:v>1058.5710433722743</c:v>
                </c:pt>
                <c:pt idx="41">
                  <c:v>1059.7477439287741</c:v>
                </c:pt>
                <c:pt idx="42">
                  <c:v>1060.92055050356</c:v>
                </c:pt>
                <c:pt idx="43">
                  <c:v>1062.0898186106588</c:v>
                </c:pt>
                <c:pt idx="44">
                  <c:v>1063.2558280971805</c:v>
                </c:pt>
                <c:pt idx="45">
                  <c:v>1064.4187993296628</c:v>
                </c:pt>
                <c:pt idx="46">
                  <c:v>1065.5789058795428</c:v>
                </c:pt>
                <c:pt idx="47">
                  <c:v>1066.7362844709919</c:v>
                </c:pt>
                <c:pt idx="48">
                  <c:v>1067.8910427913115</c:v>
                </c:pt>
                <c:pt idx="49">
                  <c:v>1069.0432656259136</c:v>
                </c:pt>
                <c:pt idx="50">
                  <c:v>1070.1930196828296</c:v>
                </c:pt>
                <c:pt idx="51">
                  <c:v>1071.3403573895225</c:v>
                </c:pt>
                <c:pt idx="52">
                  <c:v>1072.485319883162</c:v>
                </c:pt>
                <c:pt idx="53">
                  <c:v>1073.6279393678565</c:v>
                </c:pt>
                <c:pt idx="54">
                  <c:v>1074.7682409742461</c:v>
                </c:pt>
                <c:pt idx="55">
                  <c:v>1075.9062442279705</c:v>
                </c:pt>
                <c:pt idx="56">
                  <c:v>1077.0419642099434</c:v>
                </c:pt>
                <c:pt idx="57">
                  <c:v>1078.1754124737065</c:v>
                </c:pt>
                <c:pt idx="58">
                  <c:v>1079.3065977720792</c:v>
                </c:pt>
                <c:pt idx="59">
                  <c:v>1080.4355266321136</c:v>
                </c:pt>
                <c:pt idx="60">
                  <c:v>1081.5622038114502</c:v>
                </c:pt>
                <c:pt idx="61">
                  <c:v>1082.6866326596235</c:v>
                </c:pt>
                <c:pt idx="62">
                  <c:v>1083.808815405956</c:v>
                </c:pt>
                <c:pt idx="63">
                  <c:v>1084.9287533872468</c:v>
                </c:pt>
                <c:pt idx="64">
                  <c:v>1086.0464472296646</c:v>
                </c:pt>
                <c:pt idx="65">
                  <c:v>1087.161896993169</c:v>
                </c:pt>
                <c:pt idx="66">
                  <c:v>1088.2751022861341</c:v>
                </c:pt>
                <c:pt idx="67">
                  <c:v>1089.3860623576004</c:v>
                </c:pt>
                <c:pt idx="68">
                  <c:v>1090.4947761700739</c:v>
                </c:pt>
                <c:pt idx="69">
                  <c:v>1091.601242457974</c:v>
                </c:pt>
                <c:pt idx="70">
                  <c:v>1092.7054597741928</c:v>
                </c:pt>
                <c:pt idx="71">
                  <c:v>1093.8074265275484</c:v>
                </c:pt>
                <c:pt idx="72">
                  <c:v>1094.9071410123056</c:v>
                </c:pt>
                <c:pt idx="73">
                  <c:v>1096.0046014324553</c:v>
                </c:pt>
                <c:pt idx="74">
                  <c:v>1097.0998059203403</c:v>
                </c:pt>
                <c:pt idx="75">
                  <c:v>1098.1927525524245</c:v>
                </c:pt>
                <c:pt idx="76">
                  <c:v>1099.2834393612629</c:v>
                </c:pt>
                <c:pt idx="77">
                  <c:v>1100.3718643455657</c:v>
                </c:pt>
                <c:pt idx="78">
                  <c:v>1101.4580254780999</c:v>
                </c:pt>
                <c:pt idx="79">
                  <c:v>1102.5419207117861</c:v>
                </c:pt>
                <c:pt idx="80">
                  <c:v>1103.6235479853947</c:v>
                </c:pt>
                <c:pt idx="81">
                  <c:v>1104.7029052270134</c:v>
                </c:pt>
                <c:pt idx="82">
                  <c:v>1105.7799903577911</c:v>
                </c:pt>
                <c:pt idx="83">
                  <c:v>1106.85480129448</c:v>
                </c:pt>
                <c:pt idx="84">
                  <c:v>1107.927335951535</c:v>
                </c:pt>
                <c:pt idx="85">
                  <c:v>1108.9975922430688</c:v>
                </c:pt>
                <c:pt idx="86">
                  <c:v>1110.0655680838454</c:v>
                </c:pt>
                <c:pt idx="87">
                  <c:v>1111.131261390803</c:v>
                </c:pt>
                <c:pt idx="88">
                  <c:v>1112.1946700837655</c:v>
                </c:pt>
                <c:pt idx="89">
                  <c:v>1113.2557920861357</c:v>
                </c:pt>
                <c:pt idx="90">
                  <c:v>1114.3146253256848</c:v>
                </c:pt>
                <c:pt idx="91">
                  <c:v>1115.3711677348449</c:v>
                </c:pt>
                <c:pt idx="92">
                  <c:v>1116.4254172512572</c:v>
                </c:pt>
                <c:pt idx="93">
                  <c:v>1117.4773718178092</c:v>
                </c:pt>
                <c:pt idx="94">
                  <c:v>1118.5270293831079</c:v>
                </c:pt>
                <c:pt idx="95">
                  <c:v>1119.5743879016782</c:v>
                </c:pt>
                <c:pt idx="96">
                  <c:v>1120.6194453339738</c:v>
                </c:pt>
                <c:pt idx="97">
                  <c:v>1121.6621996466713</c:v>
                </c:pt>
                <c:pt idx="98">
                  <c:v>1122.7026488126892</c:v>
                </c:pt>
                <c:pt idx="99">
                  <c:v>1123.7407908111629</c:v>
                </c:pt>
                <c:pt idx="100">
                  <c:v>1124.7766236276093</c:v>
                </c:pt>
                <c:pt idx="101">
                  <c:v>1125.8101452541207</c:v>
                </c:pt>
                <c:pt idx="102">
                  <c:v>1126.8413536891394</c:v>
                </c:pt>
                <c:pt idx="103">
                  <c:v>1127.8702469376963</c:v>
                </c:pt>
                <c:pt idx="104">
                  <c:v>1128.8968230110272</c:v>
                </c:pt>
                <c:pt idx="105">
                  <c:v>1129.9210799272025</c:v>
                </c:pt>
                <c:pt idx="106">
                  <c:v>1130.9430157107738</c:v>
                </c:pt>
                <c:pt idx="107">
                  <c:v>1131.9626283927039</c:v>
                </c:pt>
                <c:pt idx="108">
                  <c:v>1132.9799160105463</c:v>
                </c:pt>
                <c:pt idx="109">
                  <c:v>1133.9948766083244</c:v>
                </c:pt>
                <c:pt idx="110">
                  <c:v>1135.0075082366618</c:v>
                </c:pt>
                <c:pt idx="111">
                  <c:v>1136.0178089527064</c:v>
                </c:pt>
                <c:pt idx="112">
                  <c:v>1137.0257768198869</c:v>
                </c:pt>
                <c:pt idx="113">
                  <c:v>1138.0314099084737</c:v>
                </c:pt>
                <c:pt idx="114">
                  <c:v>1139.0347062949372</c:v>
                </c:pt>
                <c:pt idx="115">
                  <c:v>1140.0356640623706</c:v>
                </c:pt>
                <c:pt idx="116">
                  <c:v>1141.034281300316</c:v>
                </c:pt>
                <c:pt idx="117">
                  <c:v>1142.0305561046096</c:v>
                </c:pt>
                <c:pt idx="118">
                  <c:v>1143.0244865778131</c:v>
                </c:pt>
                <c:pt idx="119">
                  <c:v>1144.0160708286182</c:v>
                </c:pt>
                <c:pt idx="120">
                  <c:v>1145.0053069723408</c:v>
                </c:pt>
                <c:pt idx="121">
                  <c:v>1145.9921931304482</c:v>
                </c:pt>
                <c:pt idx="122">
                  <c:v>1146.9767274310984</c:v>
                </c:pt>
                <c:pt idx="123">
                  <c:v>1147.9589080086605</c:v>
                </c:pt>
                <c:pt idx="124">
                  <c:v>1148.9387330037191</c:v>
                </c:pt>
                <c:pt idx="125">
                  <c:v>1149.9162005634853</c:v>
                </c:pt>
                <c:pt idx="126">
                  <c:v>1150.8913088413153</c:v>
                </c:pt>
                <c:pt idx="127">
                  <c:v>1151.8640559968708</c:v>
                </c:pt>
                <c:pt idx="128">
                  <c:v>1152.8344401962304</c:v>
                </c:pt>
                <c:pt idx="129">
                  <c:v>1153.802459611665</c:v>
                </c:pt>
                <c:pt idx="130">
                  <c:v>1154.7681124216992</c:v>
                </c:pt>
                <c:pt idx="131">
                  <c:v>1155.731396811176</c:v>
                </c:pt>
                <c:pt idx="132">
                  <c:v>1156.6923109712466</c:v>
                </c:pt>
                <c:pt idx="133">
                  <c:v>1157.6508530990707</c:v>
                </c:pt>
                <c:pt idx="134">
                  <c:v>1158.6070213983269</c:v>
                </c:pt>
                <c:pt idx="135">
                  <c:v>1159.5608140785819</c:v>
                </c:pt>
                <c:pt idx="136">
                  <c:v>1160.5122293558372</c:v>
                </c:pt>
                <c:pt idx="137">
                  <c:v>1161.4612654521382</c:v>
                </c:pt>
                <c:pt idx="138">
                  <c:v>1162.407920595743</c:v>
                </c:pt>
                <c:pt idx="139">
                  <c:v>1163.3521930210761</c:v>
                </c:pt>
                <c:pt idx="140">
                  <c:v>1164.2940809686277</c:v>
                </c:pt>
                <c:pt idx="141">
                  <c:v>1165.2335826850413</c:v>
                </c:pt>
                <c:pt idx="142">
                  <c:v>1166.1706964231125</c:v>
                </c:pt>
                <c:pt idx="143">
                  <c:v>1167.105420441736</c:v>
                </c:pt>
                <c:pt idx="144">
                  <c:v>1168.0377530057281</c:v>
                </c:pt>
                <c:pt idx="145">
                  <c:v>1168.9676923862401</c:v>
                </c:pt>
                <c:pt idx="146">
                  <c:v>1169.8952368602449</c:v>
                </c:pt>
                <c:pt idx="147">
                  <c:v>1170.8203847109037</c:v>
                </c:pt>
                <c:pt idx="148">
                  <c:v>1171.7431342272766</c:v>
                </c:pt>
                <c:pt idx="149">
                  <c:v>1172.6634837046427</c:v>
                </c:pt>
                <c:pt idx="150">
                  <c:v>1173.5814314440445</c:v>
                </c:pt>
                <c:pt idx="151">
                  <c:v>1174.4969757526487</c:v>
                </c:pt>
                <c:pt idx="152">
                  <c:v>1175.4101149436717</c:v>
                </c:pt>
                <c:pt idx="153">
                  <c:v>1176.3208473361553</c:v>
                </c:pt>
                <c:pt idx="154">
                  <c:v>1177.2291712550905</c:v>
                </c:pt>
                <c:pt idx="155">
                  <c:v>1178.1350850315243</c:v>
                </c:pt>
                <c:pt idx="156">
                  <c:v>1179.0385870023836</c:v>
                </c:pt>
                <c:pt idx="157">
                  <c:v>1179.9396755104858</c:v>
                </c:pt>
                <c:pt idx="158">
                  <c:v>1180.8383489045757</c:v>
                </c:pt>
                <c:pt idx="159">
                  <c:v>1181.7346055392602</c:v>
                </c:pt>
                <c:pt idx="160">
                  <c:v>1182.6284437750326</c:v>
                </c:pt>
                <c:pt idx="161">
                  <c:v>1183.519861978318</c:v>
                </c:pt>
                <c:pt idx="162">
                  <c:v>1184.4088585212567</c:v>
                </c:pt>
                <c:pt idx="163">
                  <c:v>1185.2954317819933</c:v>
                </c:pt>
                <c:pt idx="164">
                  <c:v>1186.1795801443627</c:v>
                </c:pt>
                <c:pt idx="165">
                  <c:v>1187.0613019981838</c:v>
                </c:pt>
                <c:pt idx="166">
                  <c:v>1187.9405957388603</c:v>
                </c:pt>
                <c:pt idx="167">
                  <c:v>1188.8174597677209</c:v>
                </c:pt>
                <c:pt idx="168">
                  <c:v>1189.6918924919148</c:v>
                </c:pt>
                <c:pt idx="169">
                  <c:v>1190.5638923242843</c:v>
                </c:pt>
                <c:pt idx="170">
                  <c:v>1191.4334576834231</c:v>
                </c:pt>
                <c:pt idx="171">
                  <c:v>1192.300586993749</c:v>
                </c:pt>
                <c:pt idx="172">
                  <c:v>1193.1652786852671</c:v>
                </c:pt>
                <c:pt idx="173">
                  <c:v>1194.0275311939497</c:v>
                </c:pt>
                <c:pt idx="174">
                  <c:v>1194.8873429612468</c:v>
                </c:pt>
                <c:pt idx="175">
                  <c:v>1195.7447124343851</c:v>
                </c:pt>
                <c:pt idx="176">
                  <c:v>1196.5996380663412</c:v>
                </c:pt>
                <c:pt idx="177">
                  <c:v>1197.452118315708</c:v>
                </c:pt>
                <c:pt idx="178">
                  <c:v>1198.3021516466952</c:v>
                </c:pt>
                <c:pt idx="179">
                  <c:v>1199.1497365292832</c:v>
                </c:pt>
                <c:pt idx="180">
                  <c:v>1199.9948714390664</c:v>
                </c:pt>
                <c:pt idx="181">
                  <c:v>1200.8375548571651</c:v>
                </c:pt>
                <c:pt idx="182">
                  <c:v>1201.6777852705166</c:v>
                </c:pt>
                <c:pt idx="183">
                  <c:v>1202.5155611713935</c:v>
                </c:pt>
                <c:pt idx="184">
                  <c:v>1203.3508810578878</c:v>
                </c:pt>
                <c:pt idx="185">
                  <c:v>1204.183743433674</c:v>
                </c:pt>
                <c:pt idx="186">
                  <c:v>1205.0141468079157</c:v>
                </c:pt>
                <c:pt idx="187">
                  <c:v>1205.8420896952741</c:v>
                </c:pt>
                <c:pt idx="188">
                  <c:v>1206.6675706162455</c:v>
                </c:pt>
                <c:pt idx="189">
                  <c:v>1207.4905880965125</c:v>
                </c:pt>
                <c:pt idx="190">
                  <c:v>1208.3111406675287</c:v>
                </c:pt>
                <c:pt idx="191">
                  <c:v>1209.1292268662494</c:v>
                </c:pt>
                <c:pt idx="192">
                  <c:v>1209.9448452350002</c:v>
                </c:pt>
                <c:pt idx="193">
                  <c:v>1210.7579943218441</c:v>
                </c:pt>
                <c:pt idx="194">
                  <c:v>1211.5686726800438</c:v>
                </c:pt>
                <c:pt idx="195">
                  <c:v>1212.3768788685795</c:v>
                </c:pt>
                <c:pt idx="196">
                  <c:v>1213.1826114518601</c:v>
                </c:pt>
                <c:pt idx="197">
                  <c:v>1213.9858689995644</c:v>
                </c:pt>
                <c:pt idx="198">
                  <c:v>1214.7866500871125</c:v>
                </c:pt>
                <c:pt idx="199">
                  <c:v>1215.5849532951511</c:v>
                </c:pt>
                <c:pt idx="200">
                  <c:v>1216.3807772097791</c:v>
                </c:pt>
                <c:pt idx="201">
                  <c:v>1217.1741204226216</c:v>
                </c:pt>
                <c:pt idx="202">
                  <c:v>1217.9649815306602</c:v>
                </c:pt>
                <c:pt idx="203">
                  <c:v>1218.7533591361694</c:v>
                </c:pt>
                <c:pt idx="204">
                  <c:v>1219.5392518469462</c:v>
                </c:pt>
                <c:pt idx="205">
                  <c:v>1220.3226582760922</c:v>
                </c:pt>
                <c:pt idx="206">
                  <c:v>1221.1035770421392</c:v>
                </c:pt>
                <c:pt idx="207">
                  <c:v>1221.8820067689096</c:v>
                </c:pt>
                <c:pt idx="208">
                  <c:v>1222.6579460856281</c:v>
                </c:pt>
                <c:pt idx="209">
                  <c:v>1223.4313936268945</c:v>
                </c:pt>
                <c:pt idx="210">
                  <c:v>1224.202348032451</c:v>
                </c:pt>
                <c:pt idx="211">
                  <c:v>1224.970807947469</c:v>
                </c:pt>
                <c:pt idx="212">
                  <c:v>1225.7367720225409</c:v>
                </c:pt>
                <c:pt idx="213">
                  <c:v>1226.500238913399</c:v>
                </c:pt>
                <c:pt idx="214">
                  <c:v>1227.2612072811762</c:v>
                </c:pt>
                <c:pt idx="215">
                  <c:v>1228.0196757921622</c:v>
                </c:pt>
                <c:pt idx="216">
                  <c:v>1228.7756431179942</c:v>
                </c:pt>
                <c:pt idx="217">
                  <c:v>1229.5291079356043</c:v>
                </c:pt>
                <c:pt idx="218">
                  <c:v>1230.2800689271226</c:v>
                </c:pt>
                <c:pt idx="219">
                  <c:v>1231.0285247798615</c:v>
                </c:pt>
                <c:pt idx="220">
                  <c:v>1231.7744741865417</c:v>
                </c:pt>
                <c:pt idx="221">
                  <c:v>1232.5179158448752</c:v>
                </c:pt>
                <c:pt idx="222">
                  <c:v>1233.2588484580126</c:v>
                </c:pt>
                <c:pt idx="223">
                  <c:v>1233.9972707341728</c:v>
                </c:pt>
                <c:pt idx="224">
                  <c:v>1234.7331813867843</c:v>
                </c:pt>
                <c:pt idx="225">
                  <c:v>1235.4665791345099</c:v>
                </c:pt>
                <c:pt idx="226">
                  <c:v>1236.1974627011082</c:v>
                </c:pt>
                <c:pt idx="227">
                  <c:v>1236.9258308156084</c:v>
                </c:pt>
                <c:pt idx="228">
                  <c:v>1237.6516822121746</c:v>
                </c:pt>
                <c:pt idx="229">
                  <c:v>1238.375015630015</c:v>
                </c:pt>
                <c:pt idx="230">
                  <c:v>1239.095829813592</c:v>
                </c:pt>
                <c:pt idx="231">
                  <c:v>1239.8141235124976</c:v>
                </c:pt>
                <c:pt idx="232">
                  <c:v>1240.5298954813695</c:v>
                </c:pt>
                <c:pt idx="233">
                  <c:v>1241.2431444800156</c:v>
                </c:pt>
                <c:pt idx="234">
                  <c:v>1241.9538692733377</c:v>
                </c:pt>
                <c:pt idx="235">
                  <c:v>1242.6620686313047</c:v>
                </c:pt>
                <c:pt idx="236">
                  <c:v>1243.3677413290334</c:v>
                </c:pt>
                <c:pt idx="237">
                  <c:v>1244.0708861467574</c:v>
                </c:pt>
                <c:pt idx="238">
                  <c:v>1244.7715018695535</c:v>
                </c:pt>
                <c:pt idx="239">
                  <c:v>1245.469587287856</c:v>
                </c:pt>
                <c:pt idx="240">
                  <c:v>1246.1651411969581</c:v>
                </c:pt>
                <c:pt idx="241">
                  <c:v>1246.85816239731</c:v>
                </c:pt>
                <c:pt idx="242">
                  <c:v>1247.5486496942613</c:v>
                </c:pt>
                <c:pt idx="243">
                  <c:v>1248.2366018983153</c:v>
                </c:pt>
                <c:pt idx="244">
                  <c:v>1248.9220178249875</c:v>
                </c:pt>
                <c:pt idx="245">
                  <c:v>1249.6048962947737</c:v>
                </c:pt>
                <c:pt idx="246">
                  <c:v>1250.2852361330961</c:v>
                </c:pt>
                <c:pt idx="247">
                  <c:v>1250.9630361705156</c:v>
                </c:pt>
                <c:pt idx="248">
                  <c:v>1251.6382952424815</c:v>
                </c:pt>
                <c:pt idx="249">
                  <c:v>1252.3110121894822</c:v>
                </c:pt>
                <c:pt idx="250">
                  <c:v>1252.9811858569028</c:v>
                </c:pt>
                <c:pt idx="251">
                  <c:v>1253.6488150951807</c:v>
                </c:pt>
                <c:pt idx="252">
                  <c:v>1254.3138987596501</c:v>
                </c:pt>
                <c:pt idx="253">
                  <c:v>1254.9764357106217</c:v>
                </c:pt>
                <c:pt idx="254">
                  <c:v>1255.6364248132886</c:v>
                </c:pt>
                <c:pt idx="255">
                  <c:v>1256.2938649378827</c:v>
                </c:pt>
                <c:pt idx="256">
                  <c:v>1256.9487549593964</c:v>
                </c:pt>
                <c:pt idx="257">
                  <c:v>1257.6010937578883</c:v>
                </c:pt>
                <c:pt idx="258">
                  <c:v>1258.250880218287</c:v>
                </c:pt>
                <c:pt idx="259">
                  <c:v>1258.8981132303975</c:v>
                </c:pt>
                <c:pt idx="260">
                  <c:v>1259.5427916888957</c:v>
                </c:pt>
                <c:pt idx="261">
                  <c:v>1260.1849144933365</c:v>
                </c:pt>
                <c:pt idx="262">
                  <c:v>1260.8244805482352</c:v>
                </c:pt>
                <c:pt idx="263">
                  <c:v>1261.4614887629409</c:v>
                </c:pt>
                <c:pt idx="264">
                  <c:v>1262.0959380516304</c:v>
                </c:pt>
                <c:pt idx="265">
                  <c:v>1262.7278273333397</c:v>
                </c:pt>
                <c:pt idx="266">
                  <c:v>1263.3571555319104</c:v>
                </c:pt>
                <c:pt idx="267">
                  <c:v>1263.9839215761885</c:v>
                </c:pt>
                <c:pt idx="268">
                  <c:v>1264.6081243996648</c:v>
                </c:pt>
                <c:pt idx="269">
                  <c:v>1265.2297629407531</c:v>
                </c:pt>
                <c:pt idx="270">
                  <c:v>1265.8488361426498</c:v>
                </c:pt>
                <c:pt idx="271">
                  <c:v>1266.4653429533473</c:v>
                </c:pt>
                <c:pt idx="272">
                  <c:v>1267.0792823257484</c:v>
                </c:pt>
                <c:pt idx="273">
                  <c:v>1267.6906532174291</c:v>
                </c:pt>
                <c:pt idx="274">
                  <c:v>1268.2994545907077</c:v>
                </c:pt>
                <c:pt idx="275">
                  <c:v>1268.9056854128962</c:v>
                </c:pt>
                <c:pt idx="276">
                  <c:v>1269.5093446558571</c:v>
                </c:pt>
                <c:pt idx="277">
                  <c:v>1270.1104312963942</c:v>
                </c:pt>
                <c:pt idx="278">
                  <c:v>1270.7089443159505</c:v>
                </c:pt>
                <c:pt idx="279">
                  <c:v>1271.3048827007738</c:v>
                </c:pt>
                <c:pt idx="280">
                  <c:v>1271.8982454418187</c:v>
                </c:pt>
                <c:pt idx="281">
                  <c:v>1272.4890315348498</c:v>
                </c:pt>
                <c:pt idx="282">
                  <c:v>1273.0772399803466</c:v>
                </c:pt>
                <c:pt idx="283">
                  <c:v>1273.6628697833701</c:v>
                </c:pt>
                <c:pt idx="284">
                  <c:v>1274.245919953966</c:v>
                </c:pt>
                <c:pt idx="285">
                  <c:v>1274.826389506638</c:v>
                </c:pt>
                <c:pt idx="286">
                  <c:v>1275.4042774607628</c:v>
                </c:pt>
                <c:pt idx="287">
                  <c:v>1275.9795828403617</c:v>
                </c:pt>
                <c:pt idx="288">
                  <c:v>1276.5523046740955</c:v>
                </c:pt>
                <c:pt idx="289">
                  <c:v>1277.1224419953917</c:v>
                </c:pt>
                <c:pt idx="290">
                  <c:v>1277.6899938423178</c:v>
                </c:pt>
                <c:pt idx="291">
                  <c:v>1278.2549592575915</c:v>
                </c:pt>
                <c:pt idx="292">
                  <c:v>1278.8173372886497</c:v>
                </c:pt>
                <c:pt idx="293">
                  <c:v>1279.377126987539</c:v>
                </c:pt>
                <c:pt idx="294">
                  <c:v>1279.9343274110288</c:v>
                </c:pt>
                <c:pt idx="295">
                  <c:v>1280.4889376204287</c:v>
                </c:pt>
                <c:pt idx="296">
                  <c:v>1281.040956681743</c:v>
                </c:pt>
                <c:pt idx="297">
                  <c:v>1281.5903836656289</c:v>
                </c:pt>
                <c:pt idx="298">
                  <c:v>1282.1372176474308</c:v>
                </c:pt>
                <c:pt idx="299">
                  <c:v>1282.6814577069124</c:v>
                </c:pt>
                <c:pt idx="300">
                  <c:v>1283.2231029286722</c:v>
                </c:pt>
                <c:pt idx="301">
                  <c:v>1283.7621524017418</c:v>
                </c:pt>
                <c:pt idx="302">
                  <c:v>1284.2986052198755</c:v>
                </c:pt>
                <c:pt idx="303">
                  <c:v>1284.832460481419</c:v>
                </c:pt>
                <c:pt idx="304">
                  <c:v>1285.3637172892336</c:v>
                </c:pt>
                <c:pt idx="305">
                  <c:v>1285.8923747508384</c:v>
                </c:pt>
                <c:pt idx="306">
                  <c:v>1286.4184319782578</c:v>
                </c:pt>
                <c:pt idx="307">
                  <c:v>1286.9418880881115</c:v>
                </c:pt>
                <c:pt idx="308">
                  <c:v>1287.4627422016961</c:v>
                </c:pt>
                <c:pt idx="309">
                  <c:v>1287.980993444676</c:v>
                </c:pt>
                <c:pt idx="310">
                  <c:v>1288.4966409474159</c:v>
                </c:pt>
                <c:pt idx="311">
                  <c:v>1289.0096838448367</c:v>
                </c:pt>
                <c:pt idx="312">
                  <c:v>1289.5201212762247</c:v>
                </c:pt>
                <c:pt idx="313">
                  <c:v>1290.0279523856022</c:v>
                </c:pt>
                <c:pt idx="314">
                  <c:v>1290.5331763214949</c:v>
                </c:pt>
                <c:pt idx="315">
                  <c:v>1291.0357922367712</c:v>
                </c:pt>
                <c:pt idx="316">
                  <c:v>1291.5357992891122</c:v>
                </c:pt>
                <c:pt idx="317">
                  <c:v>1292.0331966404376</c:v>
                </c:pt>
                <c:pt idx="318">
                  <c:v>1292.5279834573637</c:v>
                </c:pt>
                <c:pt idx="319">
                  <c:v>1293.0201589108942</c:v>
                </c:pt>
                <c:pt idx="320">
                  <c:v>1293.5097221766753</c:v>
                </c:pt>
                <c:pt idx="321">
                  <c:v>1293.9966724346091</c:v>
                </c:pt>
                <c:pt idx="322">
                  <c:v>1294.4810088693416</c:v>
                </c:pt>
                <c:pt idx="323">
                  <c:v>1294.9627306698094</c:v>
                </c:pt>
                <c:pt idx="324">
                  <c:v>1295.4418370295527</c:v>
                </c:pt>
                <c:pt idx="325">
                  <c:v>1295.9183271464801</c:v>
                </c:pt>
                <c:pt idx="326">
                  <c:v>1296.392200223074</c:v>
                </c:pt>
                <c:pt idx="327">
                  <c:v>1296.8634554661412</c:v>
                </c:pt>
                <c:pt idx="328">
                  <c:v>1297.3320920871465</c:v>
                </c:pt>
                <c:pt idx="329">
                  <c:v>1297.7981093017158</c:v>
                </c:pt>
                <c:pt idx="330">
                  <c:v>1298.2615063302067</c:v>
                </c:pt>
                <c:pt idx="331">
                  <c:v>1298.7222823972411</c:v>
                </c:pt>
                <c:pt idx="332">
                  <c:v>1299.1804367319182</c:v>
                </c:pt>
                <c:pt idx="333">
                  <c:v>1299.6359685677742</c:v>
                </c:pt>
                <c:pt idx="334">
                  <c:v>1300.088877142769</c:v>
                </c:pt>
                <c:pt idx="335">
                  <c:v>1300.5391616993265</c:v>
                </c:pt>
                <c:pt idx="336">
                  <c:v>1300.9868214841845</c:v>
                </c:pt>
                <c:pt idx="337">
                  <c:v>1301.4318557485647</c:v>
                </c:pt>
                <c:pt idx="338">
                  <c:v>1301.8742637480623</c:v>
                </c:pt>
                <c:pt idx="339">
                  <c:v>1302.3140447426974</c:v>
                </c:pt>
                <c:pt idx="340">
                  <c:v>1302.7511979968829</c:v>
                </c:pt>
                <c:pt idx="341">
                  <c:v>1303.1857227793325</c:v>
                </c:pt>
                <c:pt idx="342">
                  <c:v>1303.6176183632874</c:v>
                </c:pt>
                <c:pt idx="343">
                  <c:v>1304.0468840262984</c:v>
                </c:pt>
                <c:pt idx="344">
                  <c:v>1304.4735190502929</c:v>
                </c:pt>
                <c:pt idx="345">
                  <c:v>1304.8975227215292</c:v>
                </c:pt>
                <c:pt idx="346">
                  <c:v>1305.3188943307132</c:v>
                </c:pt>
                <c:pt idx="347">
                  <c:v>1305.7376331728574</c:v>
                </c:pt>
                <c:pt idx="348">
                  <c:v>1306.1537385473664</c:v>
                </c:pt>
                <c:pt idx="349">
                  <c:v>1306.5672097579143</c:v>
                </c:pt>
                <c:pt idx="350">
                  <c:v>1306.9780461126766</c:v>
                </c:pt>
                <c:pt idx="351">
                  <c:v>1307.3862469239646</c:v>
                </c:pt>
                <c:pt idx="352">
                  <c:v>1307.7918115086338</c:v>
                </c:pt>
                <c:pt idx="353">
                  <c:v>1308.1947391877522</c:v>
                </c:pt>
                <c:pt idx="354">
                  <c:v>1308.5950292867567</c:v>
                </c:pt>
                <c:pt idx="355">
                  <c:v>1308.9926811353544</c:v>
                </c:pt>
                <c:pt idx="356">
                  <c:v>1309.3876940676766</c:v>
                </c:pt>
                <c:pt idx="357">
                  <c:v>1309.780067422068</c:v>
                </c:pt>
                <c:pt idx="358">
                  <c:v>1310.1698005412716</c:v>
                </c:pt>
                <c:pt idx="359">
                  <c:v>1310.556892772275</c:v>
                </c:pt>
                <c:pt idx="360">
                  <c:v>1310.9413434664068</c:v>
                </c:pt>
                <c:pt idx="361">
                  <c:v>1311.3231519792819</c:v>
                </c:pt>
                <c:pt idx="362">
                  <c:v>1311.7023176707619</c:v>
                </c:pt>
                <c:pt idx="363">
                  <c:v>1312.0788399050984</c:v>
                </c:pt>
                <c:pt idx="364">
                  <c:v>1312.4527180507926</c:v>
                </c:pt>
                <c:pt idx="365">
                  <c:v>1312.8239514805507</c:v>
                </c:pt>
                <c:pt idx="366">
                  <c:v>1313.1925395714909</c:v>
                </c:pt>
                <c:pt idx="367">
                  <c:v>1313.5584817048623</c:v>
                </c:pt>
                <c:pt idx="368">
                  <c:v>1313.9217772663649</c:v>
                </c:pt>
                <c:pt idx="369">
                  <c:v>1314.2824256457943</c:v>
                </c:pt>
                <c:pt idx="370">
                  <c:v>1314.6404262372796</c:v>
                </c:pt>
                <c:pt idx="371">
                  <c:v>1314.9957784392052</c:v>
                </c:pt>
                <c:pt idx="372">
                  <c:v>1315.3484816542004</c:v>
                </c:pt>
                <c:pt idx="373">
                  <c:v>1315.6985352892111</c:v>
                </c:pt>
                <c:pt idx="374">
                  <c:v>1316.0459387553694</c:v>
                </c:pt>
                <c:pt idx="375">
                  <c:v>1316.3906914680115</c:v>
                </c:pt>
                <c:pt idx="376">
                  <c:v>1316.7327928468237</c:v>
                </c:pt>
                <c:pt idx="377">
                  <c:v>1317.0722423155819</c:v>
                </c:pt>
                <c:pt idx="378">
                  <c:v>1317.4090393024828</c:v>
                </c:pt>
                <c:pt idx="379">
                  <c:v>1317.743183239784</c:v>
                </c:pt>
                <c:pt idx="380">
                  <c:v>1318.0746735640928</c:v>
                </c:pt>
                <c:pt idx="381">
                  <c:v>1318.4035097161047</c:v>
                </c:pt>
                <c:pt idx="382">
                  <c:v>1318.7296911408666</c:v>
                </c:pt>
                <c:pt idx="383">
                  <c:v>1319.0532172875846</c:v>
                </c:pt>
                <c:pt idx="384">
                  <c:v>1319.3740876096278</c:v>
                </c:pt>
                <c:pt idx="385">
                  <c:v>1319.6923015646666</c:v>
                </c:pt>
                <c:pt idx="386">
                  <c:v>1320.0078586145505</c:v>
                </c:pt>
                <c:pt idx="387">
                  <c:v>1320.3207582252533</c:v>
                </c:pt>
                <c:pt idx="388">
                  <c:v>1320.6309998670642</c:v>
                </c:pt>
                <c:pt idx="389">
                  <c:v>1320.9385830143913</c:v>
                </c:pt>
                <c:pt idx="390">
                  <c:v>1321.243507145793</c:v>
                </c:pt>
                <c:pt idx="391">
                  <c:v>1321.5457717441591</c:v>
                </c:pt>
                <c:pt idx="392">
                  <c:v>1321.8453762964143</c:v>
                </c:pt>
                <c:pt idx="393">
                  <c:v>1322.1423202937581</c:v>
                </c:pt>
                <c:pt idx="394">
                  <c:v>1322.4366032315502</c:v>
                </c:pt>
                <c:pt idx="395">
                  <c:v>1322.7282246092971</c:v>
                </c:pt>
                <c:pt idx="396">
                  <c:v>1323.0171839306636</c:v>
                </c:pt>
                <c:pt idx="397">
                  <c:v>1323.303480703589</c:v>
                </c:pt>
                <c:pt idx="398">
                  <c:v>1323.587114440051</c:v>
                </c:pt>
                <c:pt idx="399">
                  <c:v>1323.8680846562468</c:v>
                </c:pt>
                <c:pt idx="400">
                  <c:v>1324.1463908725364</c:v>
                </c:pt>
                <c:pt idx="401">
                  <c:v>1324.4220326134093</c:v>
                </c:pt>
                <c:pt idx="402">
                  <c:v>1324.6950094075742</c:v>
                </c:pt>
                <c:pt idx="403">
                  <c:v>1324.9653207878412</c:v>
                </c:pt>
                <c:pt idx="404">
                  <c:v>1325.2329662911131</c:v>
                </c:pt>
                <c:pt idx="405">
                  <c:v>1325.4979454585846</c:v>
                </c:pt>
                <c:pt idx="406">
                  <c:v>1325.7602578354154</c:v>
                </c:pt>
                <c:pt idx="407">
                  <c:v>1326.0199029710379</c:v>
                </c:pt>
                <c:pt idx="408">
                  <c:v>1326.2768804189991</c:v>
                </c:pt>
                <c:pt idx="409">
                  <c:v>1326.5311897369322</c:v>
                </c:pt>
                <c:pt idx="410">
                  <c:v>1326.7828304866384</c:v>
                </c:pt>
                <c:pt idx="411">
                  <c:v>1327.0318022340332</c:v>
                </c:pt>
                <c:pt idx="412">
                  <c:v>1327.2781045491502</c:v>
                </c:pt>
                <c:pt idx="413">
                  <c:v>1327.5217370062078</c:v>
                </c:pt>
                <c:pt idx="414">
                  <c:v>1327.7626991834386</c:v>
                </c:pt>
                <c:pt idx="415">
                  <c:v>1328.0009906632845</c:v>
                </c:pt>
                <c:pt idx="416">
                  <c:v>1328.2366110322491</c:v>
                </c:pt>
                <c:pt idx="417">
                  <c:v>1328.4695598809587</c:v>
                </c:pt>
                <c:pt idx="418">
                  <c:v>1328.6998368041864</c:v>
                </c:pt>
                <c:pt idx="419">
                  <c:v>1328.9274414007989</c:v>
                </c:pt>
                <c:pt idx="420">
                  <c:v>1329.152373273721</c:v>
                </c:pt>
                <c:pt idx="421">
                  <c:v>1329.3746320300158</c:v>
                </c:pt>
                <c:pt idx="422">
                  <c:v>1329.5942172808884</c:v>
                </c:pt>
                <c:pt idx="423">
                  <c:v>1329.8111286415462</c:v>
                </c:pt>
                <c:pt idx="424">
                  <c:v>1330.0253657314227</c:v>
                </c:pt>
                <c:pt idx="425">
                  <c:v>1330.2369281738643</c:v>
                </c:pt>
                <c:pt idx="426">
                  <c:v>1330.4458155965158</c:v>
                </c:pt>
                <c:pt idx="427">
                  <c:v>1330.6520276309545</c:v>
                </c:pt>
                <c:pt idx="428">
                  <c:v>1330.855563912942</c:v>
                </c:pt>
                <c:pt idx="429">
                  <c:v>1331.0564240822509</c:v>
                </c:pt>
                <c:pt idx="430">
                  <c:v>1331.2546077827569</c:v>
                </c:pt>
                <c:pt idx="431">
                  <c:v>1331.450114662483</c:v>
                </c:pt>
                <c:pt idx="432">
                  <c:v>1331.6429443734226</c:v>
                </c:pt>
                <c:pt idx="433">
                  <c:v>1331.8330965717266</c:v>
                </c:pt>
                <c:pt idx="434">
                  <c:v>1332.0205709176053</c:v>
                </c:pt>
                <c:pt idx="435">
                  <c:v>1332.2053670753057</c:v>
                </c:pt>
                <c:pt idx="436">
                  <c:v>1332.387484713151</c:v>
                </c:pt>
                <c:pt idx="437">
                  <c:v>1332.5669235035816</c:v>
                </c:pt>
                <c:pt idx="438">
                  <c:v>1332.7436831231093</c:v>
                </c:pt>
                <c:pt idx="439">
                  <c:v>1332.9177632522183</c:v>
                </c:pt>
                <c:pt idx="440">
                  <c:v>1333.0891635755333</c:v>
                </c:pt>
                <c:pt idx="441">
                  <c:v>1333.2578837817114</c:v>
                </c:pt>
                <c:pt idx="442">
                  <c:v>1333.4239235634905</c:v>
                </c:pt>
                <c:pt idx="443">
                  <c:v>1333.5872826176342</c:v>
                </c:pt>
                <c:pt idx="444">
                  <c:v>1333.7479606449999</c:v>
                </c:pt>
                <c:pt idx="445">
                  <c:v>1333.9059573504826</c:v>
                </c:pt>
                <c:pt idx="446">
                  <c:v>1334.061272443015</c:v>
                </c:pt>
                <c:pt idx="447">
                  <c:v>1334.213905635595</c:v>
                </c:pt>
                <c:pt idx="448">
                  <c:v>1334.3638566452717</c:v>
                </c:pt>
                <c:pt idx="449">
                  <c:v>1334.511125193136</c:v>
                </c:pt>
                <c:pt idx="450">
                  <c:v>1334.6557110043127</c:v>
                </c:pt>
                <c:pt idx="451">
                  <c:v>1334.7976138079794</c:v>
                </c:pt>
                <c:pt idx="452">
                  <c:v>1334.936833337382</c:v>
                </c:pt>
                <c:pt idx="453">
                  <c:v>1335.0733693297821</c:v>
                </c:pt>
                <c:pt idx="454">
                  <c:v>1335.2072215264868</c:v>
                </c:pt>
                <c:pt idx="455">
                  <c:v>1335.3383896728258</c:v>
                </c:pt>
                <c:pt idx="456">
                  <c:v>1335.466873518189</c:v>
                </c:pt>
                <c:pt idx="457">
                  <c:v>1335.5926728159827</c:v>
                </c:pt>
                <c:pt idx="458">
                  <c:v>1335.7157873236501</c:v>
                </c:pt>
                <c:pt idx="459">
                  <c:v>1335.8362168027022</c:v>
                </c:pt>
                <c:pt idx="460">
                  <c:v>1335.9539610186328</c:v>
                </c:pt>
                <c:pt idx="461">
                  <c:v>1336.0690197410008</c:v>
                </c:pt>
                <c:pt idx="462">
                  <c:v>1336.1813927433689</c:v>
                </c:pt>
                <c:pt idx="463">
                  <c:v>1336.2910798033217</c:v>
                </c:pt>
                <c:pt idx="464">
                  <c:v>1336.3980807025248</c:v>
                </c:pt>
                <c:pt idx="465">
                  <c:v>1336.5023952266081</c:v>
                </c:pt>
                <c:pt idx="466">
                  <c:v>1336.6040231652455</c:v>
                </c:pt>
                <c:pt idx="467">
                  <c:v>1336.7029643121364</c:v>
                </c:pt>
                <c:pt idx="468">
                  <c:v>1336.7992184650395</c:v>
                </c:pt>
                <c:pt idx="469">
                  <c:v>1336.8927854256563</c:v>
                </c:pt>
                <c:pt idx="470">
                  <c:v>1336.9836649997619</c:v>
                </c:pt>
                <c:pt idx="471">
                  <c:v>1337.0718569971712</c:v>
                </c:pt>
                <c:pt idx="472">
                  <c:v>1337.1573612316313</c:v>
                </c:pt>
                <c:pt idx="473">
                  <c:v>1337.2401775209848</c:v>
                </c:pt>
                <c:pt idx="474">
                  <c:v>1337.3203056870623</c:v>
                </c:pt>
                <c:pt idx="475">
                  <c:v>1337.3977455557329</c:v>
                </c:pt>
                <c:pt idx="476">
                  <c:v>1337.4724969568533</c:v>
                </c:pt>
                <c:pt idx="477">
                  <c:v>1337.5445597242733</c:v>
                </c:pt>
                <c:pt idx="478">
                  <c:v>1337.6139336959097</c:v>
                </c:pt>
                <c:pt idx="479">
                  <c:v>1337.6806187136642</c:v>
                </c:pt>
                <c:pt idx="480">
                  <c:v>1337.744614623437</c:v>
                </c:pt>
                <c:pt idx="481">
                  <c:v>1337.8059212751718</c:v>
                </c:pt>
                <c:pt idx="482">
                  <c:v>1337.8645385227853</c:v>
                </c:pt>
                <c:pt idx="483">
                  <c:v>1337.920466224233</c:v>
                </c:pt>
                <c:pt idx="484">
                  <c:v>1337.9737042414524</c:v>
                </c:pt>
                <c:pt idx="485">
                  <c:v>1338.0242524404127</c:v>
                </c:pt>
                <c:pt idx="486">
                  <c:v>1338.0721106910894</c:v>
                </c:pt>
                <c:pt idx="487">
                  <c:v>1338.1172788674546</c:v>
                </c:pt>
                <c:pt idx="488">
                  <c:v>1338.1597568474767</c:v>
                </c:pt>
                <c:pt idx="489">
                  <c:v>1338.1995445131495</c:v>
                </c:pt>
                <c:pt idx="490">
                  <c:v>1338.2366417504797</c:v>
                </c:pt>
                <c:pt idx="491">
                  <c:v>1338.2710484494505</c:v>
                </c:pt>
                <c:pt idx="492">
                  <c:v>1338.3027645040611</c:v>
                </c:pt>
                <c:pt idx="493">
                  <c:v>1338.331789812331</c:v>
                </c:pt>
                <c:pt idx="494">
                  <c:v>1338.3581242762473</c:v>
                </c:pt>
                <c:pt idx="495">
                  <c:v>1338.3817678018277</c:v>
                </c:pt>
                <c:pt idx="496">
                  <c:v>1338.4027202990844</c:v>
                </c:pt>
                <c:pt idx="497">
                  <c:v>1338.4209816820744</c:v>
                </c:pt>
                <c:pt idx="498">
                  <c:v>1338.4365518687791</c:v>
                </c:pt>
                <c:pt idx="499">
                  <c:v>1338.4494307812254</c:v>
                </c:pt>
                <c:pt idx="500">
                  <c:v>1338.4596183454714</c:v>
                </c:pt>
                <c:pt idx="501">
                  <c:v>1338.4671144915101</c:v>
                </c:pt>
                <c:pt idx="502">
                  <c:v>1338.4719191533807</c:v>
                </c:pt>
                <c:pt idx="503">
                  <c:v>1338.4740322691205</c:v>
                </c:pt>
                <c:pt idx="504">
                  <c:v>1338.4734537807492</c:v>
                </c:pt>
                <c:pt idx="505">
                  <c:v>1338.4701836343265</c:v>
                </c:pt>
                <c:pt idx="506">
                  <c:v>1338.4642217798855</c:v>
                </c:pt>
                <c:pt idx="507">
                  <c:v>1338.4555681714378</c:v>
                </c:pt>
                <c:pt idx="508">
                  <c:v>1338.4442227670452</c:v>
                </c:pt>
                <c:pt idx="509">
                  <c:v>1338.4301855287481</c:v>
                </c:pt>
                <c:pt idx="510">
                  <c:v>1338.4134564226028</c:v>
                </c:pt>
                <c:pt idx="511">
                  <c:v>1338.394035418637</c:v>
                </c:pt>
                <c:pt idx="512">
                  <c:v>1338.3719224908966</c:v>
                </c:pt>
                <c:pt idx="513">
                  <c:v>1338.3471176174344</c:v>
                </c:pt>
                <c:pt idx="514">
                  <c:v>1338.3196207803012</c:v>
                </c:pt>
                <c:pt idx="515">
                  <c:v>1338.289431965565</c:v>
                </c:pt>
                <c:pt idx="516">
                  <c:v>1338.2565511632783</c:v>
                </c:pt>
                <c:pt idx="517">
                  <c:v>1338.2209783675032</c:v>
                </c:pt>
                <c:pt idx="518">
                  <c:v>1338.1827135762719</c:v>
                </c:pt>
                <c:pt idx="519">
                  <c:v>1338.1417567917067</c:v>
                </c:pt>
                <c:pt idx="520">
                  <c:v>1338.0981080198285</c:v>
                </c:pt>
                <c:pt idx="521">
                  <c:v>1338.0517672707542</c:v>
                </c:pt>
                <c:pt idx="522">
                  <c:v>1338.0027345585715</c:v>
                </c:pt>
                <c:pt idx="523">
                  <c:v>1337.9510099013241</c:v>
                </c:pt>
                <c:pt idx="524">
                  <c:v>1337.8965933211337</c:v>
                </c:pt>
                <c:pt idx="525">
                  <c:v>1337.8394848440917</c:v>
                </c:pt>
                <c:pt idx="526">
                  <c:v>1337.779684500329</c:v>
                </c:pt>
                <c:pt idx="527">
                  <c:v>1337.7171923239316</c:v>
                </c:pt>
                <c:pt idx="528">
                  <c:v>1337.6520083530445</c:v>
                </c:pt>
                <c:pt idx="529">
                  <c:v>1337.5841326297705</c:v>
                </c:pt>
                <c:pt idx="530">
                  <c:v>1337.513565200273</c:v>
                </c:pt>
                <c:pt idx="531">
                  <c:v>1337.440306114682</c:v>
                </c:pt>
                <c:pt idx="532">
                  <c:v>1337.3643554271914</c:v>
                </c:pt>
                <c:pt idx="533">
                  <c:v>1337.2857131959454</c:v>
                </c:pt>
                <c:pt idx="534">
                  <c:v>1337.2043794831461</c:v>
                </c:pt>
                <c:pt idx="535">
                  <c:v>1337.1203543549686</c:v>
                </c:pt>
                <c:pt idx="536">
                  <c:v>1337.0336378816532</c:v>
                </c:pt>
                <c:pt idx="537">
                  <c:v>1336.9442301374204</c:v>
                </c:pt>
                <c:pt idx="538">
                  <c:v>1336.8521312004737</c:v>
                </c:pt>
                <c:pt idx="539">
                  <c:v>1336.7573411531064</c:v>
                </c:pt>
                <c:pt idx="540">
                  <c:v>1336.6598600815919</c:v>
                </c:pt>
                <c:pt idx="541">
                  <c:v>1336.5596880762246</c:v>
                </c:pt>
                <c:pt idx="542">
                  <c:v>1336.4568252313156</c:v>
                </c:pt>
                <c:pt idx="543">
                  <c:v>1336.3512716451692</c:v>
                </c:pt>
                <c:pt idx="544">
                  <c:v>1336.2430274201911</c:v>
                </c:pt>
                <c:pt idx="545">
                  <c:v>1336.1320926627361</c:v>
                </c:pt>
                <c:pt idx="546">
                  <c:v>1336.0184674831762</c:v>
                </c:pt>
                <c:pt idx="547">
                  <c:v>1335.9021519959604</c:v>
                </c:pt>
                <c:pt idx="548">
                  <c:v>1335.7831463195498</c:v>
                </c:pt>
                <c:pt idx="549">
                  <c:v>1335.661450576401</c:v>
                </c:pt>
                <c:pt idx="550">
                  <c:v>1335.5370648930138</c:v>
                </c:pt>
                <c:pt idx="551">
                  <c:v>1335.4099893999478</c:v>
                </c:pt>
                <c:pt idx="552">
                  <c:v>1335.2802242317518</c:v>
                </c:pt>
                <c:pt idx="553">
                  <c:v>1335.1477695270396</c:v>
                </c:pt>
                <c:pt idx="554">
                  <c:v>1335.0126254284119</c:v>
                </c:pt>
                <c:pt idx="555">
                  <c:v>1334.8747920825508</c:v>
                </c:pt>
                <c:pt idx="556">
                  <c:v>1334.7342696401458</c:v>
                </c:pt>
                <c:pt idx="557">
                  <c:v>1334.5910582559475</c:v>
                </c:pt>
                <c:pt idx="558">
                  <c:v>1334.4451580887135</c:v>
                </c:pt>
                <c:pt idx="559">
                  <c:v>1334.2965693012652</c:v>
                </c:pt>
                <c:pt idx="560">
                  <c:v>1334.1452920604831</c:v>
                </c:pt>
                <c:pt idx="561">
                  <c:v>1333.9913265372365</c:v>
                </c:pt>
                <c:pt idx="562">
                  <c:v>1333.8346729064742</c:v>
                </c:pt>
                <c:pt idx="563">
                  <c:v>1333.6753313472072</c:v>
                </c:pt>
                <c:pt idx="564">
                  <c:v>1333.5133020424626</c:v>
                </c:pt>
                <c:pt idx="565">
                  <c:v>1333.3485851793157</c:v>
                </c:pt>
                <c:pt idx="566">
                  <c:v>1333.1811809489218</c:v>
                </c:pt>
                <c:pt idx="567">
                  <c:v>1333.0110895464729</c:v>
                </c:pt>
                <c:pt idx="568">
                  <c:v>1332.8383111711973</c:v>
                </c:pt>
                <c:pt idx="569">
                  <c:v>1332.6628460264308</c:v>
                </c:pt>
                <c:pt idx="570">
                  <c:v>1332.4846943195039</c:v>
                </c:pt>
                <c:pt idx="571">
                  <c:v>1332.3038562618583</c:v>
                </c:pt>
                <c:pt idx="572">
                  <c:v>1332.1203320689774</c:v>
                </c:pt>
                <c:pt idx="573">
                  <c:v>1331.9341219603782</c:v>
                </c:pt>
                <c:pt idx="574">
                  <c:v>1331.7452261597043</c:v>
                </c:pt>
                <c:pt idx="575">
                  <c:v>1331.5536448946243</c:v>
                </c:pt>
                <c:pt idx="576">
                  <c:v>1331.3593783968724</c:v>
                </c:pt>
                <c:pt idx="577">
                  <c:v>1331.1624269022739</c:v>
                </c:pt>
                <c:pt idx="578">
                  <c:v>1330.9627906507249</c:v>
                </c:pt>
                <c:pt idx="579">
                  <c:v>1330.760469886179</c:v>
                </c:pt>
                <c:pt idx="580">
                  <c:v>1330.5554648567111</c:v>
                </c:pt>
                <c:pt idx="581">
                  <c:v>1330.3477758144165</c:v>
                </c:pt>
                <c:pt idx="582">
                  <c:v>1330.1374030155082</c:v>
                </c:pt>
                <c:pt idx="583">
                  <c:v>1329.9243467202734</c:v>
                </c:pt>
                <c:pt idx="584">
                  <c:v>1329.7086071930796</c:v>
                </c:pt>
                <c:pt idx="585">
                  <c:v>1329.4901847024028</c:v>
                </c:pt>
                <c:pt idx="586">
                  <c:v>1329.2690795207984</c:v>
                </c:pt>
                <c:pt idx="587">
                  <c:v>1329.045291924898</c:v>
                </c:pt>
                <c:pt idx="588">
                  <c:v>1328.8188221954488</c:v>
                </c:pt>
                <c:pt idx="589">
                  <c:v>1328.589670617278</c:v>
                </c:pt>
                <c:pt idx="590">
                  <c:v>1328.357837479329</c:v>
                </c:pt>
                <c:pt idx="591">
                  <c:v>1328.1233230746363</c:v>
                </c:pt>
                <c:pt idx="592">
                  <c:v>1327.8861277003573</c:v>
                </c:pt>
                <c:pt idx="593">
                  <c:v>1327.6462516577167</c:v>
                </c:pt>
                <c:pt idx="594">
                  <c:v>1327.4036952520701</c:v>
                </c:pt>
                <c:pt idx="595">
                  <c:v>1327.1584587929092</c:v>
                </c:pt>
                <c:pt idx="596">
                  <c:v>1326.9105425938208</c:v>
                </c:pt>
                <c:pt idx="597">
                  <c:v>1326.6599469724931</c:v>
                </c:pt>
                <c:pt idx="598">
                  <c:v>1326.4066722507175</c:v>
                </c:pt>
                <c:pt idx="599">
                  <c:v>1326.1507187544805</c:v>
                </c:pt>
                <c:pt idx="600">
                  <c:v>1325.8920868138193</c:v>
                </c:pt>
                <c:pt idx="601">
                  <c:v>1325.6307767629462</c:v>
                </c:pt>
                <c:pt idx="602">
                  <c:v>1325.3667889401693</c:v>
                </c:pt>
                <c:pt idx="603">
                  <c:v>1325.1001236879383</c:v>
                </c:pt>
                <c:pt idx="604">
                  <c:v>1324.8307813528672</c:v>
                </c:pt>
                <c:pt idx="605">
                  <c:v>1324.5587622856608</c:v>
                </c:pt>
                <c:pt idx="606">
                  <c:v>1324.284066841213</c:v>
                </c:pt>
                <c:pt idx="607">
                  <c:v>1324.0066953785215</c:v>
                </c:pt>
                <c:pt idx="608">
                  <c:v>1323.726648260749</c:v>
                </c:pt>
                <c:pt idx="609">
                  <c:v>1323.4439258552045</c:v>
                </c:pt>
                <c:pt idx="610">
                  <c:v>1323.1585285333467</c:v>
                </c:pt>
                <c:pt idx="611">
                  <c:v>1322.8704566707877</c:v>
                </c:pt>
                <c:pt idx="612">
                  <c:v>1322.5797106473212</c:v>
                </c:pt>
                <c:pt idx="613">
                  <c:v>1322.286290846873</c:v>
                </c:pt>
                <c:pt idx="614">
                  <c:v>1321.9901976575632</c:v>
                </c:pt>
                <c:pt idx="615">
                  <c:v>1321.6914314716337</c:v>
                </c:pt>
                <c:pt idx="616">
                  <c:v>1321.389992685547</c:v>
                </c:pt>
                <c:pt idx="617">
                  <c:v>1321.0858816999094</c:v>
                </c:pt>
                <c:pt idx="618">
                  <c:v>1320.7790989195021</c:v>
                </c:pt>
                <c:pt idx="619">
                  <c:v>1320.4696447533111</c:v>
                </c:pt>
                <c:pt idx="620">
                  <c:v>1320.1575196144997</c:v>
                </c:pt>
                <c:pt idx="621">
                  <c:v>1319.8427239203916</c:v>
                </c:pt>
                <c:pt idx="622">
                  <c:v>1319.5252580925433</c:v>
                </c:pt>
                <c:pt idx="623">
                  <c:v>1319.2051225566408</c:v>
                </c:pt>
                <c:pt idx="624">
                  <c:v>1318.8823177426641</c:v>
                </c:pt>
                <c:pt idx="625">
                  <c:v>1318.5568440846973</c:v>
                </c:pt>
                <c:pt idx="626">
                  <c:v>1318.2287020210763</c:v>
                </c:pt>
                <c:pt idx="627">
                  <c:v>1317.8978919943268</c:v>
                </c:pt>
                <c:pt idx="628">
                  <c:v>1317.5644144512157</c:v>
                </c:pt>
                <c:pt idx="629">
                  <c:v>1317.2282698426857</c:v>
                </c:pt>
                <c:pt idx="630">
                  <c:v>1316.8894586239167</c:v>
                </c:pt>
                <c:pt idx="631">
                  <c:v>1316.5479812543076</c:v>
                </c:pt>
                <c:pt idx="632">
                  <c:v>1316.2038381974794</c:v>
                </c:pt>
                <c:pt idx="633">
                  <c:v>1315.8570299212838</c:v>
                </c:pt>
                <c:pt idx="634">
                  <c:v>1315.5075568978104</c:v>
                </c:pt>
                <c:pt idx="635">
                  <c:v>1315.1554196033771</c:v>
                </c:pt>
                <c:pt idx="636">
                  <c:v>1314.8006185185334</c:v>
                </c:pt>
                <c:pt idx="637">
                  <c:v>1314.4431541280999</c:v>
                </c:pt>
                <c:pt idx="638">
                  <c:v>1314.0830269211071</c:v>
                </c:pt>
                <c:pt idx="639">
                  <c:v>1313.7202373908697</c:v>
                </c:pt>
                <c:pt idx="640">
                  <c:v>1313.3547860349415</c:v>
                </c:pt>
                <c:pt idx="641">
                  <c:v>1312.9866733551253</c:v>
                </c:pt>
                <c:pt idx="642">
                  <c:v>1312.6158998575047</c:v>
                </c:pt>
                <c:pt idx="643">
                  <c:v>1312.2424660524368</c:v>
                </c:pt>
                <c:pt idx="644">
                  <c:v>1311.8663724545188</c:v>
                </c:pt>
                <c:pt idx="645">
                  <c:v>1311.4876195826596</c:v>
                </c:pt>
                <c:pt idx="646">
                  <c:v>1311.1062079600042</c:v>
                </c:pt>
                <c:pt idx="647">
                  <c:v>1310.7221381140243</c:v>
                </c:pt>
                <c:pt idx="648">
                  <c:v>1310.3354105764458</c:v>
                </c:pt>
                <c:pt idx="649">
                  <c:v>1309.9460258832928</c:v>
                </c:pt>
                <c:pt idx="650">
                  <c:v>1309.5539845749011</c:v>
                </c:pt>
                <c:pt idx="651">
                  <c:v>1309.1592871958799</c:v>
                </c:pt>
                <c:pt idx="652">
                  <c:v>1308.7619342951773</c:v>
                </c:pt>
                <c:pt idx="653">
                  <c:v>1308.3619264260235</c:v>
                </c:pt>
                <c:pt idx="654">
                  <c:v>1307.9592641459465</c:v>
                </c:pt>
                <c:pt idx="655">
                  <c:v>1307.5539480168218</c:v>
                </c:pt>
                <c:pt idx="656">
                  <c:v>1307.1459786048483</c:v>
                </c:pt>
                <c:pt idx="657">
                  <c:v>1306.7353564805244</c:v>
                </c:pt>
                <c:pt idx="658">
                  <c:v>1306.3220822186829</c:v>
                </c:pt>
                <c:pt idx="659">
                  <c:v>1305.9061563985179</c:v>
                </c:pt>
                <c:pt idx="660">
                  <c:v>1305.4875796035205</c:v>
                </c:pt>
                <c:pt idx="661">
                  <c:v>1305.0663524215656</c:v>
                </c:pt>
                <c:pt idx="662">
                  <c:v>1304.6424754448669</c:v>
                </c:pt>
                <c:pt idx="663">
                  <c:v>1304.2159492699654</c:v>
                </c:pt>
                <c:pt idx="664">
                  <c:v>1303.7867744977821</c:v>
                </c:pt>
                <c:pt idx="665">
                  <c:v>1303.35495173358</c:v>
                </c:pt>
                <c:pt idx="666">
                  <c:v>1302.9204815870153</c:v>
                </c:pt>
                <c:pt idx="667">
                  <c:v>1302.4833646721004</c:v>
                </c:pt>
                <c:pt idx="668">
                  <c:v>1302.0436016072229</c:v>
                </c:pt>
                <c:pt idx="669">
                  <c:v>1301.6011930151622</c:v>
                </c:pt>
                <c:pt idx="670">
                  <c:v>1301.1561395230779</c:v>
                </c:pt>
                <c:pt idx="671">
                  <c:v>1300.708441762501</c:v>
                </c:pt>
                <c:pt idx="672">
                  <c:v>1300.258100369392</c:v>
                </c:pt>
                <c:pt idx="673">
                  <c:v>1299.8051159840716</c:v>
                </c:pt>
                <c:pt idx="674">
                  <c:v>1299.3494892513165</c:v>
                </c:pt>
                <c:pt idx="675">
                  <c:v>1298.8912208202719</c:v>
                </c:pt>
                <c:pt idx="676">
                  <c:v>1298.4303113445139</c:v>
                </c:pt>
                <c:pt idx="677">
                  <c:v>1297.966761482026</c:v>
                </c:pt>
                <c:pt idx="678">
                  <c:v>1297.5005718952489</c:v>
                </c:pt>
                <c:pt idx="679">
                  <c:v>1297.0317432510321</c:v>
                </c:pt>
                <c:pt idx="680">
                  <c:v>1296.560276220654</c:v>
                </c:pt>
                <c:pt idx="681">
                  <c:v>1296.0861714798316</c:v>
                </c:pt>
                <c:pt idx="682">
                  <c:v>1295.6094297087566</c:v>
                </c:pt>
                <c:pt idx="683">
                  <c:v>1295.1300515920561</c:v>
                </c:pt>
                <c:pt idx="684">
                  <c:v>1294.6480378188112</c:v>
                </c:pt>
                <c:pt idx="685">
                  <c:v>1294.1633890825585</c:v>
                </c:pt>
                <c:pt idx="686">
                  <c:v>1293.6761060813308</c:v>
                </c:pt>
                <c:pt idx="687">
                  <c:v>1293.1861895175914</c:v>
                </c:pt>
                <c:pt idx="688">
                  <c:v>1292.6936400983129</c:v>
                </c:pt>
                <c:pt idx="689">
                  <c:v>1292.1984585349489</c:v>
                </c:pt>
                <c:pt idx="690">
                  <c:v>1291.7006455434416</c:v>
                </c:pt>
                <c:pt idx="691">
                  <c:v>1291.2002018442065</c:v>
                </c:pt>
                <c:pt idx="692">
                  <c:v>1290.6971281622066</c:v>
                </c:pt>
                <c:pt idx="693">
                  <c:v>1290.1914252268575</c:v>
                </c:pt>
                <c:pt idx="694">
                  <c:v>1289.6830937721215</c:v>
                </c:pt>
                <c:pt idx="695">
                  <c:v>1289.172134536467</c:v>
                </c:pt>
                <c:pt idx="696">
                  <c:v>1288.6585482628777</c:v>
                </c:pt>
                <c:pt idx="697">
                  <c:v>1288.1423356988766</c:v>
                </c:pt>
                <c:pt idx="698">
                  <c:v>1287.623497596554</c:v>
                </c:pt>
                <c:pt idx="699">
                  <c:v>1287.102034712467</c:v>
                </c:pt>
                <c:pt idx="700">
                  <c:v>1286.5779478077845</c:v>
                </c:pt>
                <c:pt idx="701">
                  <c:v>1286.0512376481977</c:v>
                </c:pt>
                <c:pt idx="702">
                  <c:v>1285.5219050039605</c:v>
                </c:pt>
                <c:pt idx="703">
                  <c:v>1284.9899506498793</c:v>
                </c:pt>
                <c:pt idx="704">
                  <c:v>1284.4553753653727</c:v>
                </c:pt>
                <c:pt idx="705">
                  <c:v>1283.9181799343949</c:v>
                </c:pt>
                <c:pt idx="706">
                  <c:v>1283.3783651454933</c:v>
                </c:pt>
                <c:pt idx="707">
                  <c:v>1282.8359317918018</c:v>
                </c:pt>
                <c:pt idx="708">
                  <c:v>1282.2908806710707</c:v>
                </c:pt>
                <c:pt idx="709">
                  <c:v>1281.7432125856185</c:v>
                </c:pt>
                <c:pt idx="710">
                  <c:v>1281.1929283423892</c:v>
                </c:pt>
                <c:pt idx="711">
                  <c:v>1280.6400287529582</c:v>
                </c:pt>
                <c:pt idx="712">
                  <c:v>1280.0845146334755</c:v>
                </c:pt>
                <c:pt idx="713">
                  <c:v>1279.526386804763</c:v>
                </c:pt>
                <c:pt idx="714">
                  <c:v>1278.9656460922417</c:v>
                </c:pt>
                <c:pt idx="715">
                  <c:v>1278.402293325991</c:v>
                </c:pt>
                <c:pt idx="716">
                  <c:v>1277.8363293407303</c:v>
                </c:pt>
                <c:pt idx="717">
                  <c:v>1277.2677549758232</c:v>
                </c:pt>
                <c:pt idx="718">
                  <c:v>1276.6965710753195</c:v>
                </c:pt>
                <c:pt idx="719">
                  <c:v>1276.1227784878872</c:v>
                </c:pt>
                <c:pt idx="720">
                  <c:v>1275.5463780669297</c:v>
                </c:pt>
                <c:pt idx="721">
                  <c:v>1274.9673706704566</c:v>
                </c:pt>
                <c:pt idx="722">
                  <c:v>1274.3857571612227</c:v>
                </c:pt>
                <c:pt idx="723">
                  <c:v>1273.8015384066437</c:v>
                </c:pt>
                <c:pt idx="724">
                  <c:v>1273.2147152788309</c:v>
                </c:pt>
                <c:pt idx="725">
                  <c:v>1272.6252886546145</c:v>
                </c:pt>
                <c:pt idx="726">
                  <c:v>1272.0332594155354</c:v>
                </c:pt>
                <c:pt idx="727">
                  <c:v>1271.4386284478685</c:v>
                </c:pt>
                <c:pt idx="728">
                  <c:v>1270.8413966425576</c:v>
                </c:pt>
                <c:pt idx="729">
                  <c:v>1270.2415648953533</c:v>
                </c:pt>
                <c:pt idx="730">
                  <c:v>1269.6391341066967</c:v>
                </c:pt>
                <c:pt idx="731">
                  <c:v>1269.0341051817961</c:v>
                </c:pt>
                <c:pt idx="732">
                  <c:v>1268.4264790306004</c:v>
                </c:pt>
                <c:pt idx="733">
                  <c:v>1267.8162565678488</c:v>
                </c:pt>
                <c:pt idx="734">
                  <c:v>1267.2034387130193</c:v>
                </c:pt>
                <c:pt idx="735">
                  <c:v>1266.588026390363</c:v>
                </c:pt>
                <c:pt idx="736">
                  <c:v>1265.9700205289369</c:v>
                </c:pt>
                <c:pt idx="737">
                  <c:v>1265.3494220625732</c:v>
                </c:pt>
                <c:pt idx="738">
                  <c:v>1264.726231929908</c:v>
                </c:pt>
                <c:pt idx="739">
                  <c:v>1264.100451074373</c:v>
                </c:pt>
                <c:pt idx="740">
                  <c:v>1263.4720804442147</c:v>
                </c:pt>
                <c:pt idx="741">
                  <c:v>1262.841120992515</c:v>
                </c:pt>
                <c:pt idx="742">
                  <c:v>1262.2075736771587</c:v>
                </c:pt>
                <c:pt idx="743">
                  <c:v>1261.5714394608781</c:v>
                </c:pt>
                <c:pt idx="744">
                  <c:v>1260.9327193112483</c:v>
                </c:pt>
                <c:pt idx="745">
                  <c:v>1260.2914142006766</c:v>
                </c:pt>
                <c:pt idx="746">
                  <c:v>1259.6475251064678</c:v>
                </c:pt>
                <c:pt idx="747">
                  <c:v>1259.001053010749</c:v>
                </c:pt>
                <c:pt idx="748">
                  <c:v>1258.351998900537</c:v>
                </c:pt>
                <c:pt idx="749">
                  <c:v>1257.700363767729</c:v>
                </c:pt>
                <c:pt idx="750">
                  <c:v>1257.0461486091126</c:v>
                </c:pt>
                <c:pt idx="751">
                  <c:v>1256.3893544263663</c:v>
                </c:pt>
                <c:pt idx="752">
                  <c:v>1255.7299822260729</c:v>
                </c:pt>
                <c:pt idx="753">
                  <c:v>1255.068033019744</c:v>
                </c:pt>
                <c:pt idx="754">
                  <c:v>1254.4035078237666</c:v>
                </c:pt>
                <c:pt idx="755">
                  <c:v>1253.7364076595165</c:v>
                </c:pt>
                <c:pt idx="756">
                  <c:v>1253.0667335532396</c:v>
                </c:pt>
                <c:pt idx="757">
                  <c:v>1252.3944865361834</c:v>
                </c:pt>
                <c:pt idx="758">
                  <c:v>1251.7196676445176</c:v>
                </c:pt>
                <c:pt idx="759">
                  <c:v>1251.0422779193798</c:v>
                </c:pt>
                <c:pt idx="760">
                  <c:v>1250.3623184068567</c:v>
                </c:pt>
                <c:pt idx="761">
                  <c:v>1249.6797901580549</c:v>
                </c:pt>
                <c:pt idx="762">
                  <c:v>1248.9946942290276</c:v>
                </c:pt>
                <c:pt idx="763">
                  <c:v>1248.3070316808246</c:v>
                </c:pt>
                <c:pt idx="764">
                  <c:v>1247.6168035795074</c:v>
                </c:pt>
                <c:pt idx="765">
                  <c:v>1246.9240109961506</c:v>
                </c:pt>
                <c:pt idx="766">
                  <c:v>1246.2286550068452</c:v>
                </c:pt>
                <c:pt idx="767">
                  <c:v>1245.5307366926936</c:v>
                </c:pt>
                <c:pt idx="768">
                  <c:v>1244.8302571398754</c:v>
                </c:pt>
                <c:pt idx="769">
                  <c:v>1244.1272174395538</c:v>
                </c:pt>
                <c:pt idx="770">
                  <c:v>1243.4216186879908</c:v>
                </c:pt>
                <c:pt idx="771">
                  <c:v>1242.7134619864942</c:v>
                </c:pt>
                <c:pt idx="772">
                  <c:v>1242.0027484414445</c:v>
                </c:pt>
                <c:pt idx="773">
                  <c:v>1241.2894791642937</c:v>
                </c:pt>
                <c:pt idx="774">
                  <c:v>1240.5736552715989</c:v>
                </c:pt>
                <c:pt idx="775">
                  <c:v>1239.8552778849894</c:v>
                </c:pt>
                <c:pt idx="776">
                  <c:v>1239.134348131219</c:v>
                </c:pt>
                <c:pt idx="777">
                  <c:v>1238.4108671421491</c:v>
                </c:pt>
                <c:pt idx="778">
                  <c:v>1237.6848360547788</c:v>
                </c:pt>
                <c:pt idx="779">
                  <c:v>1236.9562560112076</c:v>
                </c:pt>
                <c:pt idx="780">
                  <c:v>1236.2251281587105</c:v>
                </c:pt>
                <c:pt idx="781">
                  <c:v>1235.4914536496874</c:v>
                </c:pt>
                <c:pt idx="782">
                  <c:v>1234.7552336417166</c:v>
                </c:pt>
                <c:pt idx="783">
                  <c:v>1234.0164692975322</c:v>
                </c:pt>
                <c:pt idx="784">
                  <c:v>1233.2751617850606</c:v>
                </c:pt>
                <c:pt idx="785">
                  <c:v>1232.5313122774028</c:v>
                </c:pt>
                <c:pt idx="786">
                  <c:v>1231.7849219528607</c:v>
                </c:pt>
                <c:pt idx="787">
                  <c:v>1231.0359919949547</c:v>
                </c:pt>
                <c:pt idx="788">
                  <c:v>1230.2845235924019</c:v>
                </c:pt>
                <c:pt idx="789">
                  <c:v>1229.5305179391567</c:v>
                </c:pt>
                <c:pt idx="790">
                  <c:v>1228.7739762344038</c:v>
                </c:pt>
                <c:pt idx="791">
                  <c:v>1228.0148996825774</c:v>
                </c:pt>
                <c:pt idx="792">
                  <c:v>1227.2532894933524</c:v>
                </c:pt>
                <c:pt idx="793">
                  <c:v>1226.4891468816866</c:v>
                </c:pt>
                <c:pt idx="794">
                  <c:v>1225.722473067802</c:v>
                </c:pt>
                <c:pt idx="795">
                  <c:v>1224.9532692772104</c:v>
                </c:pt>
                <c:pt idx="796">
                  <c:v>1224.1815367406991</c:v>
                </c:pt>
                <c:pt idx="797">
                  <c:v>1223.4072766943714</c:v>
                </c:pt>
                <c:pt idx="798">
                  <c:v>1222.6304903796549</c:v>
                </c:pt>
                <c:pt idx="799">
                  <c:v>1221.8511790432842</c:v>
                </c:pt>
                <c:pt idx="800">
                  <c:v>1221.0693439373263</c:v>
                </c:pt>
                <c:pt idx="801">
                  <c:v>1220.2849863191987</c:v>
                </c:pt>
                <c:pt idx="802">
                  <c:v>1219.4981074516729</c:v>
                </c:pt>
                <c:pt idx="803">
                  <c:v>1218.7087086028766</c:v>
                </c:pt>
                <c:pt idx="804">
                  <c:v>1217.9167910463284</c:v>
                </c:pt>
                <c:pt idx="805">
                  <c:v>1217.1223560608992</c:v>
                </c:pt>
                <c:pt idx="806">
                  <c:v>1216.3254049308784</c:v>
                </c:pt>
                <c:pt idx="807">
                  <c:v>1215.5259389459673</c:v>
                </c:pt>
                <c:pt idx="808">
                  <c:v>1214.7239594012569</c:v>
                </c:pt>
                <c:pt idx="809">
                  <c:v>1213.9194675972806</c:v>
                </c:pt>
                <c:pt idx="810">
                  <c:v>1213.1124648399946</c:v>
                </c:pt>
                <c:pt idx="811">
                  <c:v>1212.3029524408212</c:v>
                </c:pt>
                <c:pt idx="812">
                  <c:v>1211.490931716628</c:v>
                </c:pt>
                <c:pt idx="813">
                  <c:v>1210.6764039897462</c:v>
                </c:pt>
                <c:pt idx="814">
                  <c:v>1209.8593705879848</c:v>
                </c:pt>
                <c:pt idx="815">
                  <c:v>1209.0398328446729</c:v>
                </c:pt>
                <c:pt idx="816">
                  <c:v>1208.2177920985973</c:v>
                </c:pt>
                <c:pt idx="817">
                  <c:v>1207.3932496940872</c:v>
                </c:pt>
                <c:pt idx="818">
                  <c:v>1206.5662069809619</c:v>
                </c:pt>
                <c:pt idx="819">
                  <c:v>1205.736665314615</c:v>
                </c:pt>
                <c:pt idx="820">
                  <c:v>1204.9046260559442</c:v>
                </c:pt>
                <c:pt idx="821">
                  <c:v>1204.0700905714205</c:v>
                </c:pt>
                <c:pt idx="822">
                  <c:v>1203.2330602330867</c:v>
                </c:pt>
                <c:pt idx="823">
                  <c:v>1202.3935364185647</c:v>
                </c:pt>
                <c:pt idx="824">
                  <c:v>1201.5515205110441</c:v>
                </c:pt>
                <c:pt idx="825">
                  <c:v>1200.7070138993236</c:v>
                </c:pt>
                <c:pt idx="826">
                  <c:v>1199.8600179778273</c:v>
                </c:pt>
                <c:pt idx="827">
                  <c:v>1199.0105341466044</c:v>
                </c:pt>
                <c:pt idx="828">
                  <c:v>1198.1585638113036</c:v>
                </c:pt>
                <c:pt idx="829">
                  <c:v>1197.3041083832438</c:v>
                </c:pt>
                <c:pt idx="830">
                  <c:v>1196.4471692794107</c:v>
                </c:pt>
                <c:pt idx="831">
                  <c:v>1195.5877479224332</c:v>
                </c:pt>
                <c:pt idx="832">
                  <c:v>1194.7258457406494</c:v>
                </c:pt>
                <c:pt idx="833">
                  <c:v>1193.8614641680733</c:v>
                </c:pt>
                <c:pt idx="834">
                  <c:v>1192.9946046444136</c:v>
                </c:pt>
                <c:pt idx="835">
                  <c:v>1137.1906248022153</c:v>
                </c:pt>
                <c:pt idx="836">
                  <c:v>1083.8627854843598</c:v>
                </c:pt>
                <c:pt idx="837">
                  <c:v>1032.9012151025909</c:v>
                </c:pt>
                <c:pt idx="838">
                  <c:v>984.20091730323054</c:v>
                </c:pt>
                <c:pt idx="839">
                  <c:v>937.66155464271799</c:v>
                </c:pt>
                <c:pt idx="840">
                  <c:v>893.18724186192117</c:v>
                </c:pt>
                <c:pt idx="841">
                  <c:v>850.68634833330395</c:v>
                </c:pt>
                <c:pt idx="842">
                  <c:v>810.07130927393007</c:v>
                </c:pt>
                <c:pt idx="843">
                  <c:v>771.25844533534644</c:v>
                </c:pt>
                <c:pt idx="844">
                  <c:v>734.16779019864225</c:v>
                </c:pt>
                <c:pt idx="845">
                  <c:v>698.72292581948113</c:v>
                </c:pt>
                <c:pt idx="846">
                  <c:v>664.85082498366</c:v>
                </c:pt>
                <c:pt idx="847">
                  <c:v>632.48170084880849</c:v>
                </c:pt>
                <c:pt idx="848">
                  <c:v>601.54886316224315</c:v>
                </c:pt>
                <c:pt idx="849">
                  <c:v>571.98858085873871</c:v>
                </c:pt>
                <c:pt idx="850">
                  <c:v>543.73995075512585</c:v>
                </c:pt>
                <c:pt idx="851">
                  <c:v>516.74477207118798</c:v>
                </c:pt>
                <c:pt idx="852">
                  <c:v>490.9474265183315</c:v>
                </c:pt>
                <c:pt idx="853">
                  <c:v>466.29476370897345</c:v>
                </c:pt>
                <c:pt idx="854">
                  <c:v>442.73599165055901</c:v>
                </c:pt>
                <c:pt idx="855">
                  <c:v>420.22257209858827</c:v>
                </c:pt>
                <c:pt idx="856">
                  <c:v>398.70812055305396</c:v>
                </c:pt>
                <c:pt idx="857">
                  <c:v>378.33475484628894</c:v>
                </c:pt>
                <c:pt idx="858">
                  <c:v>359.31519147407249</c:v>
                </c:pt>
                <c:pt idx="859">
                  <c:v>341.21377176358749</c:v>
                </c:pt>
                <c:pt idx="860">
                  <c:v>323.9870528176624</c:v>
                </c:pt>
                <c:pt idx="861">
                  <c:v>307.59361773058066</c:v>
                </c:pt>
                <c:pt idx="862">
                  <c:v>291.99398194845315</c:v>
                </c:pt>
                <c:pt idx="863">
                  <c:v>277.15050392150232</c:v>
                </c:pt>
                <c:pt idx="864">
                  <c:v>263.02729985221475</c:v>
                </c:pt>
                <c:pt idx="865">
                  <c:v>249.59016235219471</c:v>
                </c:pt>
                <c:pt idx="866">
                  <c:v>236.80648282901689</c:v>
                </c:pt>
                <c:pt idx="867">
                  <c:v>224.6451774324569</c:v>
                </c:pt>
                <c:pt idx="868">
                  <c:v>213.07661639718341</c:v>
                </c:pt>
                <c:pt idx="869">
                  <c:v>202.07255662635222</c:v>
                </c:pt>
                <c:pt idx="870">
                  <c:v>191.60607736755418</c:v>
                </c:pt>
                <c:pt idx="871">
                  <c:v>181.65151883925714</c:v>
                </c:pt>
                <c:pt idx="872">
                  <c:v>172.18442367225884</c:v>
                </c:pt>
                <c:pt idx="873">
                  <c:v>163.18148103673983</c:v>
                </c:pt>
                <c:pt idx="874">
                  <c:v>154.62047333130062</c:v>
                </c:pt>
                <c:pt idx="875">
                  <c:v>146.48022531587029</c:v>
                </c:pt>
                <c:pt idx="876">
                  <c:v>138.74055557562389</c:v>
                </c:pt>
                <c:pt idx="877">
                  <c:v>131.38223020802869</c:v>
                </c:pt>
                <c:pt idx="878">
                  <c:v>124.38691862987584</c:v>
                </c:pt>
                <c:pt idx="879">
                  <c:v>117.7371514056459</c:v>
                </c:pt>
                <c:pt idx="880">
                  <c:v>111.41628000281173</c:v>
                </c:pt>
                <c:pt idx="881">
                  <c:v>105.40843838370191</c:v>
                </c:pt>
                <c:pt idx="882">
                  <c:v>0</c:v>
                </c:pt>
              </c:numCache>
            </c:numRef>
          </c:yVal>
          <c:smooth val="0"/>
        </c:ser>
        <c:ser>
          <c:idx val="1"/>
          <c:order val="1"/>
          <c:tx>
            <c:strRef>
              <c:f>Sheet1!$D$2</c:f>
              <c:strCache>
                <c:ptCount val="1"/>
                <c:pt idx="0">
                  <c:v>N real</c:v>
                </c:pt>
              </c:strCache>
            </c:strRef>
          </c:tx>
          <c:spPr>
            <a:ln w="19050" cap="rnd">
              <a:solidFill>
                <a:schemeClr val="accent2"/>
              </a:solidFill>
              <a:round/>
            </a:ln>
            <a:effectLst/>
          </c:spPr>
          <c:marker>
            <c:symbol val="triangle"/>
            <c:size val="5"/>
            <c:spPr>
              <a:solidFill>
                <a:schemeClr val="accent2"/>
              </a:solidFill>
              <a:ln w="9525">
                <a:solidFill>
                  <a:schemeClr val="accent2"/>
                </a:solidFill>
              </a:ln>
              <a:effectLst/>
            </c:spPr>
          </c:marker>
          <c:xVal>
            <c:numRef>
              <c:f>Sheet1!$B$3:$B$885</c:f>
              <c:numCache>
                <c:formatCode>General</c:formatCode>
                <c:ptCount val="883"/>
                <c:pt idx="0">
                  <c:v>0</c:v>
                </c:pt>
                <c:pt idx="1">
                  <c:v>2.0524458852150821E-2</c:v>
                </c:pt>
                <c:pt idx="2">
                  <c:v>3.1311031490241392E-2</c:v>
                </c:pt>
                <c:pt idx="3">
                  <c:v>3.288084327284152E-2</c:v>
                </c:pt>
                <c:pt idx="4">
                  <c:v>3.4349853193299348E-2</c:v>
                </c:pt>
                <c:pt idx="5">
                  <c:v>3.5760298235460217E-2</c:v>
                </c:pt>
                <c:pt idx="6">
                  <c:v>3.7133037119498349E-2</c:v>
                </c:pt>
                <c:pt idx="7">
                  <c:v>3.8480023318853349E-2</c:v>
                </c:pt>
                <c:pt idx="8">
                  <c:v>3.9808736978686796E-2</c:v>
                </c:pt>
                <c:pt idx="9">
                  <c:v>4.1124134263310075E-2</c:v>
                </c:pt>
                <c:pt idx="10">
                  <c:v>4.2429630513186267E-2</c:v>
                </c:pt>
                <c:pt idx="11">
                  <c:v>4.372764611507246E-2</c:v>
                </c:pt>
                <c:pt idx="12">
                  <c:v>4.5019931916525646E-2</c:v>
                </c:pt>
                <c:pt idx="13">
                  <c:v>4.6307774043717852E-2</c:v>
                </c:pt>
                <c:pt idx="14">
                  <c:v>4.7592128378423387E-2</c:v>
                </c:pt>
                <c:pt idx="15">
                  <c:v>4.88737118342287E-2</c:v>
                </c:pt>
                <c:pt idx="16">
                  <c:v>5.0153065959830684E-2</c:v>
                </c:pt>
                <c:pt idx="17">
                  <c:v>5.1430602192982747E-2</c:v>
                </c:pt>
                <c:pt idx="18">
                  <c:v>5.27066345970051E-2</c:v>
                </c:pt>
                <c:pt idx="19">
                  <c:v>5.3981403857047354E-2</c:v>
                </c:pt>
                <c:pt idx="20">
                  <c:v>5.5255095056170406E-2</c:v>
                </c:pt>
                <c:pt idx="21">
                  <c:v>5.6527850955448225E-2</c:v>
                </c:pt>
                <c:pt idx="22">
                  <c:v>5.7799781983067976E-2</c:v>
                </c:pt>
                <c:pt idx="23">
                  <c:v>5.9070973789633767E-2</c:v>
                </c:pt>
                <c:pt idx="24">
                  <c:v>6.0341492988547157E-2</c:v>
                </c:pt>
                <c:pt idx="25">
                  <c:v>6.1611391533755805E-2</c:v>
                </c:pt>
                <c:pt idx="26">
                  <c:v>6.2880710068755119E-2</c:v>
                </c:pt>
                <c:pt idx="27">
                  <c:v>6.4149480495363079E-2</c:v>
                </c:pt>
                <c:pt idx="28">
                  <c:v>6.54177279485052E-2</c:v>
                </c:pt>
                <c:pt idx="29">
                  <c:v>6.6685472317356942E-2</c:v>
                </c:pt>
                <c:pt idx="30">
                  <c:v>6.7952729419095456E-2</c:v>
                </c:pt>
                <c:pt idx="31">
                  <c:v>6.921951190601261E-2</c:v>
                </c:pt>
                <c:pt idx="32">
                  <c:v>7.0485829967557659E-2</c:v>
                </c:pt>
                <c:pt idx="33">
                  <c:v>7.1751691874382822E-2</c:v>
                </c:pt>
                <c:pt idx="34">
                  <c:v>7.3017104400464911E-2</c:v>
                </c:pt>
                <c:pt idx="35">
                  <c:v>7.4282073151005046E-2</c:v>
                </c:pt>
                <c:pt idx="36">
                  <c:v>7.5546602817417902E-2</c:v>
                </c:pt>
                <c:pt idx="37">
                  <c:v>7.6810697375831613E-2</c:v>
                </c:pt>
                <c:pt idx="38">
                  <c:v>7.8074360241770474E-2</c:v>
                </c:pt>
                <c:pt idx="39">
                  <c:v>7.9337594390812255E-2</c:v>
                </c:pt>
                <c:pt idx="40">
                  <c:v>8.0600402452795913E-2</c:v>
                </c:pt>
                <c:pt idx="41">
                  <c:v>8.1862786785447922E-2</c:v>
                </c:pt>
                <c:pt idx="42">
                  <c:v>8.3124749531977377E-2</c:v>
                </c:pt>
                <c:pt idx="43">
                  <c:v>8.4386292666172508E-2</c:v>
                </c:pt>
                <c:pt idx="44">
                  <c:v>8.5647418027743047E-2</c:v>
                </c:pt>
                <c:pt idx="45">
                  <c:v>8.6908127350043746E-2</c:v>
                </c:pt>
                <c:pt idx="46">
                  <c:v>8.816842228184138E-2</c:v>
                </c:pt>
                <c:pt idx="47">
                  <c:v>8.9428304404420372E-2</c:v>
                </c:pt>
                <c:pt idx="48">
                  <c:v>9.0687775245038016E-2</c:v>
                </c:pt>
                <c:pt idx="49">
                  <c:v>9.1946836287517458E-2</c:v>
                </c:pt>
                <c:pt idx="50">
                  <c:v>9.3205488980595802E-2</c:v>
                </c:pt>
                <c:pt idx="51">
                  <c:v>9.446373474450892E-2</c:v>
                </c:pt>
                <c:pt idx="52">
                  <c:v>9.5721574976190604E-2</c:v>
                </c:pt>
                <c:pt idx="53">
                  <c:v>9.6979011053381747E-2</c:v>
                </c:pt>
                <c:pt idx="54">
                  <c:v>9.8236044337881551E-2</c:v>
                </c:pt>
                <c:pt idx="55">
                  <c:v>9.949267617812263E-2</c:v>
                </c:pt>
                <c:pt idx="56">
                  <c:v>0.10074890791121291</c:v>
                </c:pt>
                <c:pt idx="57">
                  <c:v>0.10200474086455694</c:v>
                </c:pt>
                <c:pt idx="58">
                  <c:v>0.10326017635714482</c:v>
                </c:pt>
                <c:pt idx="59">
                  <c:v>0.10451521570057837</c:v>
                </c:pt>
                <c:pt idx="60">
                  <c:v>0.10576986019988951</c:v>
                </c:pt>
                <c:pt idx="61">
                  <c:v>0.10702411115419402</c:v>
                </c:pt>
                <c:pt idx="62">
                  <c:v>0.10827796985721502</c:v>
                </c:pt>
                <c:pt idx="63">
                  <c:v>0.10953143759770281</c:v>
                </c:pt>
                <c:pt idx="64">
                  <c:v>0.11078451565977282</c:v>
                </c:pt>
                <c:pt idx="65">
                  <c:v>0.11203720532317818</c:v>
                </c:pt>
                <c:pt idx="66">
                  <c:v>0.11328950786353045</c:v>
                </c:pt>
                <c:pt idx="67">
                  <c:v>0.11454142455247926</c:v>
                </c:pt>
                <c:pt idx="68">
                  <c:v>0.11579295665785883</c:v>
                </c:pt>
                <c:pt idx="69">
                  <c:v>0.11704410544380836</c:v>
                </c:pt>
                <c:pt idx="70">
                  <c:v>0.11829487217087176</c:v>
                </c:pt>
                <c:pt idx="71">
                  <c:v>0.1195452580960803</c:v>
                </c:pt>
                <c:pt idx="72">
                  <c:v>0.12079526447302216</c:v>
                </c:pt>
                <c:pt idx="73">
                  <c:v>0.12204489255190124</c:v>
                </c:pt>
                <c:pt idx="74">
                  <c:v>0.12329414357958743</c:v>
                </c:pt>
                <c:pt idx="75">
                  <c:v>0.12454301879965993</c:v>
                </c:pt>
                <c:pt idx="76">
                  <c:v>0.12579151945244518</c:v>
                </c:pt>
                <c:pt idx="77">
                  <c:v>0.12703964677505028</c:v>
                </c:pt>
                <c:pt idx="78">
                  <c:v>0.12828740200139288</c:v>
                </c:pt>
                <c:pt idx="79">
                  <c:v>0.12953478636222807</c:v>
                </c:pt>
                <c:pt idx="80">
                  <c:v>0.13078180108517318</c:v>
                </c:pt>
                <c:pt idx="81">
                  <c:v>0.13202844739473041</c:v>
                </c:pt>
                <c:pt idx="82">
                  <c:v>0.13327472651230812</c:v>
                </c:pt>
                <c:pt idx="83">
                  <c:v>0.13452063965624086</c:v>
                </c:pt>
                <c:pt idx="84">
                  <c:v>0.13576618804180826</c:v>
                </c:pt>
                <c:pt idx="85">
                  <c:v>0.1370113728812532</c:v>
                </c:pt>
                <c:pt idx="86">
                  <c:v>0.13825619538379919</c:v>
                </c:pt>
                <c:pt idx="87">
                  <c:v>0.13950065675566731</c:v>
                </c:pt>
                <c:pt idx="88">
                  <c:v>0.14074475820009255</c:v>
                </c:pt>
                <c:pt idx="89">
                  <c:v>0.1419885009173398</c:v>
                </c:pt>
                <c:pt idx="90">
                  <c:v>0.14323188610471954</c:v>
                </c:pt>
                <c:pt idx="91">
                  <c:v>0.14447491495660317</c:v>
                </c:pt>
                <c:pt idx="92">
                  <c:v>0.1457175886644381</c:v>
                </c:pt>
                <c:pt idx="93">
                  <c:v>0.14695990841676274</c:v>
                </c:pt>
                <c:pt idx="94">
                  <c:v>0.14820187539922117</c:v>
                </c:pt>
                <c:pt idx="95">
                  <c:v>0.14944349079457772</c:v>
                </c:pt>
                <c:pt idx="96">
                  <c:v>0.15068475578273133</c:v>
                </c:pt>
                <c:pt idx="97">
                  <c:v>0.15192567154072995</c:v>
                </c:pt>
                <c:pt idx="98">
                  <c:v>0.15316623924278452</c:v>
                </c:pt>
                <c:pt idx="99">
                  <c:v>0.15440646006028322</c:v>
                </c:pt>
                <c:pt idx="100">
                  <c:v>0.1556463351618052</c:v>
                </c:pt>
                <c:pt idx="101">
                  <c:v>0.15688586571313468</c:v>
                </c:pt>
                <c:pt idx="102">
                  <c:v>0.15812505287727444</c:v>
                </c:pt>
                <c:pt idx="103">
                  <c:v>0.15936389781445967</c:v>
                </c:pt>
                <c:pt idx="104">
                  <c:v>0.16060240168217149</c:v>
                </c:pt>
                <c:pt idx="105">
                  <c:v>0.16184056563515054</c:v>
                </c:pt>
                <c:pt idx="106">
                  <c:v>0.16307839082541029</c:v>
                </c:pt>
                <c:pt idx="107">
                  <c:v>0.16431587840225045</c:v>
                </c:pt>
                <c:pt idx="108">
                  <c:v>0.16555302951227027</c:v>
                </c:pt>
                <c:pt idx="109">
                  <c:v>0.16678984529938171</c:v>
                </c:pt>
                <c:pt idx="110">
                  <c:v>0.16802632690482261</c:v>
                </c:pt>
                <c:pt idx="111">
                  <c:v>0.1692624754671698</c:v>
                </c:pt>
                <c:pt idx="112">
                  <c:v>0.17049829212235196</c:v>
                </c:pt>
                <c:pt idx="113">
                  <c:v>0.17173377800366274</c:v>
                </c:pt>
                <c:pt idx="114">
                  <c:v>0.17296893424177351</c:v>
                </c:pt>
                <c:pt idx="115">
                  <c:v>0.17420376196474618</c:v>
                </c:pt>
                <c:pt idx="116">
                  <c:v>0.17543826229804599</c:v>
                </c:pt>
                <c:pt idx="117">
                  <c:v>0.1766724363645541</c:v>
                </c:pt>
                <c:pt idx="118">
                  <c:v>0.17790628528458033</c:v>
                </c:pt>
                <c:pt idx="119">
                  <c:v>0.17913981017587555</c:v>
                </c:pt>
                <c:pt idx="120">
                  <c:v>0.18037301215364429</c:v>
                </c:pt>
                <c:pt idx="121">
                  <c:v>0.18160589233055716</c:v>
                </c:pt>
                <c:pt idx="122">
                  <c:v>0.18283845181676314</c:v>
                </c:pt>
                <c:pt idx="123">
                  <c:v>0.18407069171990195</c:v>
                </c:pt>
                <c:pt idx="124">
                  <c:v>0.18530261314511623</c:v>
                </c:pt>
                <c:pt idx="125">
                  <c:v>0.18653421719506383</c:v>
                </c:pt>
                <c:pt idx="126">
                  <c:v>0.18776550496992978</c:v>
                </c:pt>
                <c:pt idx="127">
                  <c:v>0.18899647756743851</c:v>
                </c:pt>
                <c:pt idx="128">
                  <c:v>0.19022713608286576</c:v>
                </c:pt>
                <c:pt idx="129">
                  <c:v>0.19145748160905057</c:v>
                </c:pt>
                <c:pt idx="130">
                  <c:v>0.19268751523640718</c:v>
                </c:pt>
                <c:pt idx="131">
                  <c:v>0.19391723805293679</c:v>
                </c:pt>
                <c:pt idx="132">
                  <c:v>0.19514665114423943</c:v>
                </c:pt>
                <c:pt idx="133">
                  <c:v>0.1963757555935256</c:v>
                </c:pt>
                <c:pt idx="134">
                  <c:v>0.19760455248162803</c:v>
                </c:pt>
                <c:pt idx="135">
                  <c:v>0.1988330428870132</c:v>
                </c:pt>
                <c:pt idx="136">
                  <c:v>0.20006122788579295</c:v>
                </c:pt>
                <c:pt idx="137">
                  <c:v>0.2012891085517359</c:v>
                </c:pt>
                <c:pt idx="138">
                  <c:v>0.202516685956279</c:v>
                </c:pt>
                <c:pt idx="139">
                  <c:v>0.20374396116853888</c:v>
                </c:pt>
                <c:pt idx="140">
                  <c:v>0.20497093525532312</c:v>
                </c:pt>
                <c:pt idx="141">
                  <c:v>0.20619760928114161</c:v>
                </c:pt>
                <c:pt idx="142">
                  <c:v>0.20742398430821779</c:v>
                </c:pt>
                <c:pt idx="143">
                  <c:v>0.20865006139649972</c:v>
                </c:pt>
                <c:pt idx="144">
                  <c:v>0.20987584160367134</c:v>
                </c:pt>
                <c:pt idx="145">
                  <c:v>0.21110132598516346</c:v>
                </c:pt>
                <c:pt idx="146">
                  <c:v>0.21232651559416474</c:v>
                </c:pt>
                <c:pt idx="147">
                  <c:v>0.21355141148163281</c:v>
                </c:pt>
                <c:pt idx="148">
                  <c:v>0.214776014696305</c:v>
                </c:pt>
                <c:pt idx="149">
                  <c:v>0.21600032628470939</c:v>
                </c:pt>
                <c:pt idx="150">
                  <c:v>0.21722434729117546</c:v>
                </c:pt>
                <c:pt idx="151">
                  <c:v>0.21844807875784497</c:v>
                </c:pt>
                <c:pt idx="152">
                  <c:v>0.21967152172468263</c:v>
                </c:pt>
                <c:pt idx="153">
                  <c:v>0.22089467722948677</c:v>
                </c:pt>
                <c:pt idx="154">
                  <c:v>0.22211754630789998</c:v>
                </c:pt>
                <c:pt idx="155">
                  <c:v>0.22334012999341968</c:v>
                </c:pt>
                <c:pt idx="156">
                  <c:v>0.22456242931740858</c:v>
                </c:pt>
                <c:pt idx="157">
                  <c:v>0.22578444530910521</c:v>
                </c:pt>
                <c:pt idx="158">
                  <c:v>0.22700617899563436</c:v>
                </c:pt>
                <c:pt idx="159">
                  <c:v>0.22822763140201741</c:v>
                </c:pt>
                <c:pt idx="160">
                  <c:v>0.22944880355118269</c:v>
                </c:pt>
                <c:pt idx="161">
                  <c:v>0.23066969646397578</c:v>
                </c:pt>
                <c:pt idx="162">
                  <c:v>0.23189031115916969</c:v>
                </c:pt>
                <c:pt idx="163">
                  <c:v>0.23311064865347514</c:v>
                </c:pt>
                <c:pt idx="164">
                  <c:v>0.23433070996155059</c:v>
                </c:pt>
                <c:pt idx="165">
                  <c:v>0.23555049609601242</c:v>
                </c:pt>
                <c:pt idx="166">
                  <c:v>0.23677000806744497</c:v>
                </c:pt>
                <c:pt idx="167">
                  <c:v>0.23798924688441056</c:v>
                </c:pt>
                <c:pt idx="168">
                  <c:v>0.23920821355345945</c:v>
                </c:pt>
                <c:pt idx="169">
                  <c:v>0.24042690907913974</c:v>
                </c:pt>
                <c:pt idx="170">
                  <c:v>0.24164533446400724</c:v>
                </c:pt>
                <c:pt idx="171">
                  <c:v>0.24286349070863536</c:v>
                </c:pt>
                <c:pt idx="172">
                  <c:v>0.24408137881162481</c:v>
                </c:pt>
                <c:pt idx="173">
                  <c:v>0.24529899976961347</c:v>
                </c:pt>
                <c:pt idx="174">
                  <c:v>0.24651635457728596</c:v>
                </c:pt>
                <c:pt idx="175">
                  <c:v>0.24773344422738339</c:v>
                </c:pt>
                <c:pt idx="176">
                  <c:v>0.24895026971071296</c:v>
                </c:pt>
                <c:pt idx="177">
                  <c:v>0.25016683201615753</c:v>
                </c:pt>
                <c:pt idx="178">
                  <c:v>0.25138313213068503</c:v>
                </c:pt>
                <c:pt idx="179">
                  <c:v>0.25259917103935831</c:v>
                </c:pt>
                <c:pt idx="180">
                  <c:v>0.25381494972534413</c:v>
                </c:pt>
                <c:pt idx="181">
                  <c:v>0.25503046916992289</c:v>
                </c:pt>
                <c:pt idx="182">
                  <c:v>0.25624573035249792</c:v>
                </c:pt>
                <c:pt idx="183">
                  <c:v>0.25746073425060478</c:v>
                </c:pt>
                <c:pt idx="184">
                  <c:v>0.25867548183992056</c:v>
                </c:pt>
                <c:pt idx="185">
                  <c:v>0.25988997409427311</c:v>
                </c:pt>
                <c:pt idx="186">
                  <c:v>0.26110421198565031</c:v>
                </c:pt>
                <c:pt idx="187">
                  <c:v>0.26231819648420918</c:v>
                </c:pt>
                <c:pt idx="188">
                  <c:v>0.26353192855828506</c:v>
                </c:pt>
                <c:pt idx="189">
                  <c:v>0.26474540917440059</c:v>
                </c:pt>
                <c:pt idx="190">
                  <c:v>0.26595863929727498</c:v>
                </c:pt>
                <c:pt idx="191">
                  <c:v>0.26717161988983285</c:v>
                </c:pt>
                <c:pt idx="192">
                  <c:v>0.26838435191321314</c:v>
                </c:pt>
                <c:pt idx="193">
                  <c:v>0.26959683632677828</c:v>
                </c:pt>
                <c:pt idx="194">
                  <c:v>0.27080907408812299</c:v>
                </c:pt>
                <c:pt idx="195">
                  <c:v>0.27202106615308308</c:v>
                </c:pt>
                <c:pt idx="196">
                  <c:v>0.27323281347574424</c:v>
                </c:pt>
                <c:pt idx="197">
                  <c:v>0.27444431700845107</c:v>
                </c:pt>
                <c:pt idx="198">
                  <c:v>0.27565557770181559</c:v>
                </c:pt>
                <c:pt idx="199">
                  <c:v>0.276866596504726</c:v>
                </c:pt>
                <c:pt idx="200">
                  <c:v>0.27807737436435553</c:v>
                </c:pt>
                <c:pt idx="201">
                  <c:v>0.27928791222617083</c:v>
                </c:pt>
                <c:pt idx="202">
                  <c:v>0.28049821103394079</c:v>
                </c:pt>
                <c:pt idx="203">
                  <c:v>0.28170827172974505</c:v>
                </c:pt>
                <c:pt idx="204">
                  <c:v>0.28291809525398243</c:v>
                </c:pt>
                <c:pt idx="205">
                  <c:v>0.28412768254537962</c:v>
                </c:pt>
                <c:pt idx="206">
                  <c:v>0.28533703454099951</c:v>
                </c:pt>
                <c:pt idx="207">
                  <c:v>0.28654615217624962</c:v>
                </c:pt>
                <c:pt idx="208">
                  <c:v>0.28775503638489064</c:v>
                </c:pt>
                <c:pt idx="209">
                  <c:v>0.28896368809904466</c:v>
                </c:pt>
                <c:pt idx="210">
                  <c:v>0.29017210824920353</c:v>
                </c:pt>
                <c:pt idx="211">
                  <c:v>0.29138029776423724</c:v>
                </c:pt>
                <c:pt idx="212">
                  <c:v>0.29258825757140206</c:v>
                </c:pt>
                <c:pt idx="213">
                  <c:v>0.29379598859634881</c:v>
                </c:pt>
                <c:pt idx="214">
                  <c:v>0.29500349176313112</c:v>
                </c:pt>
                <c:pt idx="215">
                  <c:v>0.29621076799421359</c:v>
                </c:pt>
                <c:pt idx="216">
                  <c:v>0.29741781821047986</c:v>
                </c:pt>
                <c:pt idx="217">
                  <c:v>0.29862464333124067</c:v>
                </c:pt>
                <c:pt idx="218">
                  <c:v>0.29983124427424213</c:v>
                </c:pt>
                <c:pt idx="219">
                  <c:v>0.30103762195567352</c:v>
                </c:pt>
                <c:pt idx="220">
                  <c:v>0.30224377729017549</c:v>
                </c:pt>
                <c:pt idx="221">
                  <c:v>0.3034497111908479</c:v>
                </c:pt>
                <c:pt idx="222">
                  <c:v>0.30465542456925782</c:v>
                </c:pt>
                <c:pt idx="223">
                  <c:v>0.30586091833544737</c:v>
                </c:pt>
                <c:pt idx="224">
                  <c:v>0.30706619339794178</c:v>
                </c:pt>
                <c:pt idx="225">
                  <c:v>0.30827125066375705</c:v>
                </c:pt>
                <c:pt idx="226">
                  <c:v>0.30947609103840784</c:v>
                </c:pt>
                <c:pt idx="227">
                  <c:v>0.3106807154259153</c:v>
                </c:pt>
                <c:pt idx="228">
                  <c:v>0.31188512472881474</c:v>
                </c:pt>
                <c:pt idx="229">
                  <c:v>0.31308931984816346</c:v>
                </c:pt>
                <c:pt idx="230">
                  <c:v>0.31429330168354835</c:v>
                </c:pt>
                <c:pt idx="231">
                  <c:v>0.31549707113309372</c:v>
                </c:pt>
                <c:pt idx="232">
                  <c:v>0.31670062909346869</c:v>
                </c:pt>
                <c:pt idx="233">
                  <c:v>0.31790397645989499</c:v>
                </c:pt>
                <c:pt idx="234">
                  <c:v>0.31910711412615456</c:v>
                </c:pt>
                <c:pt idx="235">
                  <c:v>0.32031004298459698</c:v>
                </c:pt>
                <c:pt idx="236">
                  <c:v>0.32151276392614708</c:v>
                </c:pt>
                <c:pt idx="237">
                  <c:v>0.3227152778403124</c:v>
                </c:pt>
                <c:pt idx="238">
                  <c:v>0.32391758561519068</c:v>
                </c:pt>
                <c:pt idx="239">
                  <c:v>0.32511968813747733</c:v>
                </c:pt>
                <c:pt idx="240">
                  <c:v>0.32632158629247277</c:v>
                </c:pt>
                <c:pt idx="241">
                  <c:v>0.32752328096408984</c:v>
                </c:pt>
                <c:pt idx="242">
                  <c:v>0.32872477303486125</c:v>
                </c:pt>
                <c:pt idx="243">
                  <c:v>0.32992606338594677</c:v>
                </c:pt>
                <c:pt idx="244">
                  <c:v>0.33112715289714056</c:v>
                </c:pt>
                <c:pt idx="245">
                  <c:v>0.33232804244687858</c:v>
                </c:pt>
                <c:pt idx="246">
                  <c:v>0.33352873291224572</c:v>
                </c:pt>
                <c:pt idx="247">
                  <c:v>0.33472922516898307</c:v>
                </c:pt>
                <c:pt idx="248">
                  <c:v>0.33592952009149507</c:v>
                </c:pt>
                <c:pt idx="249">
                  <c:v>0.33712961855285672</c:v>
                </c:pt>
                <c:pt idx="250">
                  <c:v>0.3383295214248207</c:v>
                </c:pt>
                <c:pt idx="251">
                  <c:v>0.33952922957782455</c:v>
                </c:pt>
                <c:pt idx="252">
                  <c:v>0.34072874388099772</c:v>
                </c:pt>
                <c:pt idx="253">
                  <c:v>0.34192806520216867</c:v>
                </c:pt>
                <c:pt idx="254">
                  <c:v>0.34312719440787182</c:v>
                </c:pt>
                <c:pt idx="255">
                  <c:v>0.34432613236335463</c:v>
                </c:pt>
                <c:pt idx="256">
                  <c:v>0.34552487993258468</c:v>
                </c:pt>
                <c:pt idx="257">
                  <c:v>0.3467234379782565</c:v>
                </c:pt>
                <c:pt idx="258">
                  <c:v>0.34792180736179862</c:v>
                </c:pt>
                <c:pt idx="259">
                  <c:v>0.34911998894338037</c:v>
                </c:pt>
                <c:pt idx="260">
                  <c:v>0.35031798358191896</c:v>
                </c:pt>
                <c:pt idx="261">
                  <c:v>0.3515157921350861</c:v>
                </c:pt>
                <c:pt idx="262">
                  <c:v>0.35271341545931517</c:v>
                </c:pt>
                <c:pt idx="263">
                  <c:v>0.35391085440980768</c:v>
                </c:pt>
                <c:pt idx="264">
                  <c:v>0.35510810984054036</c:v>
                </c:pt>
                <c:pt idx="265">
                  <c:v>0.3563051826042718</c:v>
                </c:pt>
                <c:pt idx="266">
                  <c:v>0.35750207355254926</c:v>
                </c:pt>
                <c:pt idx="267">
                  <c:v>0.35869878353571533</c:v>
                </c:pt>
                <c:pt idx="268">
                  <c:v>0.3598953134029147</c:v>
                </c:pt>
                <c:pt idx="269">
                  <c:v>0.36109166400210085</c:v>
                </c:pt>
                <c:pt idx="270">
                  <c:v>0.36228783618004268</c:v>
                </c:pt>
                <c:pt idx="271">
                  <c:v>0.3634838307823311</c:v>
                </c:pt>
                <c:pt idx="272">
                  <c:v>0.36467964865338576</c:v>
                </c:pt>
                <c:pt idx="273">
                  <c:v>0.36587529063646157</c:v>
                </c:pt>
                <c:pt idx="274">
                  <c:v>0.36707075757365532</c:v>
                </c:pt>
                <c:pt idx="275">
                  <c:v>0.36826605030591214</c:v>
                </c:pt>
                <c:pt idx="276">
                  <c:v>0.36946116967303216</c:v>
                </c:pt>
                <c:pt idx="277">
                  <c:v>0.37065611651367686</c:v>
                </c:pt>
                <c:pt idx="278">
                  <c:v>0.37185089166537572</c:v>
                </c:pt>
                <c:pt idx="279">
                  <c:v>0.37304549596453257</c:v>
                </c:pt>
                <c:pt idx="280">
                  <c:v>0.3742399302464321</c:v>
                </c:pt>
                <c:pt idx="281">
                  <c:v>0.37543419534524625</c:v>
                </c:pt>
                <c:pt idx="282">
                  <c:v>0.37662829209404058</c:v>
                </c:pt>
                <c:pt idx="283">
                  <c:v>0.37782222132478072</c:v>
                </c:pt>
                <c:pt idx="284">
                  <c:v>0.37901598386833862</c:v>
                </c:pt>
                <c:pt idx="285">
                  <c:v>0.38020958055449905</c:v>
                </c:pt>
                <c:pt idx="286">
                  <c:v>0.38140301221196582</c:v>
                </c:pt>
                <c:pt idx="287">
                  <c:v>0.38259627966836807</c:v>
                </c:pt>
                <c:pt idx="288">
                  <c:v>0.38378938375026656</c:v>
                </c:pt>
                <c:pt idx="289">
                  <c:v>0.38498232528316001</c:v>
                </c:pt>
                <c:pt idx="290">
                  <c:v>0.38617510509149117</c:v>
                </c:pt>
                <c:pt idx="291">
                  <c:v>0.38736772399865316</c:v>
                </c:pt>
                <c:pt idx="292">
                  <c:v>0.38856018282699567</c:v>
                </c:pt>
                <c:pt idx="293">
                  <c:v>0.38975248239783117</c:v>
                </c:pt>
                <c:pt idx="294">
                  <c:v>0.39094462353144094</c:v>
                </c:pt>
                <c:pt idx="295">
                  <c:v>0.39213660704708136</c:v>
                </c:pt>
                <c:pt idx="296">
                  <c:v>0.39332843376298993</c:v>
                </c:pt>
                <c:pt idx="297">
                  <c:v>0.39452010449639136</c:v>
                </c:pt>
                <c:pt idx="298">
                  <c:v>0.39571162006350385</c:v>
                </c:pt>
                <c:pt idx="299">
                  <c:v>0.39690298127954488</c:v>
                </c:pt>
                <c:pt idx="300">
                  <c:v>0.39809418895873744</c:v>
                </c:pt>
                <c:pt idx="301">
                  <c:v>0.39928524391431602</c:v>
                </c:pt>
                <c:pt idx="302">
                  <c:v>0.40047614695853267</c:v>
                </c:pt>
                <c:pt idx="303">
                  <c:v>0.40166689890266283</c:v>
                </c:pt>
                <c:pt idx="304">
                  <c:v>0.40285750055701153</c:v>
                </c:pt>
                <c:pt idx="305">
                  <c:v>0.40404795273091915</c:v>
                </c:pt>
                <c:pt idx="306">
                  <c:v>0.40523825623276755</c:v>
                </c:pt>
                <c:pt idx="307">
                  <c:v>0.4064284118699858</c:v>
                </c:pt>
                <c:pt idx="308">
                  <c:v>0.40761842044905622</c:v>
                </c:pt>
                <c:pt idx="309">
                  <c:v>0.40880828277552023</c:v>
                </c:pt>
                <c:pt idx="310">
                  <c:v>0.4099979996539842</c:v>
                </c:pt>
                <c:pt idx="311">
                  <c:v>0.41118757188812538</c:v>
                </c:pt>
                <c:pt idx="312">
                  <c:v>0.41237700028069768</c:v>
                </c:pt>
                <c:pt idx="313">
                  <c:v>0.41356628563353742</c:v>
                </c:pt>
                <c:pt idx="314">
                  <c:v>0.41475542874756932</c:v>
                </c:pt>
                <c:pt idx="315">
                  <c:v>0.41594443042281204</c:v>
                </c:pt>
                <c:pt idx="316">
                  <c:v>0.41713329145838424</c:v>
                </c:pt>
                <c:pt idx="317">
                  <c:v>0.41832201265251012</c:v>
                </c:pt>
                <c:pt idx="318">
                  <c:v>0.41951059480252523</c:v>
                </c:pt>
                <c:pt idx="319">
                  <c:v>0.42069903870488218</c:v>
                </c:pt>
                <c:pt idx="320">
                  <c:v>0.42188734515515636</c:v>
                </c:pt>
                <c:pt idx="321">
                  <c:v>0.42307551494805168</c:v>
                </c:pt>
                <c:pt idx="322">
                  <c:v>0.42426354887740614</c:v>
                </c:pt>
                <c:pt idx="323">
                  <c:v>0.42545144773619753</c:v>
                </c:pt>
                <c:pt idx="324">
                  <c:v>0.42663921231654917</c:v>
                </c:pt>
                <c:pt idx="325">
                  <c:v>0.42782684340973542</c:v>
                </c:pt>
                <c:pt idx="326">
                  <c:v>0.42901434180618736</c:v>
                </c:pt>
                <c:pt idx="327">
                  <c:v>0.43020170829549831</c:v>
                </c:pt>
                <c:pt idx="328">
                  <c:v>0.43138894366642949</c:v>
                </c:pt>
                <c:pt idx="329">
                  <c:v>0.43257604870691557</c:v>
                </c:pt>
                <c:pt idx="330">
                  <c:v>0.43376302420407026</c:v>
                </c:pt>
                <c:pt idx="331">
                  <c:v>0.4349498709441918</c:v>
                </c:pt>
                <c:pt idx="332">
                  <c:v>0.43613658971276847</c:v>
                </c:pt>
                <c:pt idx="333">
                  <c:v>0.43732318129448422</c:v>
                </c:pt>
                <c:pt idx="334">
                  <c:v>0.43850964647322394</c:v>
                </c:pt>
                <c:pt idx="335">
                  <c:v>0.43969598603207921</c:v>
                </c:pt>
                <c:pt idx="336">
                  <c:v>0.44088220075335355</c:v>
                </c:pt>
                <c:pt idx="337">
                  <c:v>0.44206829141856802</c:v>
                </c:pt>
                <c:pt idx="338">
                  <c:v>0.44325425880846658</c:v>
                </c:pt>
                <c:pt idx="339">
                  <c:v>0.44444010370302162</c:v>
                </c:pt>
                <c:pt idx="340">
                  <c:v>0.44562582688143915</c:v>
                </c:pt>
                <c:pt idx="341">
                  <c:v>0.44681142912216443</c:v>
                </c:pt>
                <c:pt idx="342">
                  <c:v>0.44799691120288732</c:v>
                </c:pt>
                <c:pt idx="343">
                  <c:v>0.44918227390054749</c:v>
                </c:pt>
                <c:pt idx="344">
                  <c:v>0.45036751799134001</c:v>
                </c:pt>
                <c:pt idx="345">
                  <c:v>0.4515526442507205</c:v>
                </c:pt>
                <c:pt idx="346">
                  <c:v>0.4527376534534106</c:v>
                </c:pt>
                <c:pt idx="347">
                  <c:v>0.45392254637340324</c:v>
                </c:pt>
                <c:pt idx="348">
                  <c:v>0.4551073237839679</c:v>
                </c:pt>
                <c:pt idx="349">
                  <c:v>0.45629198645765601</c:v>
                </c:pt>
                <c:pt idx="350">
                  <c:v>0.4574765351663061</c:v>
                </c:pt>
                <c:pt idx="351">
                  <c:v>0.45866097068104922</c:v>
                </c:pt>
                <c:pt idx="352">
                  <c:v>0.45984529377231409</c:v>
                </c:pt>
                <c:pt idx="353">
                  <c:v>0.46102950520983238</c:v>
                </c:pt>
                <c:pt idx="354">
                  <c:v>0.46221360576264392</c:v>
                </c:pt>
                <c:pt idx="355">
                  <c:v>0.46339759619910198</c:v>
                </c:pt>
                <c:pt idx="356">
                  <c:v>0.46458147728687843</c:v>
                </c:pt>
                <c:pt idx="357">
                  <c:v>0.46576524979296896</c:v>
                </c:pt>
                <c:pt idx="358">
                  <c:v>0.46694891448369824</c:v>
                </c:pt>
                <c:pt idx="359">
                  <c:v>0.46813247212472509</c:v>
                </c:pt>
                <c:pt idx="360">
                  <c:v>0.46931592348104773</c:v>
                </c:pt>
                <c:pt idx="361">
                  <c:v>0.47049926931700875</c:v>
                </c:pt>
                <c:pt idx="362">
                  <c:v>0.47168251039630049</c:v>
                </c:pt>
                <c:pt idx="363">
                  <c:v>0.47286564748197002</c:v>
                </c:pt>
                <c:pt idx="364">
                  <c:v>0.47404868133642419</c:v>
                </c:pt>
                <c:pt idx="365">
                  <c:v>0.47523161272143494</c:v>
                </c:pt>
                <c:pt idx="366">
                  <c:v>0.47641444239814423</c:v>
                </c:pt>
                <c:pt idx="367">
                  <c:v>0.47759717112706912</c:v>
                </c:pt>
                <c:pt idx="368">
                  <c:v>0.47877979966810702</c:v>
                </c:pt>
                <c:pt idx="369">
                  <c:v>0.47996232878054051</c:v>
                </c:pt>
                <c:pt idx="370">
                  <c:v>0.48114475922304262</c:v>
                </c:pt>
                <c:pt idx="371">
                  <c:v>0.48232709175368166</c:v>
                </c:pt>
                <c:pt idx="372">
                  <c:v>0.48350932712992645</c:v>
                </c:pt>
                <c:pt idx="373">
                  <c:v>0.48469146610865121</c:v>
                </c:pt>
                <c:pt idx="374">
                  <c:v>0.48587350944614061</c:v>
                </c:pt>
                <c:pt idx="375">
                  <c:v>0.48705545789809479</c:v>
                </c:pt>
                <c:pt idx="376">
                  <c:v>0.48823731221963429</c:v>
                </c:pt>
                <c:pt idx="377">
                  <c:v>0.48941907316530509</c:v>
                </c:pt>
                <c:pt idx="378">
                  <c:v>0.49060074148908356</c:v>
                </c:pt>
                <c:pt idx="379">
                  <c:v>0.49178231794438149</c:v>
                </c:pt>
                <c:pt idx="380">
                  <c:v>0.49296380328405087</c:v>
                </c:pt>
                <c:pt idx="381">
                  <c:v>0.49414519826038894</c:v>
                </c:pt>
                <c:pt idx="382">
                  <c:v>0.49532650362514324</c:v>
                </c:pt>
                <c:pt idx="383">
                  <c:v>0.49650772012951627</c:v>
                </c:pt>
                <c:pt idx="384">
                  <c:v>0.49768884852417067</c:v>
                </c:pt>
                <c:pt idx="385">
                  <c:v>0.49886988955923389</c:v>
                </c:pt>
                <c:pt idx="386">
                  <c:v>0.50005084398430322</c:v>
                </c:pt>
                <c:pt idx="387">
                  <c:v>0.50123171254845078</c:v>
                </c:pt>
                <c:pt idx="388">
                  <c:v>0.50241249600022808</c:v>
                </c:pt>
                <c:pt idx="389">
                  <c:v>0.5035931950876712</c:v>
                </c:pt>
                <c:pt idx="390">
                  <c:v>0.5047738105583055</c:v>
                </c:pt>
                <c:pt idx="391">
                  <c:v>0.50595434315915055</c:v>
                </c:pt>
                <c:pt idx="392">
                  <c:v>0.50713479363672465</c:v>
                </c:pt>
                <c:pt idx="393">
                  <c:v>0.50831516273705035</c:v>
                </c:pt>
                <c:pt idx="394">
                  <c:v>0.50949545120565864</c:v>
                </c:pt>
                <c:pt idx="395">
                  <c:v>0.51067565978759388</c:v>
                </c:pt>
                <c:pt idx="396">
                  <c:v>0.51185578922741903</c:v>
                </c:pt>
                <c:pt idx="397">
                  <c:v>0.51303584026921978</c:v>
                </c:pt>
                <c:pt idx="398">
                  <c:v>0.51421581365661007</c:v>
                </c:pt>
                <c:pt idx="399">
                  <c:v>0.51539571013273611</c:v>
                </c:pt>
                <c:pt idx="400">
                  <c:v>0.51657553044028193</c:v>
                </c:pt>
                <c:pt idx="401">
                  <c:v>0.51775527532147358</c:v>
                </c:pt>
                <c:pt idx="402">
                  <c:v>0.51893494551808406</c:v>
                </c:pt>
                <c:pt idx="403">
                  <c:v>0.52011454177143812</c:v>
                </c:pt>
                <c:pt idx="404">
                  <c:v>0.52129406482241702</c:v>
                </c:pt>
                <c:pt idx="405">
                  <c:v>0.52247351541146336</c:v>
                </c:pt>
                <c:pt idx="406">
                  <c:v>0.52365289427858541</c:v>
                </c:pt>
                <c:pt idx="407">
                  <c:v>0.52483220216336224</c:v>
                </c:pt>
                <c:pt idx="408">
                  <c:v>0.52601143980494847</c:v>
                </c:pt>
                <c:pt idx="409">
                  <c:v>0.52719060794207862</c:v>
                </c:pt>
                <c:pt idx="410">
                  <c:v>0.52836970731307198</c:v>
                </c:pt>
                <c:pt idx="411">
                  <c:v>0.5295487386558374</c:v>
                </c:pt>
                <c:pt idx="412">
                  <c:v>0.53072770270787806</c:v>
                </c:pt>
                <c:pt idx="413">
                  <c:v>0.53190660020629577</c:v>
                </c:pt>
                <c:pt idx="414">
                  <c:v>0.533085431887796</c:v>
                </c:pt>
                <c:pt idx="415">
                  <c:v>0.53426419848869255</c:v>
                </c:pt>
                <c:pt idx="416">
                  <c:v>0.53544290074491185</c:v>
                </c:pt>
                <c:pt idx="417">
                  <c:v>0.53662153939199808</c:v>
                </c:pt>
                <c:pt idx="418">
                  <c:v>0.53780011516511739</c:v>
                </c:pt>
                <c:pt idx="419">
                  <c:v>0.53897862879906289</c:v>
                </c:pt>
                <c:pt idx="420">
                  <c:v>0.54015708102825921</c:v>
                </c:pt>
                <c:pt idx="421">
                  <c:v>0.54133547258676695</c:v>
                </c:pt>
                <c:pt idx="422">
                  <c:v>0.54251380420828743</c:v>
                </c:pt>
                <c:pt idx="423">
                  <c:v>0.54369207662616736</c:v>
                </c:pt>
                <c:pt idx="424">
                  <c:v>0.54487029057340342</c:v>
                </c:pt>
                <c:pt idx="425">
                  <c:v>0.54604844678264686</c:v>
                </c:pt>
                <c:pt idx="426">
                  <c:v>0.54722654598620801</c:v>
                </c:pt>
                <c:pt idx="427">
                  <c:v>0.54840458891606092</c:v>
                </c:pt>
                <c:pt idx="428">
                  <c:v>0.5495825763038481</c:v>
                </c:pt>
                <c:pt idx="429">
                  <c:v>0.5507605088808849</c:v>
                </c:pt>
                <c:pt idx="430">
                  <c:v>0.55193838737816436</c:v>
                </c:pt>
                <c:pt idx="431">
                  <c:v>0.55311621252636134</c:v>
                </c:pt>
                <c:pt idx="432">
                  <c:v>0.55429398505583749</c:v>
                </c:pt>
                <c:pt idx="433">
                  <c:v>0.55547170569664572</c:v>
                </c:pt>
                <c:pt idx="434">
                  <c:v>0.55664937517853463</c:v>
                </c:pt>
                <c:pt idx="435">
                  <c:v>0.55782699423095328</c:v>
                </c:pt>
                <c:pt idx="436">
                  <c:v>0.55900456358305539</c:v>
                </c:pt>
                <c:pt idx="437">
                  <c:v>0.56018208396370428</c:v>
                </c:pt>
                <c:pt idx="438">
                  <c:v>0.56135955610147714</c:v>
                </c:pt>
                <c:pt idx="439">
                  <c:v>0.56253698072466973</c:v>
                </c:pt>
                <c:pt idx="440">
                  <c:v>0.56371435856130081</c:v>
                </c:pt>
                <c:pt idx="441">
                  <c:v>0.56489169033911668</c:v>
                </c:pt>
                <c:pt idx="442">
                  <c:v>0.56606897678559576</c:v>
                </c:pt>
                <c:pt idx="443">
                  <c:v>0.56724621862795288</c:v>
                </c:pt>
                <c:pt idx="444">
                  <c:v>0.56842341659314422</c:v>
                </c:pt>
                <c:pt idx="445">
                  <c:v>0.56960057140787135</c:v>
                </c:pt>
                <c:pt idx="446">
                  <c:v>0.57077768379858618</c:v>
                </c:pt>
                <c:pt idx="447">
                  <c:v>0.57195475449149502</c:v>
                </c:pt>
                <c:pt idx="448">
                  <c:v>0.57313178421256339</c:v>
                </c:pt>
                <c:pt idx="449">
                  <c:v>0.57430877368752031</c:v>
                </c:pt>
                <c:pt idx="450">
                  <c:v>0.57548572364186312</c:v>
                </c:pt>
                <c:pt idx="451">
                  <c:v>0.57666263480086155</c:v>
                </c:pt>
                <c:pt idx="452">
                  <c:v>0.5778395078895624</c:v>
                </c:pt>
                <c:pt idx="453">
                  <c:v>0.57901634363279397</c:v>
                </c:pt>
                <c:pt idx="454">
                  <c:v>0.58019314275517064</c:v>
                </c:pt>
                <c:pt idx="455">
                  <c:v>0.58136990598109717</c:v>
                </c:pt>
                <c:pt idx="456">
                  <c:v>0.58254663403477347</c:v>
                </c:pt>
                <c:pt idx="457">
                  <c:v>0.58372332764019863</c:v>
                </c:pt>
                <c:pt idx="458">
                  <c:v>0.58489998752117567</c:v>
                </c:pt>
                <c:pt idx="459">
                  <c:v>0.58607661440131587</c:v>
                </c:pt>
                <c:pt idx="460">
                  <c:v>0.58725320900404343</c:v>
                </c:pt>
                <c:pt idx="461">
                  <c:v>0.58842977205259972</c:v>
                </c:pt>
                <c:pt idx="462">
                  <c:v>0.58960630427004768</c:v>
                </c:pt>
                <c:pt idx="463">
                  <c:v>0.59078280637927649</c:v>
                </c:pt>
                <c:pt idx="464">
                  <c:v>0.59195927910300583</c:v>
                </c:pt>
                <c:pt idx="465">
                  <c:v>0.59313572316379037</c:v>
                </c:pt>
                <c:pt idx="466">
                  <c:v>0.59431213928402427</c:v>
                </c:pt>
                <c:pt idx="467">
                  <c:v>0.59548852818594555</c:v>
                </c:pt>
                <c:pt idx="468">
                  <c:v>0.59666489059164041</c:v>
                </c:pt>
                <c:pt idx="469">
                  <c:v>0.59784122722304789</c:v>
                </c:pt>
                <c:pt idx="470">
                  <c:v>0.59901753880196429</c:v>
                </c:pt>
                <c:pt idx="471">
                  <c:v>0.60019382605004723</c:v>
                </c:pt>
                <c:pt idx="472">
                  <c:v>0.60137008968882055</c:v>
                </c:pt>
                <c:pt idx="473">
                  <c:v>0.60254633043967842</c:v>
                </c:pt>
                <c:pt idx="474">
                  <c:v>0.60372254902389</c:v>
                </c:pt>
                <c:pt idx="475">
                  <c:v>0.60489874616260342</c:v>
                </c:pt>
                <c:pt idx="476">
                  <c:v>0.60607492257685069</c:v>
                </c:pt>
                <c:pt idx="477">
                  <c:v>0.60725107898755193</c:v>
                </c:pt>
                <c:pt idx="478">
                  <c:v>0.60842721611551964</c:v>
                </c:pt>
                <c:pt idx="479">
                  <c:v>0.60960333468146333</c:v>
                </c:pt>
                <c:pt idx="480">
                  <c:v>0.61077943540599378</c:v>
                </c:pt>
                <c:pt idx="481">
                  <c:v>0.61195551900962752</c:v>
                </c:pt>
                <c:pt idx="482">
                  <c:v>0.61313158621279118</c:v>
                </c:pt>
                <c:pt idx="483">
                  <c:v>0.61430763773582586</c:v>
                </c:pt>
                <c:pt idx="484">
                  <c:v>0.61548367429899176</c:v>
                </c:pt>
                <c:pt idx="485">
                  <c:v>0.61665969662247222</c:v>
                </c:pt>
                <c:pt idx="486">
                  <c:v>0.61783570542637845</c:v>
                </c:pt>
                <c:pt idx="487">
                  <c:v>0.61901170143075368</c:v>
                </c:pt>
                <c:pt idx="488">
                  <c:v>0.62018768535557778</c:v>
                </c:pt>
                <c:pt idx="489">
                  <c:v>0.62136365792077153</c:v>
                </c:pt>
                <c:pt idx="490">
                  <c:v>0.62253961984620088</c:v>
                </c:pt>
                <c:pt idx="491">
                  <c:v>0.62371557185168169</c:v>
                </c:pt>
                <c:pt idx="492">
                  <c:v>0.62489151465698389</c:v>
                </c:pt>
                <c:pt idx="493">
                  <c:v>0.62606744898183586</c:v>
                </c:pt>
                <c:pt idx="494">
                  <c:v>0.62724337554592891</c:v>
                </c:pt>
                <c:pt idx="495">
                  <c:v>0.62841929506892169</c:v>
                </c:pt>
                <c:pt idx="496">
                  <c:v>0.62959520827044446</c:v>
                </c:pt>
                <c:pt idx="497">
                  <c:v>0.63077111587010348</c:v>
                </c:pt>
                <c:pt idx="498">
                  <c:v>0.6319470185874857</c:v>
                </c:pt>
                <c:pt idx="499">
                  <c:v>0.63312291714216273</c:v>
                </c:pt>
                <c:pt idx="500">
                  <c:v>0.63429881225369555</c:v>
                </c:pt>
                <c:pt idx="501">
                  <c:v>0.63547470464163869</c:v>
                </c:pt>
                <c:pt idx="502">
                  <c:v>0.63665059502554477</c:v>
                </c:pt>
                <c:pt idx="503">
                  <c:v>0.6378264841249689</c:v>
                </c:pt>
                <c:pt idx="504">
                  <c:v>0.63900237265947291</c:v>
                </c:pt>
                <c:pt idx="505">
                  <c:v>0.64017826134862976</c:v>
                </c:pt>
                <c:pt idx="506">
                  <c:v>0.64135415091202819</c:v>
                </c:pt>
                <c:pt idx="507">
                  <c:v>0.64253004206927689</c:v>
                </c:pt>
                <c:pt idx="508">
                  <c:v>0.64370593554000888</c:v>
                </c:pt>
                <c:pt idx="509">
                  <c:v>0.64488183204388594</c:v>
                </c:pt>
                <c:pt idx="510">
                  <c:v>0.64605773230060304</c:v>
                </c:pt>
                <c:pt idx="511">
                  <c:v>0.64723363702989278</c:v>
                </c:pt>
                <c:pt idx="512">
                  <c:v>0.64840954695152975</c:v>
                </c:pt>
                <c:pt idx="513">
                  <c:v>0.6495854627853348</c:v>
                </c:pt>
                <c:pt idx="514">
                  <c:v>0.65076138525117955</c:v>
                </c:pt>
                <c:pt idx="515">
                  <c:v>0.65193731506899089</c:v>
                </c:pt>
                <c:pt idx="516">
                  <c:v>0.65311325295875511</c:v>
                </c:pt>
                <c:pt idx="517">
                  <c:v>0.65428919964052257</c:v>
                </c:pt>
                <c:pt idx="518">
                  <c:v>0.65546515583441201</c:v>
                </c:pt>
                <c:pt idx="519">
                  <c:v>0.65664112226061488</c:v>
                </c:pt>
                <c:pt idx="520">
                  <c:v>0.65781709963939972</c:v>
                </c:pt>
                <c:pt idx="521">
                  <c:v>0.65899308869111672</c:v>
                </c:pt>
                <c:pt idx="522">
                  <c:v>0.66016909013620206</c:v>
                </c:pt>
                <c:pt idx="523">
                  <c:v>0.66134510469518237</c:v>
                </c:pt>
                <c:pt idx="524">
                  <c:v>0.66252113308867899</c:v>
                </c:pt>
                <c:pt idx="525">
                  <c:v>0.66369717603741241</c:v>
                </c:pt>
                <c:pt idx="526">
                  <c:v>0.6648732342622069</c:v>
                </c:pt>
                <c:pt idx="527">
                  <c:v>0.6810493084839947</c:v>
                </c:pt>
                <c:pt idx="528">
                  <c:v>0.68222539942382043</c:v>
                </c:pt>
                <c:pt idx="529">
                  <c:v>0.68340150780284581</c:v>
                </c:pt>
                <c:pt idx="530">
                  <c:v>0.68457763434235364</c:v>
                </c:pt>
                <c:pt idx="531">
                  <c:v>0.68575377976375262</c:v>
                </c:pt>
                <c:pt idx="532">
                  <c:v>0.68692994478858138</c:v>
                </c:pt>
                <c:pt idx="533">
                  <c:v>0.68810613013851341</c:v>
                </c:pt>
                <c:pt idx="534">
                  <c:v>0.68928233653536097</c:v>
                </c:pt>
                <c:pt idx="535">
                  <c:v>0.69045856470107991</c:v>
                </c:pt>
                <c:pt idx="536">
                  <c:v>0.69163481535777394</c:v>
                </c:pt>
                <c:pt idx="537">
                  <c:v>0.69281108922769907</c:v>
                </c:pt>
                <c:pt idx="538">
                  <c:v>0.69398738703326812</c:v>
                </c:pt>
                <c:pt idx="539">
                  <c:v>0.69516370949705508</c:v>
                </c:pt>
                <c:pt idx="540">
                  <c:v>0.6963400573417996</c:v>
                </c:pt>
                <c:pt idx="541">
                  <c:v>0.69751643129041141</c:v>
                </c:pt>
                <c:pt idx="542">
                  <c:v>0.69869283206597477</c:v>
                </c:pt>
                <c:pt idx="543">
                  <c:v>0.69986926039175312</c:v>
                </c:pt>
                <c:pt idx="544">
                  <c:v>0.70104571699119311</c:v>
                </c:pt>
                <c:pt idx="545">
                  <c:v>0.70222220258792956</c:v>
                </c:pt>
                <c:pt idx="546">
                  <c:v>0.70339871790578967</c:v>
                </c:pt>
                <c:pt idx="547">
                  <c:v>0.70457526366879741</c:v>
                </c:pt>
                <c:pt idx="548">
                  <c:v>0.70575184060117813</c:v>
                </c:pt>
                <c:pt idx="549">
                  <c:v>0.70692844942736299</c:v>
                </c:pt>
                <c:pt idx="550">
                  <c:v>0.70810509087199347</c:v>
                </c:pt>
                <c:pt idx="551">
                  <c:v>0.70928176565992584</c:v>
                </c:pt>
                <c:pt idx="552">
                  <c:v>0.71045847451623556</c:v>
                </c:pt>
                <c:pt idx="553">
                  <c:v>0.71163521816622199</c:v>
                </c:pt>
                <c:pt idx="554">
                  <c:v>0.71281199733541267</c:v>
                </c:pt>
                <c:pt idx="555">
                  <c:v>0.71398881274956794</c:v>
                </c:pt>
                <c:pt idx="556">
                  <c:v>0.71516566513468527</c:v>
                </c:pt>
                <c:pt idx="557">
                  <c:v>0.71634255521700407</c:v>
                </c:pt>
                <c:pt idx="558">
                  <c:v>0.71751948372300989</c:v>
                </c:pt>
                <c:pt idx="559">
                  <c:v>0.71869645137943916</c:v>
                </c:pt>
                <c:pt idx="560">
                  <c:v>0.71987345891328358</c:v>
                </c:pt>
                <c:pt idx="561">
                  <c:v>0.72105050705179474</c:v>
                </c:pt>
                <c:pt idx="562">
                  <c:v>0.72222759652248847</c:v>
                </c:pt>
                <c:pt idx="563">
                  <c:v>0.72340472805314959</c:v>
                </c:pt>
                <c:pt idx="564">
                  <c:v>0.72458190237183639</c:v>
                </c:pt>
                <c:pt idx="565">
                  <c:v>0.72575912020688516</c:v>
                </c:pt>
                <c:pt idx="566">
                  <c:v>0.7269363822869146</c:v>
                </c:pt>
                <c:pt idx="567">
                  <c:v>0.72811368934083054</c:v>
                </c:pt>
                <c:pt idx="568">
                  <c:v>0.72929104209783047</c:v>
                </c:pt>
                <c:pt idx="569">
                  <c:v>0.73046844128740807</c:v>
                </c:pt>
                <c:pt idx="570">
                  <c:v>0.73164588763935778</c:v>
                </c:pt>
                <c:pt idx="571">
                  <c:v>0.73282338188377938</c:v>
                </c:pt>
                <c:pt idx="572">
                  <c:v>0.73400092475108258</c:v>
                </c:pt>
                <c:pt idx="573">
                  <c:v>0.73517851697199166</c:v>
                </c:pt>
                <c:pt idx="574">
                  <c:v>0.73635615927754994</c:v>
                </c:pt>
                <c:pt idx="575">
                  <c:v>0.73753385239912439</c:v>
                </c:pt>
                <c:pt idx="576">
                  <c:v>0.73871159706841028</c:v>
                </c:pt>
                <c:pt idx="577">
                  <c:v>0.73988939401743592</c:v>
                </c:pt>
                <c:pt idx="578">
                  <c:v>0.74106724397856694</c:v>
                </c:pt>
                <c:pt idx="579">
                  <c:v>0.74224514768451122</c:v>
                </c:pt>
                <c:pt idx="580">
                  <c:v>0.74342310586832328</c:v>
                </c:pt>
                <c:pt idx="581">
                  <c:v>0.74460111926340911</c:v>
                </c:pt>
                <c:pt idx="582">
                  <c:v>0.74577918860353076</c:v>
                </c:pt>
                <c:pt idx="583">
                  <c:v>0.7469573146228109</c:v>
                </c:pt>
                <c:pt idx="584">
                  <c:v>0.74813549805573742</c:v>
                </c:pt>
                <c:pt idx="585">
                  <c:v>0.74931373963716819</c:v>
                </c:pt>
                <c:pt idx="586">
                  <c:v>0.75049204010233583</c:v>
                </c:pt>
                <c:pt idx="587">
                  <c:v>0.75167040018685216</c:v>
                </c:pt>
                <c:pt idx="588">
                  <c:v>0.7528488206267131</c:v>
                </c:pt>
                <c:pt idx="589">
                  <c:v>0.75402730215830294</c:v>
                </c:pt>
                <c:pt idx="590">
                  <c:v>0.75520584551839964</c:v>
                </c:pt>
                <c:pt idx="591">
                  <c:v>0.75638445144417887</c:v>
                </c:pt>
                <c:pt idx="592">
                  <c:v>0.75756312067321929</c:v>
                </c:pt>
                <c:pt idx="593">
                  <c:v>0.75874185394350691</c:v>
                </c:pt>
                <c:pt idx="594">
                  <c:v>0.75992065199343994</c:v>
                </c:pt>
                <c:pt idx="595">
                  <c:v>0.76109951556183342</c:v>
                </c:pt>
                <c:pt idx="596">
                  <c:v>0.76227844538792389</c:v>
                </c:pt>
                <c:pt idx="597">
                  <c:v>0.76345744221137446</c:v>
                </c:pt>
                <c:pt idx="598">
                  <c:v>0.76463650677227935</c:v>
                </c:pt>
                <c:pt idx="599">
                  <c:v>0.7658156398111684</c:v>
                </c:pt>
                <c:pt idx="600">
                  <c:v>0.76699484206901225</c:v>
                </c:pt>
                <c:pt idx="601">
                  <c:v>0.76817411428722682</c:v>
                </c:pt>
                <c:pt idx="602">
                  <c:v>0.76935345720767823</c:v>
                </c:pt>
                <c:pt idx="603">
                  <c:v>0.77053287157268757</c:v>
                </c:pt>
                <c:pt idx="604">
                  <c:v>0.77171235812503558</c:v>
                </c:pt>
                <c:pt idx="605">
                  <c:v>0.7728919176079676</c:v>
                </c:pt>
                <c:pt idx="606">
                  <c:v>0.77407155076519829</c:v>
                </c:pt>
                <c:pt idx="607">
                  <c:v>0.77525125834091646</c:v>
                </c:pt>
                <c:pt idx="608">
                  <c:v>0.77643104107978989</c:v>
                </c:pt>
                <c:pt idx="609">
                  <c:v>0.77761089972697017</c:v>
                </c:pt>
                <c:pt idx="610">
                  <c:v>0.77879083502809765</c:v>
                </c:pt>
                <c:pt idx="611">
                  <c:v>0.77997084772930614</c:v>
                </c:pt>
                <c:pt idx="612">
                  <c:v>0.78115093857722762</c:v>
                </c:pt>
                <c:pt idx="613">
                  <c:v>0.78233110831899755</c:v>
                </c:pt>
                <c:pt idx="614">
                  <c:v>0.78351135770225944</c:v>
                </c:pt>
                <c:pt idx="615">
                  <c:v>0.78469168747516971</c:v>
                </c:pt>
                <c:pt idx="616">
                  <c:v>0.78587209838640282</c:v>
                </c:pt>
                <c:pt idx="617">
                  <c:v>0.7870525911851558</c:v>
                </c:pt>
                <c:pt idx="618">
                  <c:v>0.78823316662115361</c:v>
                </c:pt>
                <c:pt idx="619">
                  <c:v>0.78941382544465377</c:v>
                </c:pt>
                <c:pt idx="620">
                  <c:v>0.79059456840645126</c:v>
                </c:pt>
                <c:pt idx="621">
                  <c:v>0.79177539625788373</c:v>
                </c:pt>
                <c:pt idx="622">
                  <c:v>0.7929563097508362</c:v>
                </c:pt>
                <c:pt idx="623">
                  <c:v>0.79413730963774598</c:v>
                </c:pt>
                <c:pt idx="624">
                  <c:v>0.79531839667160797</c:v>
                </c:pt>
                <c:pt idx="625">
                  <c:v>0.79649957160597928</c:v>
                </c:pt>
                <c:pt idx="626">
                  <c:v>0.79768083519498456</c:v>
                </c:pt>
                <c:pt idx="627">
                  <c:v>0.79886218819332055</c:v>
                </c:pt>
                <c:pt idx="628">
                  <c:v>0.80004363135626155</c:v>
                </c:pt>
                <c:pt idx="629">
                  <c:v>0.80122516543966427</c:v>
                </c:pt>
                <c:pt idx="630">
                  <c:v>0.80240679119997271</c:v>
                </c:pt>
                <c:pt idx="631">
                  <c:v>0.80358850939422333</c:v>
                </c:pt>
                <c:pt idx="632">
                  <c:v>0.80477032078005017</c:v>
                </c:pt>
                <c:pt idx="633">
                  <c:v>0.80595222611568984</c:v>
                </c:pt>
                <c:pt idx="634">
                  <c:v>0.80713422615998653</c:v>
                </c:pt>
                <c:pt idx="635">
                  <c:v>0.80831632167239731</c:v>
                </c:pt>
                <c:pt idx="636">
                  <c:v>0.80949851341299683</c:v>
                </c:pt>
                <c:pt idx="637">
                  <c:v>0.81068080214248284</c:v>
                </c:pt>
                <c:pt idx="638">
                  <c:v>0.8118631886221811</c:v>
                </c:pt>
                <c:pt idx="639">
                  <c:v>0.81304567361405056</c:v>
                </c:pt>
                <c:pt idx="640">
                  <c:v>0.81422825788068842</c:v>
                </c:pt>
                <c:pt idx="641">
                  <c:v>0.8154109421853355</c:v>
                </c:pt>
                <c:pt idx="642">
                  <c:v>0.81659372729188107</c:v>
                </c:pt>
                <c:pt idx="643">
                  <c:v>0.81777661396486823</c:v>
                </c:pt>
                <c:pt idx="644">
                  <c:v>0.81895960296949921</c:v>
                </c:pt>
                <c:pt idx="645">
                  <c:v>0.82014269507164017</c:v>
                </c:pt>
                <c:pt idx="646">
                  <c:v>0.82132589103782694</c:v>
                </c:pt>
                <c:pt idx="647">
                  <c:v>0.82250919163526981</c:v>
                </c:pt>
                <c:pt idx="648">
                  <c:v>0.82369259763185898</c:v>
                </c:pt>
                <c:pt idx="649">
                  <c:v>0.82487610979616977</c:v>
                </c:pt>
                <c:pt idx="650">
                  <c:v>0.8260597288974677</c:v>
                </c:pt>
                <c:pt idx="651">
                  <c:v>0.82724345570571411</c:v>
                </c:pt>
                <c:pt idx="652">
                  <c:v>0.82842729099157109</c:v>
                </c:pt>
                <c:pt idx="653">
                  <c:v>0.82961123552640703</c:v>
                </c:pt>
                <c:pt idx="654">
                  <c:v>0.83079529008230191</c:v>
                </c:pt>
                <c:pt idx="655">
                  <c:v>0.83197945543205232</c:v>
                </c:pt>
                <c:pt idx="656">
                  <c:v>0.83316373234917718</c:v>
                </c:pt>
                <c:pt idx="657">
                  <c:v>0.83434812160792293</c:v>
                </c:pt>
                <c:pt idx="658">
                  <c:v>0.83553262398326877</c:v>
                </c:pt>
                <c:pt idx="659">
                  <c:v>0.8367172402509323</c:v>
                </c:pt>
                <c:pt idx="660">
                  <c:v>0.83790197118737464</c:v>
                </c:pt>
                <c:pt idx="661">
                  <c:v>0.83908681756980597</c:v>
                </c:pt>
                <c:pt idx="662">
                  <c:v>0.84027178017619086</c:v>
                </c:pt>
                <c:pt idx="663">
                  <c:v>0.84145685978525397</c:v>
                </c:pt>
                <c:pt idx="664">
                  <c:v>0.8426420571764851</c:v>
                </c:pt>
                <c:pt idx="665">
                  <c:v>0.843827373130145</c:v>
                </c:pt>
                <c:pt idx="666">
                  <c:v>0.84501280842727045</c:v>
                </c:pt>
                <c:pt idx="667">
                  <c:v>0.84619836384968006</c:v>
                </c:pt>
                <c:pt idx="668">
                  <c:v>0.8473840401799797</c:v>
                </c:pt>
                <c:pt idx="669">
                  <c:v>0.84856983820156795</c:v>
                </c:pt>
                <c:pt idx="670">
                  <c:v>0.84975575869864162</c:v>
                </c:pt>
                <c:pt idx="671">
                  <c:v>0.85094180245620143</c:v>
                </c:pt>
                <c:pt idx="672">
                  <c:v>0.85212797026005738</c:v>
                </c:pt>
                <c:pt idx="673">
                  <c:v>0.85331426289683454</c:v>
                </c:pt>
                <c:pt idx="674">
                  <c:v>0.85450068115397826</c:v>
                </c:pt>
                <c:pt idx="675">
                  <c:v>0.85568722581976031</c:v>
                </c:pt>
                <c:pt idx="676">
                  <c:v>0.85687389768328392</c:v>
                </c:pt>
                <c:pt idx="677">
                  <c:v>0.85806069753448999</c:v>
                </c:pt>
                <c:pt idx="678">
                  <c:v>0.85924762616416217</c:v>
                </c:pt>
                <c:pt idx="679">
                  <c:v>0.86043468436393289</c:v>
                </c:pt>
                <c:pt idx="680">
                  <c:v>0.861621872926289</c:v>
                </c:pt>
                <c:pt idx="681">
                  <c:v>0.86280919264457745</c:v>
                </c:pt>
                <c:pt idx="682">
                  <c:v>0.86399664431301082</c:v>
                </c:pt>
                <c:pt idx="683">
                  <c:v>0.86518422872667311</c:v>
                </c:pt>
                <c:pt idx="684">
                  <c:v>0.86637194668152584</c:v>
                </c:pt>
                <c:pt idx="685">
                  <c:v>0.86755979897441327</c:v>
                </c:pt>
                <c:pt idx="686">
                  <c:v>0.86874778640306849</c:v>
                </c:pt>
                <c:pt idx="687">
                  <c:v>0.86993590976611923</c:v>
                </c:pt>
                <c:pt idx="688">
                  <c:v>0.87112416986309349</c:v>
                </c:pt>
                <c:pt idx="689">
                  <c:v>0.87231256749442554</c:v>
                </c:pt>
                <c:pt idx="690">
                  <c:v>0.87350110346146159</c:v>
                </c:pt>
                <c:pt idx="691">
                  <c:v>0.87468977856646579</c:v>
                </c:pt>
                <c:pt idx="692">
                  <c:v>0.87587859361262599</c:v>
                </c:pt>
                <c:pt idx="693">
                  <c:v>0.87706754940405984</c:v>
                </c:pt>
                <c:pt idx="694">
                  <c:v>0.87825664674582038</c:v>
                </c:pt>
                <c:pt idx="695">
                  <c:v>0.87944588644390231</c:v>
                </c:pt>
                <c:pt idx="696">
                  <c:v>0.88063526930524771</c:v>
                </c:pt>
                <c:pt idx="697">
                  <c:v>0.881824796137752</c:v>
                </c:pt>
                <c:pt idx="698">
                  <c:v>0.88301446775026993</c:v>
                </c:pt>
                <c:pt idx="699">
                  <c:v>0.88420428495262182</c:v>
                </c:pt>
                <c:pt idx="700">
                  <c:v>0.88539424855559923</c:v>
                </c:pt>
                <c:pt idx="701">
                  <c:v>0.88658435937097124</c:v>
                </c:pt>
                <c:pt idx="702">
                  <c:v>0.8877746182114904</c:v>
                </c:pt>
                <c:pt idx="703">
                  <c:v>0.88896502589089876</c:v>
                </c:pt>
                <c:pt idx="704">
                  <c:v>0.89015558322393407</c:v>
                </c:pt>
                <c:pt idx="705">
                  <c:v>0.89134629102633578</c:v>
                </c:pt>
                <c:pt idx="706">
                  <c:v>0.89253715011485135</c:v>
                </c:pt>
                <c:pt idx="707">
                  <c:v>0.8937281613072422</c:v>
                </c:pt>
                <c:pt idx="708">
                  <c:v>0.8949193254222898</c:v>
                </c:pt>
                <c:pt idx="709">
                  <c:v>0.89611064327980228</c:v>
                </c:pt>
                <c:pt idx="710">
                  <c:v>0.89730211570062013</c:v>
                </c:pt>
                <c:pt idx="711">
                  <c:v>0.89849374350662281</c:v>
                </c:pt>
                <c:pt idx="712">
                  <c:v>0.89968552752073472</c:v>
                </c:pt>
                <c:pt idx="713">
                  <c:v>0.90087746856693163</c:v>
                </c:pt>
                <c:pt idx="714">
                  <c:v>0.90206956747024691</c:v>
                </c:pt>
                <c:pt idx="715">
                  <c:v>0.90326182505677799</c:v>
                </c:pt>
                <c:pt idx="716">
                  <c:v>0.9044542421536923</c:v>
                </c:pt>
                <c:pt idx="717">
                  <c:v>0.90564681958923399</c:v>
                </c:pt>
                <c:pt idx="718">
                  <c:v>0.9068395581927301</c:v>
                </c:pt>
                <c:pt idx="719">
                  <c:v>0.90803245879459704</c:v>
                </c:pt>
                <c:pt idx="720">
                  <c:v>0.90922552222634689</c:v>
                </c:pt>
                <c:pt idx="721">
                  <c:v>0.91041874932059408</c:v>
                </c:pt>
                <c:pt idx="722">
                  <c:v>0.91161214091106146</c:v>
                </c:pt>
                <c:pt idx="723">
                  <c:v>0.91280569783258714</c:v>
                </c:pt>
                <c:pt idx="724">
                  <c:v>0.91399942092113073</c:v>
                </c:pt>
                <c:pt idx="725">
                  <c:v>0.91519331101377999</c:v>
                </c:pt>
                <c:pt idx="726">
                  <c:v>0.91638736894875727</c:v>
                </c:pt>
                <c:pt idx="727">
                  <c:v>0.91758159556542607</c:v>
                </c:pt>
                <c:pt idx="728">
                  <c:v>0.9187759917042978</c:v>
                </c:pt>
                <c:pt idx="729">
                  <c:v>0.91997055820703821</c:v>
                </c:pt>
                <c:pt idx="730">
                  <c:v>0.92116529591647389</c:v>
                </c:pt>
                <c:pt idx="731">
                  <c:v>0.92236020567659938</c:v>
                </c:pt>
                <c:pt idx="732">
                  <c:v>0.92355528833258327</c:v>
                </c:pt>
                <c:pt idx="733">
                  <c:v>0.92475054473077523</c:v>
                </c:pt>
                <c:pt idx="734">
                  <c:v>0.92594597571871273</c:v>
                </c:pt>
                <c:pt idx="735">
                  <c:v>0.92714158214512776</c:v>
                </c:pt>
                <c:pt idx="736">
                  <c:v>0.92833736485995333</c:v>
                </c:pt>
                <c:pt idx="737">
                  <c:v>0.9295333247143307</c:v>
                </c:pt>
                <c:pt idx="738">
                  <c:v>0.93072946256061584</c:v>
                </c:pt>
                <c:pt idx="739">
                  <c:v>0.9319257792523864</c:v>
                </c:pt>
                <c:pt idx="740">
                  <c:v>0.9331222756444485</c:v>
                </c:pt>
                <c:pt idx="741">
                  <c:v>0.9343189525928437</c:v>
                </c:pt>
                <c:pt idx="742">
                  <c:v>0.93551581095485592</c:v>
                </c:pt>
                <c:pt idx="743">
                  <c:v>0.93671285158901829</c:v>
                </c:pt>
                <c:pt idx="744">
                  <c:v>0.93791007535512005</c:v>
                </c:pt>
                <c:pt idx="745">
                  <c:v>0.93910748311421377</c:v>
                </c:pt>
                <c:pt idx="746">
                  <c:v>0.94030507572862199</c:v>
                </c:pt>
                <c:pt idx="747">
                  <c:v>0.94150285406194467</c:v>
                </c:pt>
                <c:pt idx="748">
                  <c:v>0.94270081897906588</c:v>
                </c:pt>
                <c:pt idx="749">
                  <c:v>0.94389897134616108</c:v>
                </c:pt>
                <c:pt idx="750">
                  <c:v>0.94509731203070424</c:v>
                </c:pt>
                <c:pt idx="751">
                  <c:v>0.94629584190147487</c:v>
                </c:pt>
                <c:pt idx="752">
                  <c:v>0.94749456182856506</c:v>
                </c:pt>
                <c:pt idx="753">
                  <c:v>0.94869347268338711</c:v>
                </c:pt>
                <c:pt idx="754">
                  <c:v>0.94989257533868032</c:v>
                </c:pt>
                <c:pt idx="755">
                  <c:v>0.9510918706685183</c:v>
                </c:pt>
                <c:pt idx="756">
                  <c:v>0.95229135954831645</c:v>
                </c:pt>
                <c:pt idx="757">
                  <c:v>0.95349104285483899</c:v>
                </c:pt>
                <c:pt idx="758">
                  <c:v>0.95469092146620638</c:v>
                </c:pt>
                <c:pt idx="759">
                  <c:v>0.95589099626190266</c:v>
                </c:pt>
                <c:pt idx="760">
                  <c:v>0.957091268122783</c:v>
                </c:pt>
                <c:pt idx="761">
                  <c:v>0.95829173793108069</c:v>
                </c:pt>
                <c:pt idx="762">
                  <c:v>0.95949240657041501</c:v>
                </c:pt>
                <c:pt idx="763">
                  <c:v>0.96069327492579848</c:v>
                </c:pt>
                <c:pt idx="764">
                  <c:v>0.96189434388364425</c:v>
                </c:pt>
                <c:pt idx="765">
                  <c:v>0.96309561433177382</c:v>
                </c:pt>
                <c:pt idx="766">
                  <c:v>0.9642970871594243</c:v>
                </c:pt>
                <c:pt idx="767">
                  <c:v>0.96549876325725648</c:v>
                </c:pt>
                <c:pt idx="768">
                  <c:v>0.96670064351736174</c:v>
                </c:pt>
                <c:pt idx="769">
                  <c:v>0.96790272883327033</c:v>
                </c:pt>
                <c:pt idx="770">
                  <c:v>0.96910502009995869</c:v>
                </c:pt>
                <c:pt idx="771">
                  <c:v>0.97030751821385719</c:v>
                </c:pt>
                <c:pt idx="772">
                  <c:v>0.9715102240728577</c:v>
                </c:pt>
                <c:pt idx="773">
                  <c:v>0.97271313857632169</c:v>
                </c:pt>
                <c:pt idx="774">
                  <c:v>0.97391626262508768</c:v>
                </c:pt>
                <c:pt idx="775">
                  <c:v>0.97511959712147933</c:v>
                </c:pt>
                <c:pt idx="776">
                  <c:v>0.976323142969313</c:v>
                </c:pt>
                <c:pt idx="777">
                  <c:v>0.97752690107390572</c:v>
                </c:pt>
                <c:pt idx="778">
                  <c:v>0.97873087234208311</c:v>
                </c:pt>
                <c:pt idx="779">
                  <c:v>0.97993505768218747</c:v>
                </c:pt>
                <c:pt idx="780">
                  <c:v>0.98113945800408542</c:v>
                </c:pt>
                <c:pt idx="781">
                  <c:v>0.98234407421917613</c:v>
                </c:pt>
                <c:pt idx="782">
                  <c:v>0.98354890724039923</c:v>
                </c:pt>
                <c:pt idx="783">
                  <c:v>0.98475395798224308</c:v>
                </c:pt>
                <c:pt idx="784">
                  <c:v>0.98595922736075248</c:v>
                </c:pt>
                <c:pt idx="785">
                  <c:v>0.98716471629353708</c:v>
                </c:pt>
                <c:pt idx="786">
                  <c:v>0.98837042569977951</c:v>
                </c:pt>
                <c:pt idx="787">
                  <c:v>0.98957635650024345</c:v>
                </c:pt>
                <c:pt idx="788">
                  <c:v>0.99078250961728198</c:v>
                </c:pt>
                <c:pt idx="789">
                  <c:v>0.9919888859748458</c:v>
                </c:pt>
                <c:pt idx="790">
                  <c:v>0.99319548649849143</c:v>
                </c:pt>
                <c:pt idx="791">
                  <c:v>0.99440231211538965</c:v>
                </c:pt>
                <c:pt idx="792">
                  <c:v>0.99560936375433384</c:v>
                </c:pt>
                <c:pt idx="793">
                  <c:v>0.99681664234574818</c:v>
                </c:pt>
                <c:pt idx="794">
                  <c:v>0.99802414882169643</c:v>
                </c:pt>
                <c:pt idx="795">
                  <c:v>0.99923188411589003</c:v>
                </c:pt>
                <c:pt idx="796">
                  <c:v>1.0004398491636968</c:v>
                </c:pt>
                <c:pt idx="797">
                  <c:v>1.0016480449021496</c:v>
                </c:pt>
                <c:pt idx="798">
                  <c:v>1.0028564722699544</c:v>
                </c:pt>
                <c:pt idx="799">
                  <c:v>1.0040651322074994</c:v>
                </c:pt>
                <c:pt idx="800">
                  <c:v>1.0052740256568633</c:v>
                </c:pt>
                <c:pt idx="801">
                  <c:v>1.0064831535618246</c:v>
                </c:pt>
                <c:pt idx="802">
                  <c:v>1.0076925168678692</c:v>
                </c:pt>
                <c:pt idx="803">
                  <c:v>1.0089021165222001</c:v>
                </c:pt>
                <c:pt idx="804">
                  <c:v>1.0101119534737459</c:v>
                </c:pt>
                <c:pt idx="805">
                  <c:v>1.0113220286731699</c:v>
                </c:pt>
                <c:pt idx="806">
                  <c:v>1.0125323430728779</c:v>
                </c:pt>
                <c:pt idx="807">
                  <c:v>1.0137428976270282</c:v>
                </c:pt>
                <c:pt idx="808">
                  <c:v>1.0149536932915406</c:v>
                </c:pt>
                <c:pt idx="809">
                  <c:v>1.0161647310241044</c:v>
                </c:pt>
                <c:pt idx="810">
                  <c:v>1.0173760117841883</c:v>
                </c:pt>
                <c:pt idx="811">
                  <c:v>1.0185875365330488</c:v>
                </c:pt>
                <c:pt idx="812">
                  <c:v>1.0197993062337396</c:v>
                </c:pt>
                <c:pt idx="813">
                  <c:v>1.021011321851121</c:v>
                </c:pt>
                <c:pt idx="814">
                  <c:v>1.0222235843518688</c:v>
                </c:pt>
                <c:pt idx="815">
                  <c:v>1.0234360947044829</c:v>
                </c:pt>
                <c:pt idx="816">
                  <c:v>1.0246488538792977</c:v>
                </c:pt>
                <c:pt idx="817">
                  <c:v>1.0258618628484908</c:v>
                </c:pt>
                <c:pt idx="818">
                  <c:v>1.0270751225860919</c:v>
                </c:pt>
                <c:pt idx="819">
                  <c:v>1.0282886340679931</c:v>
                </c:pt>
                <c:pt idx="820">
                  <c:v>1.0295023982719573</c:v>
                </c:pt>
                <c:pt idx="821">
                  <c:v>1.0307164161776285</c:v>
                </c:pt>
                <c:pt idx="822">
                  <c:v>1.0319306887665411</c:v>
                </c:pt>
                <c:pt idx="823">
                  <c:v>1.0331452170221287</c:v>
                </c:pt>
                <c:pt idx="824">
                  <c:v>1.0343600019297348</c:v>
                </c:pt>
                <c:pt idx="825">
                  <c:v>1.0355750444766216</c:v>
                </c:pt>
                <c:pt idx="826">
                  <c:v>1.0367903456519798</c:v>
                </c:pt>
                <c:pt idx="827">
                  <c:v>1.0380059064469385</c:v>
                </c:pt>
                <c:pt idx="828">
                  <c:v>1.0392217278545752</c:v>
                </c:pt>
                <c:pt idx="829">
                  <c:v>1.0404378108699248</c:v>
                </c:pt>
                <c:pt idx="830">
                  <c:v>1.0416541564899899</c:v>
                </c:pt>
                <c:pt idx="831">
                  <c:v>1.042870765713751</c:v>
                </c:pt>
                <c:pt idx="832">
                  <c:v>1.0440876395421759</c:v>
                </c:pt>
                <c:pt idx="833">
                  <c:v>1.0453047789782295</c:v>
                </c:pt>
                <c:pt idx="834">
                  <c:v>1.0465221850268847</c:v>
                </c:pt>
                <c:pt idx="835">
                  <c:v>1.0472216464222939</c:v>
                </c:pt>
                <c:pt idx="836">
                  <c:v>1.0479211078177031</c:v>
                </c:pt>
                <c:pt idx="837">
                  <c:v>1.0486205692131123</c:v>
                </c:pt>
                <c:pt idx="838">
                  <c:v>1.0493200306085215</c:v>
                </c:pt>
                <c:pt idx="839">
                  <c:v>1.0500194920039307</c:v>
                </c:pt>
                <c:pt idx="840">
                  <c:v>1.05071895339934</c:v>
                </c:pt>
                <c:pt idx="841">
                  <c:v>1.0514184147947492</c:v>
                </c:pt>
                <c:pt idx="842">
                  <c:v>1.0521178761901584</c:v>
                </c:pt>
                <c:pt idx="843">
                  <c:v>1.0528173375855676</c:v>
                </c:pt>
                <c:pt idx="844">
                  <c:v>1.0535167989809768</c:v>
                </c:pt>
                <c:pt idx="845">
                  <c:v>1.054216260376386</c:v>
                </c:pt>
                <c:pt idx="846">
                  <c:v>1.0549157217717953</c:v>
                </c:pt>
                <c:pt idx="847">
                  <c:v>1.0556151831672045</c:v>
                </c:pt>
                <c:pt idx="848">
                  <c:v>1.0563146445626137</c:v>
                </c:pt>
                <c:pt idx="849">
                  <c:v>1.0570141059580229</c:v>
                </c:pt>
                <c:pt idx="850">
                  <c:v>1.0577135673534321</c:v>
                </c:pt>
                <c:pt idx="851">
                  <c:v>1.0584130287488414</c:v>
                </c:pt>
                <c:pt idx="852">
                  <c:v>1.0591124901442506</c:v>
                </c:pt>
                <c:pt idx="853">
                  <c:v>1.0598119515396598</c:v>
                </c:pt>
                <c:pt idx="854">
                  <c:v>1.060511412935069</c:v>
                </c:pt>
                <c:pt idx="855">
                  <c:v>1.0612108743304782</c:v>
                </c:pt>
                <c:pt idx="856">
                  <c:v>1.0619103357258874</c:v>
                </c:pt>
                <c:pt idx="857">
                  <c:v>1.0626097971212967</c:v>
                </c:pt>
                <c:pt idx="858">
                  <c:v>1.0633092585167059</c:v>
                </c:pt>
                <c:pt idx="859">
                  <c:v>1.0640087199121151</c:v>
                </c:pt>
                <c:pt idx="860">
                  <c:v>1.0647081813075243</c:v>
                </c:pt>
                <c:pt idx="861">
                  <c:v>1.0654076427029335</c:v>
                </c:pt>
                <c:pt idx="862">
                  <c:v>1.0661071040983428</c:v>
                </c:pt>
                <c:pt idx="863">
                  <c:v>1.066806565493752</c:v>
                </c:pt>
                <c:pt idx="864">
                  <c:v>1.0675060268891612</c:v>
                </c:pt>
                <c:pt idx="865">
                  <c:v>1.0682054882845704</c:v>
                </c:pt>
                <c:pt idx="866">
                  <c:v>1.0689049496799796</c:v>
                </c:pt>
                <c:pt idx="867">
                  <c:v>1.0696044110753888</c:v>
                </c:pt>
                <c:pt idx="868">
                  <c:v>1.0703038724707981</c:v>
                </c:pt>
                <c:pt idx="869">
                  <c:v>1.0710033338662073</c:v>
                </c:pt>
                <c:pt idx="870">
                  <c:v>1.0717027952616165</c:v>
                </c:pt>
                <c:pt idx="871">
                  <c:v>1.0724022566570257</c:v>
                </c:pt>
                <c:pt idx="872">
                  <c:v>1.0731017180524349</c:v>
                </c:pt>
                <c:pt idx="873">
                  <c:v>1.0738011794478441</c:v>
                </c:pt>
                <c:pt idx="874">
                  <c:v>1.0745006408432534</c:v>
                </c:pt>
                <c:pt idx="875">
                  <c:v>1.0752001022386626</c:v>
                </c:pt>
                <c:pt idx="876">
                  <c:v>1.0758995636340718</c:v>
                </c:pt>
                <c:pt idx="877">
                  <c:v>1.076599025029481</c:v>
                </c:pt>
                <c:pt idx="878">
                  <c:v>1.0772984864248902</c:v>
                </c:pt>
                <c:pt idx="879">
                  <c:v>1.0779979478202995</c:v>
                </c:pt>
                <c:pt idx="880">
                  <c:v>1.0786974092157087</c:v>
                </c:pt>
                <c:pt idx="881">
                  <c:v>1.0793968706111179</c:v>
                </c:pt>
                <c:pt idx="882">
                  <c:v>1.0800963320065271</c:v>
                </c:pt>
              </c:numCache>
            </c:numRef>
          </c:xVal>
          <c:yVal>
            <c:numRef>
              <c:f>Sheet1!$D$3:$D$885</c:f>
              <c:numCache>
                <c:formatCode>General</c:formatCode>
                <c:ptCount val="883"/>
                <c:pt idx="0">
                  <c:v>0</c:v>
                </c:pt>
                <c:pt idx="1">
                  <c:v>313.99812497719415</c:v>
                </c:pt>
                <c:pt idx="2">
                  <c:v>499.4253306867422</c:v>
                </c:pt>
                <c:pt idx="3">
                  <c:v>630.44503203847523</c:v>
                </c:pt>
                <c:pt idx="4">
                  <c:v>725.29355206901494</c:v>
                </c:pt>
                <c:pt idx="5">
                  <c:v>795.49021743364233</c:v>
                </c:pt>
                <c:pt idx="6">
                  <c:v>848.18189577056512</c:v>
                </c:pt>
                <c:pt idx="7">
                  <c:v>888.14200191772431</c:v>
                </c:pt>
                <c:pt idx="8">
                  <c:v>918.69713541568353</c:v>
                </c:pt>
                <c:pt idx="9">
                  <c:v>942.2293504041387</c:v>
                </c:pt>
                <c:pt idx="10">
                  <c:v>960.47610749163857</c:v>
                </c:pt>
                <c:pt idx="11">
                  <c:v>974.72143673397625</c:v>
                </c:pt>
                <c:pt idx="12">
                  <c:v>985.92346759062275</c:v>
                </c:pt>
                <c:pt idx="13">
                  <c:v>994.80237525127677</c:v>
                </c:pt>
                <c:pt idx="14">
                  <c:v>1001.902537705852</c:v>
                </c:pt>
                <c:pt idx="15">
                  <c:v>1007.6372863109027</c:v>
                </c:pt>
                <c:pt idx="16">
                  <c:v>1012.3215827243612</c:v>
                </c:pt>
                <c:pt idx="17">
                  <c:v>1016.1961415116876</c:v>
                </c:pt>
                <c:pt idx="18">
                  <c:v>1019.4453903531912</c:v>
                </c:pt>
                <c:pt idx="19">
                  <c:v>1022.2109325560626</c:v>
                </c:pt>
                <c:pt idx="20">
                  <c:v>1024.6016927599412</c:v>
                </c:pt>
                <c:pt idx="21">
                  <c:v>1026.7015964710304</c:v>
                </c:pt>
                <c:pt idx="22">
                  <c:v>1028.5754037645447</c:v>
                </c:pt>
                <c:pt idx="23">
                  <c:v>1030.2731540689445</c:v>
                </c:pt>
                <c:pt idx="24">
                  <c:v>1031.8335612790181</c:v>
                </c:pt>
                <c:pt idx="25">
                  <c:v>1033.2866127255086</c:v>
                </c:pt>
                <c:pt idx="26">
                  <c:v>1034.6555624702248</c:v>
                </c:pt>
                <c:pt idx="27">
                  <c:v>1035.9584626568235</c:v>
                </c:pt>
                <c:pt idx="28">
                  <c:v>1037.2093417569738</c:v>
                </c:pt>
                <c:pt idx="29">
                  <c:v>1038.4191123954702</c:v>
                </c:pt>
                <c:pt idx="30">
                  <c:v>1039.5962717188252</c:v>
                </c:pt>
                <c:pt idx="31">
                  <c:v>1040.747442369679</c:v>
                </c:pt>
                <c:pt idx="32">
                  <c:v>1041.8777908195766</c:v>
                </c:pt>
                <c:pt idx="33">
                  <c:v>1042.9913512193173</c:v>
                </c:pt>
                <c:pt idx="34">
                  <c:v>1044.0912763698645</c:v>
                </c:pt>
                <c:pt idx="35">
                  <c:v>1045.1800324123624</c:v>
                </c:pt>
                <c:pt idx="36">
                  <c:v>1046.2595500094842</c:v>
                </c:pt>
                <c:pt idx="37">
                  <c:v>1047.3313418549869</c:v>
                </c:pt>
                <c:pt idx="38">
                  <c:v>1048.3965940980754</c:v>
                </c:pt>
                <c:pt idx="39">
                  <c:v>1049.4562375395758</c:v>
                </c:pt>
                <c:pt idx="40">
                  <c:v>1050.5110031269946</c:v>
                </c:pt>
                <c:pt idx="41">
                  <c:v>1051.5614652502293</c:v>
                </c:pt>
                <c:pt idx="42">
                  <c:v>1052.6080755503622</c:v>
                </c:pt>
                <c:pt idx="43">
                  <c:v>1053.6511893440415</c:v>
                </c:pt>
                <c:pt idx="44">
                  <c:v>1054.6910862944062</c:v>
                </c:pt>
                <c:pt idx="45">
                  <c:v>1055.7279865946584</c:v>
                </c:pt>
                <c:pt idx="46">
                  <c:v>1056.7620636513586</c:v>
                </c:pt>
                <c:pt idx="47">
                  <c:v>1057.7934540305498</c:v>
                </c:pt>
                <c:pt idx="48">
                  <c:v>1058.8222652668078</c:v>
                </c:pt>
                <c:pt idx="49">
                  <c:v>1059.8485819971618</c:v>
                </c:pt>
                <c:pt idx="50">
                  <c:v>1060.87247078477</c:v>
                </c:pt>
                <c:pt idx="51">
                  <c:v>1061.8939839150717</c:v>
                </c:pt>
                <c:pt idx="52">
                  <c:v>1062.9131623855428</c:v>
                </c:pt>
                <c:pt idx="53">
                  <c:v>1063.9300382625183</c:v>
                </c:pt>
                <c:pt idx="54">
                  <c:v>1064.9446365404579</c:v>
                </c:pt>
                <c:pt idx="55">
                  <c:v>1065.9569766101583</c:v>
                </c:pt>
                <c:pt idx="56">
                  <c:v>1066.9670734188221</c:v>
                </c:pt>
                <c:pt idx="57">
                  <c:v>1067.9749383872509</c:v>
                </c:pt>
                <c:pt idx="58">
                  <c:v>1068.9805801363648</c:v>
                </c:pt>
                <c:pt idx="59">
                  <c:v>1069.9840050620558</c:v>
                </c:pt>
                <c:pt idx="60">
                  <c:v>1070.9852177914613</c:v>
                </c:pt>
                <c:pt idx="61">
                  <c:v>1071.984221544204</c:v>
                </c:pt>
                <c:pt idx="62">
                  <c:v>1072.9810184202345</c:v>
                </c:pt>
                <c:pt idx="63">
                  <c:v>1073.9756096274766</c:v>
                </c:pt>
                <c:pt idx="64">
                  <c:v>1074.9679956636874</c:v>
                </c:pt>
                <c:pt idx="65">
                  <c:v>1075.9581764608511</c:v>
                </c:pt>
                <c:pt idx="66">
                  <c:v>1076.9461514997811</c:v>
                </c:pt>
                <c:pt idx="67">
                  <c:v>1077.9319199023525</c:v>
                </c:pt>
                <c:pt idx="68">
                  <c:v>1078.9154805042881</c:v>
                </c:pt>
                <c:pt idx="69">
                  <c:v>1079.8968319135931</c:v>
                </c:pt>
                <c:pt idx="70">
                  <c:v>1080.8759725571056</c:v>
                </c:pt>
                <c:pt idx="71">
                  <c:v>1081.8529007179404</c:v>
                </c:pt>
                <c:pt idx="72">
                  <c:v>1082.8276145650034</c:v>
                </c:pt>
                <c:pt idx="73">
                  <c:v>1083.8001121772652</c:v>
                </c:pt>
                <c:pt idx="74">
                  <c:v>1084.7703915623815</c:v>
                </c:pt>
                <c:pt idx="75">
                  <c:v>1085.7384506724586</c:v>
                </c:pt>
                <c:pt idx="76">
                  <c:v>1086.7042874160184</c:v>
                </c:pt>
                <c:pt idx="77">
                  <c:v>1087.6678996680607</c:v>
                </c:pt>
                <c:pt idx="78">
                  <c:v>1088.6292852779607</c:v>
                </c:pt>
                <c:pt idx="79">
                  <c:v>1089.5884420755633</c:v>
                </c:pt>
                <c:pt idx="80">
                  <c:v>1090.5453678768774</c:v>
                </c:pt>
                <c:pt idx="81">
                  <c:v>1091.5000604875404</c:v>
                </c:pt>
                <c:pt idx="82">
                  <c:v>1092.4525177065602</c:v>
                </c:pt>
                <c:pt idx="83">
                  <c:v>1093.4027373288559</c:v>
                </c:pt>
                <c:pt idx="84">
                  <c:v>1094.3507171473543</c:v>
                </c:pt>
                <c:pt idx="85">
                  <c:v>1095.2964549549436</c:v>
                </c:pt>
                <c:pt idx="86">
                  <c:v>1096.2399485454655</c:v>
                </c:pt>
                <c:pt idx="87">
                  <c:v>1097.1811957152363</c:v>
                </c:pt>
                <c:pt idx="88">
                  <c:v>1098.1201942637563</c:v>
                </c:pt>
                <c:pt idx="89">
                  <c:v>1099.0569419944018</c:v>
                </c:pt>
                <c:pt idx="90">
                  <c:v>1099.9914367152128</c:v>
                </c:pt>
                <c:pt idx="91">
                  <c:v>1100.9236762391845</c:v>
                </c:pt>
                <c:pt idx="92">
                  <c:v>1101.8536583848133</c:v>
                </c:pt>
                <c:pt idx="93">
                  <c:v>1102.7813809761328</c:v>
                </c:pt>
                <c:pt idx="94">
                  <c:v>1103.7068418431859</c:v>
                </c:pt>
                <c:pt idx="95">
                  <c:v>1104.6300388222203</c:v>
                </c:pt>
                <c:pt idx="96">
                  <c:v>1105.5509697557006</c:v>
                </c:pt>
                <c:pt idx="97">
                  <c:v>1106.4696324925983</c:v>
                </c:pt>
                <c:pt idx="98">
                  <c:v>1107.3860248884107</c:v>
                </c:pt>
                <c:pt idx="99">
                  <c:v>1108.3001448051346</c:v>
                </c:pt>
                <c:pt idx="100">
                  <c:v>1109.2119901114288</c:v>
                </c:pt>
                <c:pt idx="101">
                  <c:v>1110.1215586828073</c:v>
                </c:pt>
                <c:pt idx="102">
                  <c:v>1111.028848401412</c:v>
                </c:pt>
                <c:pt idx="103">
                  <c:v>1111.9338571562503</c:v>
                </c:pt>
                <c:pt idx="104">
                  <c:v>1112.83658284281</c:v>
                </c:pt>
                <c:pt idx="105">
                  <c:v>1113.7370233636875</c:v>
                </c:pt>
                <c:pt idx="106">
                  <c:v>1114.6351766282328</c:v>
                </c:pt>
                <c:pt idx="107">
                  <c:v>1115.5310405524788</c:v>
                </c:pt>
                <c:pt idx="108">
                  <c:v>1116.4246130593192</c:v>
                </c:pt>
                <c:pt idx="109">
                  <c:v>1117.3158920783862</c:v>
                </c:pt>
                <c:pt idx="110">
                  <c:v>1118.2048755461794</c:v>
                </c:pt>
                <c:pt idx="111">
                  <c:v>1119.0915614059895</c:v>
                </c:pt>
                <c:pt idx="112">
                  <c:v>1119.9759476076517</c:v>
                </c:pt>
                <c:pt idx="113">
                  <c:v>1120.8580321081074</c:v>
                </c:pt>
                <c:pt idx="114">
                  <c:v>1121.7378128707599</c:v>
                </c:pt>
                <c:pt idx="115">
                  <c:v>1122.6152878658961</c:v>
                </c:pt>
                <c:pt idx="116">
                  <c:v>1123.4904550705114</c:v>
                </c:pt>
                <c:pt idx="117">
                  <c:v>1124.3633124681542</c:v>
                </c:pt>
                <c:pt idx="118">
                  <c:v>1125.2338580493551</c:v>
                </c:pt>
                <c:pt idx="119">
                  <c:v>1126.1020898110307</c:v>
                </c:pt>
                <c:pt idx="120">
                  <c:v>1126.9680057569765</c:v>
                </c:pt>
                <c:pt idx="121">
                  <c:v>1127.8316038973924</c:v>
                </c:pt>
                <c:pt idx="122">
                  <c:v>1128.6928822494222</c:v>
                </c:pt>
                <c:pt idx="123">
                  <c:v>1129.5518388366704</c:v>
                </c:pt>
                <c:pt idx="124">
                  <c:v>1130.4084716892075</c:v>
                </c:pt>
                <c:pt idx="125">
                  <c:v>1131.2627788439788</c:v>
                </c:pt>
                <c:pt idx="126">
                  <c:v>1132.1147583443224</c:v>
                </c:pt>
                <c:pt idx="127">
                  <c:v>1132.9644082401269</c:v>
                </c:pt>
                <c:pt idx="128">
                  <c:v>1133.8117265879439</c:v>
                </c:pt>
                <c:pt idx="129">
                  <c:v>1134.65671145076</c:v>
                </c:pt>
                <c:pt idx="130">
                  <c:v>1135.4993608980585</c:v>
                </c:pt>
                <c:pt idx="131">
                  <c:v>1136.3396730058823</c:v>
                </c:pt>
                <c:pt idx="132">
                  <c:v>1137.1776458568227</c:v>
                </c:pt>
                <c:pt idx="133">
                  <c:v>1138.013277539718</c:v>
                </c:pt>
                <c:pt idx="134">
                  <c:v>1138.8465661501641</c:v>
                </c:pt>
                <c:pt idx="135">
                  <c:v>1139.6775097898806</c:v>
                </c:pt>
                <c:pt idx="136">
                  <c:v>1140.506106567258</c:v>
                </c:pt>
                <c:pt idx="137">
                  <c:v>1141.3323545969645</c:v>
                </c:pt>
                <c:pt idx="138">
                  <c:v>1142.156252000115</c:v>
                </c:pt>
                <c:pt idx="139">
                  <c:v>1142.9777969042223</c:v>
                </c:pt>
                <c:pt idx="140">
                  <c:v>1143.7969874430953</c:v>
                </c:pt>
                <c:pt idx="141">
                  <c:v>1144.6138217569271</c:v>
                </c:pt>
                <c:pt idx="142">
                  <c:v>1145.4282979922907</c:v>
                </c:pt>
                <c:pt idx="143">
                  <c:v>1146.240414302086</c:v>
                </c:pt>
                <c:pt idx="144">
                  <c:v>1147.050168845361</c:v>
                </c:pt>
                <c:pt idx="145">
                  <c:v>1147.8575597877236</c:v>
                </c:pt>
                <c:pt idx="146">
                  <c:v>1148.6625853008284</c:v>
                </c:pt>
                <c:pt idx="147">
                  <c:v>1149.4652435627404</c:v>
                </c:pt>
                <c:pt idx="148">
                  <c:v>1150.265532757646</c:v>
                </c:pt>
                <c:pt idx="149">
                  <c:v>1151.0634510761718</c:v>
                </c:pt>
                <c:pt idx="150">
                  <c:v>1151.8589967149269</c:v>
                </c:pt>
                <c:pt idx="151">
                  <c:v>1152.6521678768643</c:v>
                </c:pt>
                <c:pt idx="152">
                  <c:v>1153.4429627712034</c:v>
                </c:pt>
                <c:pt idx="153">
                  <c:v>1154.2313796132066</c:v>
                </c:pt>
                <c:pt idx="154">
                  <c:v>1155.0174166243005</c:v>
                </c:pt>
                <c:pt idx="155">
                  <c:v>1155.8010720321824</c:v>
                </c:pt>
                <c:pt idx="156">
                  <c:v>1156.5823440706426</c:v>
                </c:pt>
                <c:pt idx="157">
                  <c:v>1157.3612309795753</c:v>
                </c:pt>
                <c:pt idx="158">
                  <c:v>1158.1377310050123</c:v>
                </c:pt>
                <c:pt idx="159">
                  <c:v>1158.9118423990585</c:v>
                </c:pt>
                <c:pt idx="160">
                  <c:v>1159.6835634199142</c:v>
                </c:pt>
                <c:pt idx="161">
                  <c:v>1160.4528923319203</c:v>
                </c:pt>
                <c:pt idx="162">
                  <c:v>1161.2198274053396</c:v>
                </c:pt>
                <c:pt idx="163">
                  <c:v>1161.9843669166457</c:v>
                </c:pt>
                <c:pt idx="164">
                  <c:v>1162.7465091482077</c:v>
                </c:pt>
                <c:pt idx="165">
                  <c:v>1163.5062523885827</c:v>
                </c:pt>
                <c:pt idx="166">
                  <c:v>1164.2635949321159</c:v>
                </c:pt>
                <c:pt idx="167">
                  <c:v>1165.0185350792799</c:v>
                </c:pt>
                <c:pt idx="168">
                  <c:v>1165.7710711365689</c:v>
                </c:pt>
                <c:pt idx="169">
                  <c:v>1166.5212014163703</c:v>
                </c:pt>
                <c:pt idx="170">
                  <c:v>1167.2689242370222</c:v>
                </c:pt>
                <c:pt idx="171">
                  <c:v>1168.0142379228855</c:v>
                </c:pt>
                <c:pt idx="172">
                  <c:v>1168.7571408041047</c:v>
                </c:pt>
                <c:pt idx="173">
                  <c:v>1169.4976312169883</c:v>
                </c:pt>
                <c:pt idx="174">
                  <c:v>1170.2357075035181</c:v>
                </c:pt>
                <c:pt idx="175">
                  <c:v>1170.9713680116467</c:v>
                </c:pt>
                <c:pt idx="176">
                  <c:v>1171.7046110952699</c:v>
                </c:pt>
                <c:pt idx="177">
                  <c:v>1172.4354351140923</c:v>
                </c:pt>
                <c:pt idx="178">
                  <c:v>1173.1638384336266</c:v>
                </c:pt>
                <c:pt idx="179">
                  <c:v>1173.8898194253475</c:v>
                </c:pt>
                <c:pt idx="180">
                  <c:v>1174.6133764665319</c:v>
                </c:pt>
                <c:pt idx="181">
                  <c:v>1175.3345079401727</c:v>
                </c:pt>
                <c:pt idx="182">
                  <c:v>1176.0532122352668</c:v>
                </c:pt>
                <c:pt idx="183">
                  <c:v>1176.769487746333</c:v>
                </c:pt>
                <c:pt idx="184">
                  <c:v>1177.4833328738957</c:v>
                </c:pt>
                <c:pt idx="185">
                  <c:v>1178.1947460242466</c:v>
                </c:pt>
                <c:pt idx="186">
                  <c:v>1178.9037256093507</c:v>
                </c:pt>
                <c:pt idx="187">
                  <c:v>1179.6102700468532</c:v>
                </c:pt>
                <c:pt idx="188">
                  <c:v>1180.3143777604171</c:v>
                </c:pt>
                <c:pt idx="189">
                  <c:v>1181.0160471790725</c:v>
                </c:pt>
                <c:pt idx="190">
                  <c:v>1181.7152767378011</c:v>
                </c:pt>
                <c:pt idx="191">
                  <c:v>1182.4120648772662</c:v>
                </c:pt>
                <c:pt idx="192">
                  <c:v>1183.1064100436788</c:v>
                </c:pt>
                <c:pt idx="193">
                  <c:v>1183.7983106891663</c:v>
                </c:pt>
                <c:pt idx="194">
                  <c:v>1184.4877652712316</c:v>
                </c:pt>
                <c:pt idx="195">
                  <c:v>1185.1747722532712</c:v>
                </c:pt>
                <c:pt idx="196">
                  <c:v>1185.8593301042856</c:v>
                </c:pt>
                <c:pt idx="197">
                  <c:v>1186.5414372987193</c:v>
                </c:pt>
                <c:pt idx="198">
                  <c:v>1187.2210923169309</c:v>
                </c:pt>
                <c:pt idx="199">
                  <c:v>1187.8982936446785</c:v>
                </c:pt>
                <c:pt idx="200">
                  <c:v>1188.5730397733437</c:v>
                </c:pt>
                <c:pt idx="201">
                  <c:v>1189.2453292000046</c:v>
                </c:pt>
                <c:pt idx="202">
                  <c:v>1189.9151604272661</c:v>
                </c:pt>
                <c:pt idx="203">
                  <c:v>1190.5825319631949</c:v>
                </c:pt>
                <c:pt idx="204">
                  <c:v>1191.2474423215479</c:v>
                </c:pt>
                <c:pt idx="205">
                  <c:v>1191.9098900215542</c:v>
                </c:pt>
                <c:pt idx="206">
                  <c:v>1192.5698735880394</c:v>
                </c:pt>
                <c:pt idx="207">
                  <c:v>1193.2273915512847</c:v>
                </c:pt>
                <c:pt idx="208">
                  <c:v>1193.8824424471391</c:v>
                </c:pt>
                <c:pt idx="209">
                  <c:v>1194.53502481699</c:v>
                </c:pt>
                <c:pt idx="210">
                  <c:v>1195.1851372075307</c:v>
                </c:pt>
                <c:pt idx="211">
                  <c:v>1195.8327781710452</c:v>
                </c:pt>
                <c:pt idx="212">
                  <c:v>1196.4779462654008</c:v>
                </c:pt>
                <c:pt idx="213">
                  <c:v>1197.1206400537642</c:v>
                </c:pt>
                <c:pt idx="214">
                  <c:v>1197.760858104863</c:v>
                </c:pt>
                <c:pt idx="215">
                  <c:v>1198.3985989927407</c:v>
                </c:pt>
                <c:pt idx="216">
                  <c:v>1199.0338612969463</c:v>
                </c:pt>
                <c:pt idx="217">
                  <c:v>1199.6666436024802</c:v>
                </c:pt>
                <c:pt idx="218">
                  <c:v>1200.2969444996984</c:v>
                </c:pt>
                <c:pt idx="219">
                  <c:v>1200.9247625842943</c:v>
                </c:pt>
                <c:pt idx="220">
                  <c:v>1201.5500964575242</c:v>
                </c:pt>
                <c:pt idx="221">
                  <c:v>1202.1729447257903</c:v>
                </c:pt>
                <c:pt idx="222">
                  <c:v>1202.7933060010869</c:v>
                </c:pt>
                <c:pt idx="223">
                  <c:v>1203.4111789006281</c:v>
                </c:pt>
                <c:pt idx="224">
                  <c:v>1204.0265620469902</c:v>
                </c:pt>
                <c:pt idx="225">
                  <c:v>1204.6394540681342</c:v>
                </c:pt>
                <c:pt idx="226">
                  <c:v>1205.2498535972675</c:v>
                </c:pt>
                <c:pt idx="227">
                  <c:v>1205.8577592730169</c:v>
                </c:pt>
                <c:pt idx="228">
                  <c:v>1206.4631697392931</c:v>
                </c:pt>
                <c:pt idx="229">
                  <c:v>1207.0660836451987</c:v>
                </c:pt>
                <c:pt idx="230">
                  <c:v>1207.6664996452371</c:v>
                </c:pt>
                <c:pt idx="231">
                  <c:v>1208.2644163991883</c:v>
                </c:pt>
                <c:pt idx="232">
                  <c:v>1208.8598325720227</c:v>
                </c:pt>
                <c:pt idx="233">
                  <c:v>1209.4527468340261</c:v>
                </c:pt>
                <c:pt idx="234">
                  <c:v>1210.0431578607222</c:v>
                </c:pt>
                <c:pt idx="235">
                  <c:v>1210.631064332845</c:v>
                </c:pt>
                <c:pt idx="236">
                  <c:v>1211.2164649364186</c:v>
                </c:pt>
                <c:pt idx="237">
                  <c:v>1211.7993583627263</c:v>
                </c:pt>
                <c:pt idx="238">
                  <c:v>1212.3797433080344</c:v>
                </c:pt>
                <c:pt idx="239">
                  <c:v>1212.9576184741084</c:v>
                </c:pt>
                <c:pt idx="240">
                  <c:v>1213.5329825677109</c:v>
                </c:pt>
                <c:pt idx="241">
                  <c:v>1214.1058343009011</c:v>
                </c:pt>
                <c:pt idx="242">
                  <c:v>1214.676172390775</c:v>
                </c:pt>
                <c:pt idx="243">
                  <c:v>1215.2439955597206</c:v>
                </c:pt>
                <c:pt idx="244">
                  <c:v>1215.8093025352734</c:v>
                </c:pt>
                <c:pt idx="245">
                  <c:v>1216.3720920500857</c:v>
                </c:pt>
                <c:pt idx="246">
                  <c:v>1216.9323628418715</c:v>
                </c:pt>
                <c:pt idx="247">
                  <c:v>1217.4901136536173</c:v>
                </c:pt>
                <c:pt idx="248">
                  <c:v>1218.045343233332</c:v>
                </c:pt>
                <c:pt idx="249">
                  <c:v>1218.5980503341966</c:v>
                </c:pt>
                <c:pt idx="250">
                  <c:v>1219.1482337144207</c:v>
                </c:pt>
                <c:pt idx="251">
                  <c:v>1219.6958921373982</c:v>
                </c:pt>
                <c:pt idx="252">
                  <c:v>1220.2410243715503</c:v>
                </c:pt>
                <c:pt idx="253">
                  <c:v>1220.7836291904048</c:v>
                </c:pt>
                <c:pt idx="254">
                  <c:v>1221.3237053725015</c:v>
                </c:pt>
                <c:pt idx="255">
                  <c:v>1221.8612517015472</c:v>
                </c:pt>
                <c:pt idx="256">
                  <c:v>1222.396266966138</c:v>
                </c:pt>
                <c:pt idx="257">
                  <c:v>1222.9287499600628</c:v>
                </c:pt>
                <c:pt idx="258">
                  <c:v>1223.458699482107</c:v>
                </c:pt>
                <c:pt idx="259">
                  <c:v>1223.9861143360595</c:v>
                </c:pt>
                <c:pt idx="260">
                  <c:v>1224.5109933307037</c:v>
                </c:pt>
                <c:pt idx="261">
                  <c:v>1225.033335279828</c:v>
                </c:pt>
                <c:pt idx="262">
                  <c:v>1225.5531390023036</c:v>
                </c:pt>
                <c:pt idx="263">
                  <c:v>1226.0704033219602</c:v>
                </c:pt>
                <c:pt idx="264">
                  <c:v>1226.5851270675764</c:v>
                </c:pt>
                <c:pt idx="265">
                  <c:v>1227.0973090729126</c:v>
                </c:pt>
                <c:pt idx="266">
                  <c:v>1227.6069481766554</c:v>
                </c:pt>
                <c:pt idx="267">
                  <c:v>1228.1140432226171</c:v>
                </c:pt>
                <c:pt idx="268">
                  <c:v>1228.6185930593733</c:v>
                </c:pt>
                <c:pt idx="269">
                  <c:v>1229.1205965405429</c:v>
                </c:pt>
                <c:pt idx="270">
                  <c:v>1229.6200525246456</c:v>
                </c:pt>
                <c:pt idx="271">
                  <c:v>1230.1169598751142</c:v>
                </c:pt>
                <c:pt idx="272">
                  <c:v>1230.6113174604097</c:v>
                </c:pt>
                <c:pt idx="273">
                  <c:v>1231.103124153783</c:v>
                </c:pt>
                <c:pt idx="274">
                  <c:v>1231.5923788333421</c:v>
                </c:pt>
                <c:pt idx="275">
                  <c:v>1232.0790803823049</c:v>
                </c:pt>
                <c:pt idx="276">
                  <c:v>1232.563227688554</c:v>
                </c:pt>
                <c:pt idx="277">
                  <c:v>1233.0448196450266</c:v>
                </c:pt>
                <c:pt idx="278">
                  <c:v>1233.5238551494128</c:v>
                </c:pt>
                <c:pt idx="279">
                  <c:v>1234.0003331043206</c:v>
                </c:pt>
                <c:pt idx="280">
                  <c:v>1234.4742524171756</c:v>
                </c:pt>
                <c:pt idx="281">
                  <c:v>1234.9456120003251</c:v>
                </c:pt>
                <c:pt idx="282">
                  <c:v>1235.4144107709426</c:v>
                </c:pt>
                <c:pt idx="283">
                  <c:v>1235.8806476508921</c:v>
                </c:pt>
                <c:pt idx="284">
                  <c:v>1236.3443215671321</c:v>
                </c:pt>
                <c:pt idx="285">
                  <c:v>1236.805431451188</c:v>
                </c:pt>
                <c:pt idx="286">
                  <c:v>1237.2639762395663</c:v>
                </c:pt>
                <c:pt idx="287">
                  <c:v>1237.7199548735248</c:v>
                </c:pt>
                <c:pt idx="288">
                  <c:v>1238.1733662990689</c:v>
                </c:pt>
                <c:pt idx="289">
                  <c:v>1238.6242094670756</c:v>
                </c:pt>
                <c:pt idx="290">
                  <c:v>1239.0724833331687</c:v>
                </c:pt>
                <c:pt idx="291">
                  <c:v>1239.5181868577263</c:v>
                </c:pt>
                <c:pt idx="292">
                  <c:v>1239.9613190059501</c:v>
                </c:pt>
                <c:pt idx="293">
                  <c:v>1240.401878747756</c:v>
                </c:pt>
                <c:pt idx="294">
                  <c:v>1240.8398650578847</c:v>
                </c:pt>
                <c:pt idx="295">
                  <c:v>1241.2752769157205</c:v>
                </c:pt>
                <c:pt idx="296">
                  <c:v>1241.7081133054439</c:v>
                </c:pt>
                <c:pt idx="297">
                  <c:v>1242.1383732159898</c:v>
                </c:pt>
                <c:pt idx="298">
                  <c:v>1242.5660556410805</c:v>
                </c:pt>
                <c:pt idx="299">
                  <c:v>1242.9911595789579</c:v>
                </c:pt>
                <c:pt idx="300">
                  <c:v>1243.4136840327985</c:v>
                </c:pt>
                <c:pt idx="301">
                  <c:v>1243.8336280103101</c:v>
                </c:pt>
                <c:pt idx="302">
                  <c:v>1244.2509905240222</c:v>
                </c:pt>
                <c:pt idx="303">
                  <c:v>1244.6657705911528</c:v>
                </c:pt>
                <c:pt idx="304">
                  <c:v>1245.0779672335325</c:v>
                </c:pt>
                <c:pt idx="305">
                  <c:v>1245.4875794777465</c:v>
                </c:pt>
                <c:pt idx="306">
                  <c:v>1245.8946063549811</c:v>
                </c:pt>
                <c:pt idx="307">
                  <c:v>1246.2990469011129</c:v>
                </c:pt>
                <c:pt idx="308">
                  <c:v>1246.7009001567903</c:v>
                </c:pt>
                <c:pt idx="309">
                  <c:v>1247.100165167124</c:v>
                </c:pt>
                <c:pt idx="310">
                  <c:v>1247.4968409820176</c:v>
                </c:pt>
                <c:pt idx="311">
                  <c:v>1247.890926656024</c:v>
                </c:pt>
                <c:pt idx="312">
                  <c:v>1248.2824212481548</c:v>
                </c:pt>
                <c:pt idx="313">
                  <c:v>1248.6713238222485</c:v>
                </c:pt>
                <c:pt idx="314">
                  <c:v>1249.057633446738</c:v>
                </c:pt>
                <c:pt idx="315">
                  <c:v>1249.4413491944899</c:v>
                </c:pt>
                <c:pt idx="316">
                  <c:v>1249.8224701432739</c:v>
                </c:pt>
                <c:pt idx="317">
                  <c:v>1250.2009953751865</c:v>
                </c:pt>
                <c:pt idx="318">
                  <c:v>1250.5769239771112</c:v>
                </c:pt>
                <c:pt idx="319">
                  <c:v>1250.9502550404061</c:v>
                </c:pt>
                <c:pt idx="320">
                  <c:v>1251.3209876611597</c:v>
                </c:pt>
                <c:pt idx="321">
                  <c:v>1251.6891209398038</c:v>
                </c:pt>
                <c:pt idx="322">
                  <c:v>1252.0546539816009</c:v>
                </c:pt>
                <c:pt idx="323">
                  <c:v>1252.4175858961896</c:v>
                </c:pt>
                <c:pt idx="324">
                  <c:v>1252.7779157978978</c:v>
                </c:pt>
                <c:pt idx="325">
                  <c:v>1253.1356428055067</c:v>
                </c:pt>
                <c:pt idx="326">
                  <c:v>1253.4907660424553</c:v>
                </c:pt>
                <c:pt idx="327">
                  <c:v>1253.8432846365913</c:v>
                </c:pt>
                <c:pt idx="328">
                  <c:v>1254.1931977205036</c:v>
                </c:pt>
                <c:pt idx="329">
                  <c:v>1254.5405044310244</c:v>
                </c:pt>
                <c:pt idx="330">
                  <c:v>1254.8852039097997</c:v>
                </c:pt>
                <c:pt idx="331">
                  <c:v>1255.2272953028219</c:v>
                </c:pt>
                <c:pt idx="332">
                  <c:v>1255.5667777606413</c:v>
                </c:pt>
                <c:pt idx="333">
                  <c:v>1255.9036504383257</c:v>
                </c:pt>
                <c:pt idx="334">
                  <c:v>1256.2379124954466</c:v>
                </c:pt>
                <c:pt idx="335">
                  <c:v>1256.5695630961186</c:v>
                </c:pt>
                <c:pt idx="336">
                  <c:v>1256.8986014088491</c:v>
                </c:pt>
                <c:pt idx="337">
                  <c:v>1257.2250266067078</c:v>
                </c:pt>
                <c:pt idx="338">
                  <c:v>1257.5488378672155</c:v>
                </c:pt>
                <c:pt idx="339">
                  <c:v>1257.8700343723954</c:v>
                </c:pt>
                <c:pt idx="340">
                  <c:v>1258.1886153087389</c:v>
                </c:pt>
                <c:pt idx="341">
                  <c:v>1258.504579867116</c:v>
                </c:pt>
                <c:pt idx="342">
                  <c:v>1258.8179272429986</c:v>
                </c:pt>
                <c:pt idx="343">
                  <c:v>1259.1286566362437</c:v>
                </c:pt>
                <c:pt idx="344">
                  <c:v>1259.4367672511589</c:v>
                </c:pt>
                <c:pt idx="345">
                  <c:v>1259.7422582964571</c:v>
                </c:pt>
                <c:pt idx="346">
                  <c:v>1260.0451289853722</c:v>
                </c:pt>
                <c:pt idx="347">
                  <c:v>1260.3453785355171</c:v>
                </c:pt>
                <c:pt idx="348">
                  <c:v>1260.6430061689696</c:v>
                </c:pt>
                <c:pt idx="349">
                  <c:v>1260.9380111121486</c:v>
                </c:pt>
                <c:pt idx="350">
                  <c:v>1261.2303925960459</c:v>
                </c:pt>
                <c:pt idx="351">
                  <c:v>1261.5201498558597</c:v>
                </c:pt>
                <c:pt idx="352">
                  <c:v>1261.8072821314024</c:v>
                </c:pt>
                <c:pt idx="353">
                  <c:v>1262.0917886667689</c:v>
                </c:pt>
                <c:pt idx="354">
                  <c:v>1262.3736687104922</c:v>
                </c:pt>
                <c:pt idx="355">
                  <c:v>1262.6529215154442</c:v>
                </c:pt>
                <c:pt idx="356">
                  <c:v>1262.9295463389888</c:v>
                </c:pt>
                <c:pt idx="357">
                  <c:v>1263.2035424427711</c:v>
                </c:pt>
                <c:pt idx="358">
                  <c:v>1263.4749090929017</c:v>
                </c:pt>
                <c:pt idx="359">
                  <c:v>1263.7436455598024</c:v>
                </c:pt>
                <c:pt idx="360">
                  <c:v>1264.0097511183021</c:v>
                </c:pt>
                <c:pt idx="361">
                  <c:v>1264.273225047581</c:v>
                </c:pt>
                <c:pt idx="362">
                  <c:v>1264.5340666311317</c:v>
                </c:pt>
                <c:pt idx="363">
                  <c:v>1264.7922751569015</c:v>
                </c:pt>
                <c:pt idx="364">
                  <c:v>1265.0478499171502</c:v>
                </c:pt>
                <c:pt idx="365">
                  <c:v>1265.3007902084073</c:v>
                </c:pt>
                <c:pt idx="366">
                  <c:v>1265.5510953316764</c:v>
                </c:pt>
                <c:pt idx="367">
                  <c:v>1265.7987645921553</c:v>
                </c:pt>
                <c:pt idx="368">
                  <c:v>1266.0437972995542</c:v>
                </c:pt>
                <c:pt idx="369">
                  <c:v>1266.2861927677402</c:v>
                </c:pt>
                <c:pt idx="370">
                  <c:v>1266.5259503149753</c:v>
                </c:pt>
                <c:pt idx="371">
                  <c:v>1266.763069263837</c:v>
                </c:pt>
                <c:pt idx="372">
                  <c:v>1266.9975489412077</c:v>
                </c:pt>
                <c:pt idx="373">
                  <c:v>1267.2293886783459</c:v>
                </c:pt>
                <c:pt idx="374">
                  <c:v>1267.4585878107555</c:v>
                </c:pt>
                <c:pt idx="375">
                  <c:v>1267.6851456782019</c:v>
                </c:pt>
                <c:pt idx="376">
                  <c:v>1267.9090616248602</c:v>
                </c:pt>
                <c:pt idx="377">
                  <c:v>1268.1303349990515</c:v>
                </c:pt>
                <c:pt idx="378">
                  <c:v>1268.3489651535745</c:v>
                </c:pt>
                <c:pt idx="379">
                  <c:v>1268.5649514453457</c:v>
                </c:pt>
                <c:pt idx="380">
                  <c:v>1268.7782932356877</c:v>
                </c:pt>
                <c:pt idx="381">
                  <c:v>1268.9889898900658</c:v>
                </c:pt>
                <c:pt idx="382">
                  <c:v>1269.1970407783524</c:v>
                </c:pt>
                <c:pt idx="383">
                  <c:v>1269.402445274633</c:v>
                </c:pt>
                <c:pt idx="384">
                  <c:v>1269.6052027572107</c:v>
                </c:pt>
                <c:pt idx="385">
                  <c:v>1269.8053126087432</c:v>
                </c:pt>
                <c:pt idx="386">
                  <c:v>1270.0027742161201</c:v>
                </c:pt>
                <c:pt idx="387">
                  <c:v>1270.1975869704081</c:v>
                </c:pt>
                <c:pt idx="388">
                  <c:v>1270.3897502670413</c:v>
                </c:pt>
                <c:pt idx="389">
                  <c:v>1270.5792635056241</c:v>
                </c:pt>
                <c:pt idx="390">
                  <c:v>1270.7661260899624</c:v>
                </c:pt>
                <c:pt idx="391">
                  <c:v>1270.950337428244</c:v>
                </c:pt>
                <c:pt idx="392">
                  <c:v>1271.1318969327419</c:v>
                </c:pt>
                <c:pt idx="393">
                  <c:v>1271.310804020053</c:v>
                </c:pt>
                <c:pt idx="394">
                  <c:v>1271.4870581109842</c:v>
                </c:pt>
                <c:pt idx="395">
                  <c:v>1271.6606586305377</c:v>
                </c:pt>
                <c:pt idx="396">
                  <c:v>1271.8316050079218</c:v>
                </c:pt>
                <c:pt idx="397">
                  <c:v>1271.999896676667</c:v>
                </c:pt>
                <c:pt idx="398">
                  <c:v>1272.1655330743899</c:v>
                </c:pt>
                <c:pt idx="399">
                  <c:v>1272.3285136429731</c:v>
                </c:pt>
                <c:pt idx="400">
                  <c:v>1272.4888378285082</c:v>
                </c:pt>
                <c:pt idx="401">
                  <c:v>1272.6465050812619</c:v>
                </c:pt>
                <c:pt idx="402">
                  <c:v>1272.8015148557658</c:v>
                </c:pt>
                <c:pt idx="403">
                  <c:v>1272.9538666106973</c:v>
                </c:pt>
                <c:pt idx="404">
                  <c:v>1273.1035598088715</c:v>
                </c:pt>
                <c:pt idx="405">
                  <c:v>1273.2505939174382</c:v>
                </c:pt>
                <c:pt idx="406">
                  <c:v>1273.3949684075569</c:v>
                </c:pt>
                <c:pt idx="407">
                  <c:v>1273.5366827547018</c:v>
                </c:pt>
                <c:pt idx="408">
                  <c:v>1273.6757364385041</c:v>
                </c:pt>
                <c:pt idx="409">
                  <c:v>1273.8121289427243</c:v>
                </c:pt>
                <c:pt idx="410">
                  <c:v>1273.9458597553312</c:v>
                </c:pt>
                <c:pt idx="411">
                  <c:v>1274.0769283684494</c:v>
                </c:pt>
                <c:pt idx="412">
                  <c:v>1274.2053342783624</c:v>
                </c:pt>
                <c:pt idx="413">
                  <c:v>1274.3310769855782</c:v>
                </c:pt>
                <c:pt idx="414">
                  <c:v>1274.454155994659</c:v>
                </c:pt>
                <c:pt idx="415">
                  <c:v>1274.5745708144152</c:v>
                </c:pt>
                <c:pt idx="416">
                  <c:v>1274.6923209577581</c:v>
                </c:pt>
                <c:pt idx="417">
                  <c:v>1274.807405941759</c:v>
                </c:pt>
                <c:pt idx="418">
                  <c:v>1274.9198252876747</c:v>
                </c:pt>
                <c:pt idx="419">
                  <c:v>1275.0295785208925</c:v>
                </c:pt>
                <c:pt idx="420">
                  <c:v>1275.136665170895</c:v>
                </c:pt>
                <c:pt idx="421">
                  <c:v>1275.241084771339</c:v>
                </c:pt>
                <c:pt idx="422">
                  <c:v>1275.3428368600596</c:v>
                </c:pt>
                <c:pt idx="423">
                  <c:v>1275.4419209789296</c:v>
                </c:pt>
                <c:pt idx="424">
                  <c:v>1275.5383366740823</c:v>
                </c:pt>
                <c:pt idx="425">
                  <c:v>1275.6320834955995</c:v>
                </c:pt>
                <c:pt idx="426">
                  <c:v>1275.7231609978951</c:v>
                </c:pt>
                <c:pt idx="427">
                  <c:v>1275.8115687393483</c:v>
                </c:pt>
                <c:pt idx="428">
                  <c:v>1275.8973062825571</c:v>
                </c:pt>
                <c:pt idx="429">
                  <c:v>1275.9803731941624</c:v>
                </c:pt>
                <c:pt idx="430">
                  <c:v>1276.0607690449406</c:v>
                </c:pt>
                <c:pt idx="431">
                  <c:v>1276.1384934098469</c:v>
                </c:pt>
                <c:pt idx="432">
                  <c:v>1276.2135458678388</c:v>
                </c:pt>
                <c:pt idx="433">
                  <c:v>1276.2859260020621</c:v>
                </c:pt>
                <c:pt idx="434">
                  <c:v>1276.3556333997517</c:v>
                </c:pt>
                <c:pt idx="435">
                  <c:v>1276.4226676522103</c:v>
                </c:pt>
                <c:pt idx="436">
                  <c:v>1276.4870283548455</c:v>
                </c:pt>
                <c:pt idx="437">
                  <c:v>1276.5487151072111</c:v>
                </c:pt>
                <c:pt idx="438">
                  <c:v>1276.6077275129617</c:v>
                </c:pt>
                <c:pt idx="439">
                  <c:v>1276.6640651797513</c:v>
                </c:pt>
                <c:pt idx="440">
                  <c:v>1276.7177277194032</c:v>
                </c:pt>
                <c:pt idx="441">
                  <c:v>1276.7687147477998</c:v>
                </c:pt>
                <c:pt idx="442">
                  <c:v>1276.8170258849309</c:v>
                </c:pt>
                <c:pt idx="443">
                  <c:v>1276.862660754839</c:v>
                </c:pt>
                <c:pt idx="444">
                  <c:v>1276.9056189856856</c:v>
                </c:pt>
                <c:pt idx="445">
                  <c:v>1276.9459002096955</c:v>
                </c:pt>
                <c:pt idx="446">
                  <c:v>1276.9835040631565</c:v>
                </c:pt>
                <c:pt idx="447">
                  <c:v>1277.0184301864456</c:v>
                </c:pt>
                <c:pt idx="448">
                  <c:v>1277.0506782240154</c:v>
                </c:pt>
                <c:pt idx="449">
                  <c:v>1277.0802478243838</c:v>
                </c:pt>
                <c:pt idx="450">
                  <c:v>1277.1071386401263</c:v>
                </c:pt>
                <c:pt idx="451">
                  <c:v>1277.1313503278932</c:v>
                </c:pt>
                <c:pt idx="452">
                  <c:v>1277.1528825484259</c:v>
                </c:pt>
                <c:pt idx="453">
                  <c:v>1277.1717349665028</c:v>
                </c:pt>
                <c:pt idx="454">
                  <c:v>1277.1879072509698</c:v>
                </c:pt>
                <c:pt idx="455">
                  <c:v>1277.2013990747159</c:v>
                </c:pt>
                <c:pt idx="456">
                  <c:v>1277.2122101147118</c:v>
                </c:pt>
                <c:pt idx="457">
                  <c:v>1277.2203400519629</c:v>
                </c:pt>
                <c:pt idx="458">
                  <c:v>1277.2257885715326</c:v>
                </c:pt>
                <c:pt idx="459">
                  <c:v>1277.2285553625707</c:v>
                </c:pt>
                <c:pt idx="460">
                  <c:v>1277.2286401182284</c:v>
                </c:pt>
                <c:pt idx="461">
                  <c:v>1277.2260425357408</c:v>
                </c:pt>
                <c:pt idx="462">
                  <c:v>1277.220762316364</c:v>
                </c:pt>
                <c:pt idx="463">
                  <c:v>1277.212799165394</c:v>
                </c:pt>
                <c:pt idx="464">
                  <c:v>1277.2021527922243</c:v>
                </c:pt>
                <c:pt idx="465">
                  <c:v>1277.188822910229</c:v>
                </c:pt>
                <c:pt idx="466">
                  <c:v>1277.172809236843</c:v>
                </c:pt>
                <c:pt idx="467">
                  <c:v>1277.1541114935419</c:v>
                </c:pt>
                <c:pt idx="468">
                  <c:v>1277.1327294058756</c:v>
                </c:pt>
                <c:pt idx="469">
                  <c:v>1277.1086627033515</c:v>
                </c:pt>
                <c:pt idx="470">
                  <c:v>1277.0819111195656</c:v>
                </c:pt>
                <c:pt idx="471">
                  <c:v>1277.0524743921665</c:v>
                </c:pt>
                <c:pt idx="472">
                  <c:v>1277.0203522627492</c:v>
                </c:pt>
                <c:pt idx="473">
                  <c:v>1276.9855444770169</c:v>
                </c:pt>
                <c:pt idx="474">
                  <c:v>1276.9480507846733</c:v>
                </c:pt>
                <c:pt idx="475">
                  <c:v>1276.9078709394726</c:v>
                </c:pt>
                <c:pt idx="476">
                  <c:v>1276.8650046991684</c:v>
                </c:pt>
                <c:pt idx="477">
                  <c:v>1276.8194518255182</c:v>
                </c:pt>
                <c:pt idx="478">
                  <c:v>1276.7712120843578</c:v>
                </c:pt>
                <c:pt idx="479">
                  <c:v>1276.720285245518</c:v>
                </c:pt>
                <c:pt idx="480">
                  <c:v>1276.6666710828376</c:v>
                </c:pt>
                <c:pt idx="481">
                  <c:v>1276.6103693742091</c:v>
                </c:pt>
                <c:pt idx="482">
                  <c:v>1276.5513799015062</c:v>
                </c:pt>
                <c:pt idx="483">
                  <c:v>1276.4897024506504</c:v>
                </c:pt>
                <c:pt idx="484">
                  <c:v>1276.4253368115533</c:v>
                </c:pt>
                <c:pt idx="485">
                  <c:v>1276.3582827781656</c:v>
                </c:pt>
                <c:pt idx="486">
                  <c:v>1276.2885401484516</c:v>
                </c:pt>
                <c:pt idx="487">
                  <c:v>1276.2161087243792</c:v>
                </c:pt>
                <c:pt idx="488">
                  <c:v>1276.140988311919</c:v>
                </c:pt>
                <c:pt idx="489">
                  <c:v>1276.0631787210723</c:v>
                </c:pt>
                <c:pt idx="490">
                  <c:v>1275.9826797658598</c:v>
                </c:pt>
                <c:pt idx="491">
                  <c:v>1275.8994912642825</c:v>
                </c:pt>
                <c:pt idx="492">
                  <c:v>1275.8136130383627</c:v>
                </c:pt>
                <c:pt idx="493">
                  <c:v>1275.7250449141475</c:v>
                </c:pt>
                <c:pt idx="494">
                  <c:v>1275.6337867216544</c:v>
                </c:pt>
                <c:pt idx="495">
                  <c:v>1275.5398382949354</c:v>
                </c:pt>
                <c:pt idx="496">
                  <c:v>1275.4431994720401</c:v>
                </c:pt>
                <c:pt idx="497">
                  <c:v>1275.3438700950639</c:v>
                </c:pt>
                <c:pt idx="498">
                  <c:v>1275.2418500100305</c:v>
                </c:pt>
                <c:pt idx="499">
                  <c:v>1275.137139067009</c:v>
                </c:pt>
                <c:pt idx="500">
                  <c:v>1275.0297371201018</c:v>
                </c:pt>
                <c:pt idx="501">
                  <c:v>1274.9196440273463</c:v>
                </c:pt>
                <c:pt idx="502">
                  <c:v>1274.8068596508263</c:v>
                </c:pt>
                <c:pt idx="503">
                  <c:v>1274.6913838566236</c:v>
                </c:pt>
                <c:pt idx="504">
                  <c:v>1274.573216514802</c:v>
                </c:pt>
                <c:pt idx="505">
                  <c:v>1274.4523574994635</c:v>
                </c:pt>
                <c:pt idx="506">
                  <c:v>1274.3288066886828</c:v>
                </c:pt>
                <c:pt idx="507">
                  <c:v>1274.2025639645101</c:v>
                </c:pt>
                <c:pt idx="508">
                  <c:v>1274.0736292130443</c:v>
                </c:pt>
                <c:pt idx="509">
                  <c:v>1273.9420023243595</c:v>
                </c:pt>
                <c:pt idx="510">
                  <c:v>1273.8076831925425</c:v>
                </c:pt>
                <c:pt idx="511">
                  <c:v>1273.6706717156478</c:v>
                </c:pt>
                <c:pt idx="512">
                  <c:v>1273.5309677957437</c:v>
                </c:pt>
                <c:pt idx="513">
                  <c:v>1273.3885713389009</c:v>
                </c:pt>
                <c:pt idx="514">
                  <c:v>1273.2434822551832</c:v>
                </c:pt>
                <c:pt idx="515">
                  <c:v>1273.095700458666</c:v>
                </c:pt>
                <c:pt idx="516">
                  <c:v>1272.9452258674028</c:v>
                </c:pt>
                <c:pt idx="517">
                  <c:v>1272.7920584034509</c:v>
                </c:pt>
                <c:pt idx="518">
                  <c:v>1272.6361979928306</c:v>
                </c:pt>
                <c:pt idx="519">
                  <c:v>1272.4776445656453</c:v>
                </c:pt>
                <c:pt idx="520">
                  <c:v>1272.3163980558886</c:v>
                </c:pt>
                <c:pt idx="521">
                  <c:v>1272.1524584016424</c:v>
                </c:pt>
                <c:pt idx="522">
                  <c:v>1271.9858255449512</c:v>
                </c:pt>
                <c:pt idx="523">
                  <c:v>1271.8164994318058</c:v>
                </c:pt>
                <c:pt idx="524">
                  <c:v>1271.6444800122658</c:v>
                </c:pt>
                <c:pt idx="525">
                  <c:v>1271.4697672403504</c:v>
                </c:pt>
                <c:pt idx="526">
                  <c:v>1271.2923610741084</c:v>
                </c:pt>
                <c:pt idx="527">
                  <c:v>1269.6122614755323</c:v>
                </c:pt>
                <c:pt idx="528">
                  <c:v>1269.4294684106624</c:v>
                </c:pt>
                <c:pt idx="529">
                  <c:v>1269.2439818494859</c:v>
                </c:pt>
                <c:pt idx="530">
                  <c:v>1269.0558017660376</c:v>
                </c:pt>
                <c:pt idx="531">
                  <c:v>1268.8649281383068</c:v>
                </c:pt>
                <c:pt idx="532">
                  <c:v>1268.6713609483334</c:v>
                </c:pt>
                <c:pt idx="533">
                  <c:v>1268.4751001820941</c:v>
                </c:pt>
                <c:pt idx="534">
                  <c:v>1268.27614582961</c:v>
                </c:pt>
                <c:pt idx="535">
                  <c:v>1268.0744978848606</c:v>
                </c:pt>
                <c:pt idx="536">
                  <c:v>1267.8701563458758</c:v>
                </c:pt>
                <c:pt idx="537">
                  <c:v>1267.6631212146506</c:v>
                </c:pt>
                <c:pt idx="538">
                  <c:v>1267.4533924971468</c:v>
                </c:pt>
                <c:pt idx="539">
                  <c:v>1267.2409702034008</c:v>
                </c:pt>
                <c:pt idx="540">
                  <c:v>1267.025854347412</c:v>
                </c:pt>
                <c:pt idx="541">
                  <c:v>1266.8080449471834</c:v>
                </c:pt>
                <c:pt idx="542">
                  <c:v>1266.5875420247182</c:v>
                </c:pt>
                <c:pt idx="543">
                  <c:v>1266.3643456059938</c:v>
                </c:pt>
                <c:pt idx="544">
                  <c:v>1266.1384557210718</c:v>
                </c:pt>
                <c:pt idx="545">
                  <c:v>1265.9098724039432</c:v>
                </c:pt>
                <c:pt idx="546">
                  <c:v>1265.6785956925974</c:v>
                </c:pt>
                <c:pt idx="547">
                  <c:v>1265.4446256290805</c:v>
                </c:pt>
                <c:pt idx="548">
                  <c:v>1265.207962259432</c:v>
                </c:pt>
                <c:pt idx="549">
                  <c:v>1264.9686056336648</c:v>
                </c:pt>
                <c:pt idx="550">
                  <c:v>1264.7265558058145</c:v>
                </c:pt>
                <c:pt idx="551">
                  <c:v>1264.4818128339552</c:v>
                </c:pt>
                <c:pt idx="552">
                  <c:v>1264.2343767801283</c:v>
                </c:pt>
                <c:pt idx="553">
                  <c:v>1263.9842477104173</c:v>
                </c:pt>
                <c:pt idx="554">
                  <c:v>1263.7314256948705</c:v>
                </c:pt>
                <c:pt idx="555">
                  <c:v>1263.4759108075941</c:v>
                </c:pt>
                <c:pt idx="556">
                  <c:v>1263.2177031266774</c:v>
                </c:pt>
                <c:pt idx="557">
                  <c:v>1262.956802734247</c:v>
                </c:pt>
                <c:pt idx="558">
                  <c:v>1262.6932097164124</c:v>
                </c:pt>
                <c:pt idx="559">
                  <c:v>1262.4269241633212</c:v>
                </c:pt>
                <c:pt idx="560">
                  <c:v>1262.1579461691547</c:v>
                </c:pt>
                <c:pt idx="561">
                  <c:v>1261.886275832057</c:v>
                </c:pt>
                <c:pt idx="562">
                  <c:v>1261.6119132542253</c:v>
                </c:pt>
                <c:pt idx="563">
                  <c:v>1261.3348585418923</c:v>
                </c:pt>
                <c:pt idx="564">
                  <c:v>1261.055111805279</c:v>
                </c:pt>
                <c:pt idx="565">
                  <c:v>1260.7726731586272</c:v>
                </c:pt>
                <c:pt idx="566">
                  <c:v>1260.4875427202303</c:v>
                </c:pt>
                <c:pt idx="567">
                  <c:v>1260.1997206123899</c:v>
                </c:pt>
                <c:pt idx="568">
                  <c:v>1259.9092069614144</c:v>
                </c:pt>
                <c:pt idx="569">
                  <c:v>1259.61600189769</c:v>
                </c:pt>
                <c:pt idx="570">
                  <c:v>1259.320105555568</c:v>
                </c:pt>
                <c:pt idx="571">
                  <c:v>1259.0215180734804</c:v>
                </c:pt>
                <c:pt idx="572">
                  <c:v>1258.7202395938691</c:v>
                </c:pt>
                <c:pt idx="573">
                  <c:v>1258.4162702631791</c:v>
                </c:pt>
                <c:pt idx="574">
                  <c:v>1258.1096102319493</c:v>
                </c:pt>
                <c:pt idx="575">
                  <c:v>1257.8002596547119</c:v>
                </c:pt>
                <c:pt idx="576">
                  <c:v>1257.4882186900313</c:v>
                </c:pt>
                <c:pt idx="577">
                  <c:v>1257.1734875005302</c:v>
                </c:pt>
                <c:pt idx="578">
                  <c:v>1256.8560662528682</c:v>
                </c:pt>
                <c:pt idx="579">
                  <c:v>1256.5359551177278</c:v>
                </c:pt>
                <c:pt idx="580">
                  <c:v>1256.2131542698787</c:v>
                </c:pt>
                <c:pt idx="581">
                  <c:v>1255.8876638880756</c:v>
                </c:pt>
                <c:pt idx="582">
                  <c:v>1255.5594841551551</c:v>
                </c:pt>
                <c:pt idx="583">
                  <c:v>1255.2286152579923</c:v>
                </c:pt>
                <c:pt idx="584">
                  <c:v>1254.8950573875059</c:v>
                </c:pt>
                <c:pt idx="585">
                  <c:v>1254.5588107386859</c:v>
                </c:pt>
                <c:pt idx="586">
                  <c:v>1254.2198755105649</c:v>
                </c:pt>
                <c:pt idx="587">
                  <c:v>1253.8782519062129</c:v>
                </c:pt>
                <c:pt idx="588">
                  <c:v>1253.5339401327774</c:v>
                </c:pt>
                <c:pt idx="589">
                  <c:v>1253.1869404014476</c:v>
                </c:pt>
                <c:pt idx="590">
                  <c:v>1252.8372529274891</c:v>
                </c:pt>
                <c:pt idx="591">
                  <c:v>1252.4848779302185</c:v>
                </c:pt>
                <c:pt idx="592">
                  <c:v>1252.1298156330354</c:v>
                </c:pt>
                <c:pt idx="593">
                  <c:v>1251.772066263366</c:v>
                </c:pt>
                <c:pt idx="594">
                  <c:v>1251.411630052726</c:v>
                </c:pt>
                <c:pt idx="595">
                  <c:v>1251.0485072367258</c:v>
                </c:pt>
                <c:pt idx="596">
                  <c:v>1250.6826980550284</c:v>
                </c:pt>
                <c:pt idx="597">
                  <c:v>1250.3142027513557</c:v>
                </c:pt>
                <c:pt idx="598">
                  <c:v>1249.9430215734897</c:v>
                </c:pt>
                <c:pt idx="599">
                  <c:v>1249.5691547733636</c:v>
                </c:pt>
                <c:pt idx="600">
                  <c:v>1249.1926026069182</c:v>
                </c:pt>
                <c:pt idx="601">
                  <c:v>1248.8133653342236</c:v>
                </c:pt>
                <c:pt idx="602">
                  <c:v>1248.4314432194014</c:v>
                </c:pt>
                <c:pt idx="603">
                  <c:v>1248.0468365306697</c:v>
                </c:pt>
                <c:pt idx="604">
                  <c:v>1247.6595455403638</c:v>
                </c:pt>
                <c:pt idx="605">
                  <c:v>1247.2695705248641</c:v>
                </c:pt>
                <c:pt idx="606">
                  <c:v>1246.8769117646932</c:v>
                </c:pt>
                <c:pt idx="607">
                  <c:v>1246.4815695444299</c:v>
                </c:pt>
                <c:pt idx="608">
                  <c:v>1246.0835441527699</c:v>
                </c:pt>
                <c:pt idx="609">
                  <c:v>1245.6828358825076</c:v>
                </c:pt>
                <c:pt idx="610">
                  <c:v>1245.2794450305369</c:v>
                </c:pt>
                <c:pt idx="611">
                  <c:v>1244.8733718978572</c:v>
                </c:pt>
                <c:pt idx="612">
                  <c:v>1244.4646167895985</c:v>
                </c:pt>
                <c:pt idx="613">
                  <c:v>1244.0531800149733</c:v>
                </c:pt>
                <c:pt idx="614">
                  <c:v>1243.6390618873372</c:v>
                </c:pt>
                <c:pt idx="615">
                  <c:v>1243.2222627241167</c:v>
                </c:pt>
                <c:pt idx="616">
                  <c:v>1242.8027828469067</c:v>
                </c:pt>
                <c:pt idx="617">
                  <c:v>1242.3806225813937</c:v>
                </c:pt>
                <c:pt idx="618">
                  <c:v>1241.9557822573868</c:v>
                </c:pt>
                <c:pt idx="619">
                  <c:v>1241.5282622088457</c:v>
                </c:pt>
                <c:pt idx="620">
                  <c:v>1241.0980627738545</c:v>
                </c:pt>
                <c:pt idx="621">
                  <c:v>1240.6651842946033</c:v>
                </c:pt>
                <c:pt idx="622">
                  <c:v>1240.2296271174596</c:v>
                </c:pt>
                <c:pt idx="623">
                  <c:v>1239.7913915928661</c:v>
                </c:pt>
                <c:pt idx="624">
                  <c:v>1239.3504780755034</c:v>
                </c:pt>
                <c:pt idx="625">
                  <c:v>1238.9068869240994</c:v>
                </c:pt>
                <c:pt idx="626">
                  <c:v>1238.4606185015778</c:v>
                </c:pt>
                <c:pt idx="627">
                  <c:v>1238.0116731749947</c:v>
                </c:pt>
                <c:pt idx="628">
                  <c:v>1237.5600513155896</c:v>
                </c:pt>
                <c:pt idx="629">
                  <c:v>1237.1057532987193</c:v>
                </c:pt>
                <c:pt idx="630">
                  <c:v>1236.6487795039193</c:v>
                </c:pt>
                <c:pt idx="631">
                  <c:v>1236.1891303148852</c:v>
                </c:pt>
                <c:pt idx="632">
                  <c:v>1235.7268061194743</c:v>
                </c:pt>
                <c:pt idx="633">
                  <c:v>1235.2618073097149</c:v>
                </c:pt>
                <c:pt idx="634">
                  <c:v>1234.7941342818117</c:v>
                </c:pt>
                <c:pt idx="635">
                  <c:v>1234.3237874361373</c:v>
                </c:pt>
                <c:pt idx="636">
                  <c:v>1233.8507671772336</c:v>
                </c:pt>
                <c:pt idx="637">
                  <c:v>1233.3750739138516</c:v>
                </c:pt>
                <c:pt idx="638">
                  <c:v>1232.8967080588891</c:v>
                </c:pt>
                <c:pt idx="639">
                  <c:v>1232.4156700294645</c:v>
                </c:pt>
                <c:pt idx="640">
                  <c:v>1231.9319602468727</c:v>
                </c:pt>
                <c:pt idx="641">
                  <c:v>1231.4455791365917</c:v>
                </c:pt>
                <c:pt idx="642">
                  <c:v>1230.9565271283166</c:v>
                </c:pt>
                <c:pt idx="643">
                  <c:v>1230.46480465595</c:v>
                </c:pt>
                <c:pt idx="644">
                  <c:v>1229.9704121575689</c:v>
                </c:pt>
                <c:pt idx="645">
                  <c:v>1229.4733500754955</c:v>
                </c:pt>
                <c:pt idx="646">
                  <c:v>1228.9736188562215</c:v>
                </c:pt>
                <c:pt idx="647">
                  <c:v>1228.4712189504974</c:v>
                </c:pt>
                <c:pt idx="648">
                  <c:v>1227.9661508132599</c:v>
                </c:pt>
                <c:pt idx="649">
                  <c:v>1227.4584149036759</c:v>
                </c:pt>
                <c:pt idx="650">
                  <c:v>1226.9480116851544</c:v>
                </c:pt>
                <c:pt idx="651">
                  <c:v>1226.4349416253085</c:v>
                </c:pt>
                <c:pt idx="652">
                  <c:v>1225.9192051960201</c:v>
                </c:pt>
                <c:pt idx="653">
                  <c:v>1225.4008028733829</c:v>
                </c:pt>
                <c:pt idx="654">
                  <c:v>1224.8797351377164</c:v>
                </c:pt>
                <c:pt idx="655">
                  <c:v>1224.3560024736166</c:v>
                </c:pt>
                <c:pt idx="656">
                  <c:v>1223.8296053699305</c:v>
                </c:pt>
                <c:pt idx="657">
                  <c:v>1223.3005443197321</c:v>
                </c:pt>
                <c:pt idx="658">
                  <c:v>1222.7688198203559</c:v>
                </c:pt>
                <c:pt idx="659">
                  <c:v>1222.2344323734246</c:v>
                </c:pt>
                <c:pt idx="660">
                  <c:v>1221.697382484783</c:v>
                </c:pt>
                <c:pt idx="661">
                  <c:v>1221.1576706645851</c:v>
                </c:pt>
                <c:pt idx="662">
                  <c:v>1220.6152974272479</c:v>
                </c:pt>
                <c:pt idx="663">
                  <c:v>1220.0702632914401</c:v>
                </c:pt>
                <c:pt idx="664">
                  <c:v>1219.5225687801335</c:v>
                </c:pt>
                <c:pt idx="665">
                  <c:v>1218.9722144205655</c:v>
                </c:pt>
                <c:pt idx="666">
                  <c:v>1218.4192007442882</c:v>
                </c:pt>
                <c:pt idx="667">
                  <c:v>1217.8635282871323</c:v>
                </c:pt>
                <c:pt idx="668">
                  <c:v>1217.3051975892249</c:v>
                </c:pt>
                <c:pt idx="669">
                  <c:v>1216.7442091950054</c:v>
                </c:pt>
                <c:pt idx="670">
                  <c:v>1216.1805636532138</c:v>
                </c:pt>
                <c:pt idx="671">
                  <c:v>1215.6142615168808</c:v>
                </c:pt>
                <c:pt idx="672">
                  <c:v>1215.0453033433862</c:v>
                </c:pt>
                <c:pt idx="673">
                  <c:v>1214.4736896943882</c:v>
                </c:pt>
                <c:pt idx="674">
                  <c:v>1213.8994211359186</c:v>
                </c:pt>
                <c:pt idx="675">
                  <c:v>1213.3224982382958</c:v>
                </c:pt>
                <c:pt idx="676">
                  <c:v>1212.7429215761856</c:v>
                </c:pt>
                <c:pt idx="677">
                  <c:v>1212.1606917285769</c:v>
                </c:pt>
                <c:pt idx="678">
                  <c:v>1211.5758092788326</c:v>
                </c:pt>
                <c:pt idx="679">
                  <c:v>1210.9882748146388</c:v>
                </c:pt>
                <c:pt idx="680">
                  <c:v>1210.3980889280251</c:v>
                </c:pt>
                <c:pt idx="681">
                  <c:v>1209.8052522153739</c:v>
                </c:pt>
                <c:pt idx="682">
                  <c:v>1209.2097652774555</c:v>
                </c:pt>
                <c:pt idx="683">
                  <c:v>1208.6116287193888</c:v>
                </c:pt>
                <c:pt idx="684">
                  <c:v>1208.0108431506585</c:v>
                </c:pt>
                <c:pt idx="685">
                  <c:v>1207.4074091851171</c:v>
                </c:pt>
                <c:pt idx="686">
                  <c:v>1206.8013274410239</c:v>
                </c:pt>
                <c:pt idx="687">
                  <c:v>1206.1925985409794</c:v>
                </c:pt>
                <c:pt idx="688">
                  <c:v>1205.5812231120035</c:v>
                </c:pt>
                <c:pt idx="689">
                  <c:v>1204.9672017855064</c:v>
                </c:pt>
                <c:pt idx="690">
                  <c:v>1204.3505351972954</c:v>
                </c:pt>
                <c:pt idx="691">
                  <c:v>1203.73122398756</c:v>
                </c:pt>
                <c:pt idx="692">
                  <c:v>1203.1092688009439</c:v>
                </c:pt>
                <c:pt idx="693">
                  <c:v>1202.4846702864515</c:v>
                </c:pt>
                <c:pt idx="694">
                  <c:v>1201.8574290975396</c:v>
                </c:pt>
                <c:pt idx="695">
                  <c:v>1201.2275458920767</c:v>
                </c:pt>
                <c:pt idx="696">
                  <c:v>1200.5950213323529</c:v>
                </c:pt>
                <c:pt idx="697">
                  <c:v>1199.9598560851014</c:v>
                </c:pt>
                <c:pt idx="698">
                  <c:v>1199.322050821527</c:v>
                </c:pt>
                <c:pt idx="699">
                  <c:v>1198.6816062172047</c:v>
                </c:pt>
                <c:pt idx="700">
                  <c:v>1198.0385229522246</c:v>
                </c:pt>
                <c:pt idx="701">
                  <c:v>1197.3928017111007</c:v>
                </c:pt>
                <c:pt idx="702">
                  <c:v>1196.7444431828114</c:v>
                </c:pt>
                <c:pt idx="703">
                  <c:v>1196.0934480607896</c:v>
                </c:pt>
                <c:pt idx="704">
                  <c:v>1195.4398170429793</c:v>
                </c:pt>
                <c:pt idx="705">
                  <c:v>1194.7835508317612</c:v>
                </c:pt>
                <c:pt idx="706">
                  <c:v>1194.1246501340081</c:v>
                </c:pt>
                <c:pt idx="707">
                  <c:v>1193.4631156610776</c:v>
                </c:pt>
                <c:pt idx="708">
                  <c:v>1192.7989481288416</c:v>
                </c:pt>
                <c:pt idx="709">
                  <c:v>1192.1321482576382</c:v>
                </c:pt>
                <c:pt idx="710">
                  <c:v>1191.4627167723272</c:v>
                </c:pt>
                <c:pt idx="711">
                  <c:v>1190.7906544022958</c:v>
                </c:pt>
                <c:pt idx="712">
                  <c:v>1190.115961881402</c:v>
                </c:pt>
                <c:pt idx="713">
                  <c:v>1189.4386399480697</c:v>
                </c:pt>
                <c:pt idx="714">
                  <c:v>1188.7586893452171</c:v>
                </c:pt>
                <c:pt idx="715">
                  <c:v>1188.0761108203133</c:v>
                </c:pt>
                <c:pt idx="716">
                  <c:v>1187.3909051253611</c:v>
                </c:pt>
                <c:pt idx="717">
                  <c:v>1186.7030730168999</c:v>
                </c:pt>
                <c:pt idx="718">
                  <c:v>1186.0126152560465</c:v>
                </c:pt>
                <c:pt idx="719">
                  <c:v>1185.3195326084276</c:v>
                </c:pt>
                <c:pt idx="720">
                  <c:v>1184.623825844295</c:v>
                </c:pt>
                <c:pt idx="721">
                  <c:v>1183.9254957383971</c:v>
                </c:pt>
                <c:pt idx="722">
                  <c:v>1183.2245430701166</c:v>
                </c:pt>
                <c:pt idx="723">
                  <c:v>1182.520968623385</c:v>
                </c:pt>
                <c:pt idx="724">
                  <c:v>1181.8147731867177</c:v>
                </c:pt>
                <c:pt idx="725">
                  <c:v>1181.1059575532365</c:v>
                </c:pt>
                <c:pt idx="726">
                  <c:v>1180.3945225206596</c:v>
                </c:pt>
                <c:pt idx="727">
                  <c:v>1179.680468891326</c:v>
                </c:pt>
                <c:pt idx="728">
                  <c:v>1178.9637974721279</c:v>
                </c:pt>
                <c:pt idx="729">
                  <c:v>1178.2445090746496</c:v>
                </c:pt>
                <c:pt idx="730">
                  <c:v>1177.5226045150494</c:v>
                </c:pt>
                <c:pt idx="731">
                  <c:v>1176.7980846141361</c:v>
                </c:pt>
                <c:pt idx="732">
                  <c:v>1176.070950197342</c:v>
                </c:pt>
                <c:pt idx="733">
                  <c:v>1175.3412020947712</c:v>
                </c:pt>
                <c:pt idx="734">
                  <c:v>1174.6088411411481</c:v>
                </c:pt>
                <c:pt idx="735">
                  <c:v>1173.8738681758502</c:v>
                </c:pt>
                <c:pt idx="736">
                  <c:v>1173.1362840429415</c:v>
                </c:pt>
                <c:pt idx="737">
                  <c:v>1172.3960895911403</c:v>
                </c:pt>
                <c:pt idx="738">
                  <c:v>1171.6532856738463</c:v>
                </c:pt>
                <c:pt idx="739">
                  <c:v>1170.9078731491345</c:v>
                </c:pt>
                <c:pt idx="740">
                  <c:v>1170.1598528797699</c:v>
                </c:pt>
                <c:pt idx="741">
                  <c:v>1169.4092257332306</c:v>
                </c:pt>
                <c:pt idx="742">
                  <c:v>1168.6559925816732</c:v>
                </c:pt>
                <c:pt idx="743">
                  <c:v>1167.9001543019763</c:v>
                </c:pt>
                <c:pt idx="744">
                  <c:v>1167.1417117757362</c:v>
                </c:pt>
                <c:pt idx="745">
                  <c:v>1166.3806658892552</c:v>
                </c:pt>
                <c:pt idx="746">
                  <c:v>1165.6170175336056</c:v>
                </c:pt>
                <c:pt idx="747">
                  <c:v>1164.8507676045547</c:v>
                </c:pt>
                <c:pt idx="748">
                  <c:v>1164.0819170026305</c:v>
                </c:pt>
                <c:pt idx="749">
                  <c:v>1163.3104666331128</c:v>
                </c:pt>
                <c:pt idx="750">
                  <c:v>1162.5364174060421</c:v>
                </c:pt>
                <c:pt idx="751">
                  <c:v>1161.7597702362189</c:v>
                </c:pt>
                <c:pt idx="752">
                  <c:v>1160.9805260432165</c:v>
                </c:pt>
                <c:pt idx="753">
                  <c:v>1160.1986857514053</c:v>
                </c:pt>
                <c:pt idx="754">
                  <c:v>1159.4142502898985</c:v>
                </c:pt>
                <c:pt idx="755">
                  <c:v>1158.6272205926648</c:v>
                </c:pt>
                <c:pt idx="756">
                  <c:v>1157.8375975984079</c:v>
                </c:pt>
                <c:pt idx="757">
                  <c:v>1157.0453822506995</c:v>
                </c:pt>
                <c:pt idx="758">
                  <c:v>1156.250575497897</c:v>
                </c:pt>
                <c:pt idx="759">
                  <c:v>1155.4531782931895</c:v>
                </c:pt>
                <c:pt idx="760">
                  <c:v>1154.6531915945784</c:v>
                </c:pt>
                <c:pt idx="761">
                  <c:v>1153.8506163649467</c:v>
                </c:pt>
                <c:pt idx="762">
                  <c:v>1153.0454535719862</c:v>
                </c:pt>
                <c:pt idx="763">
                  <c:v>1152.2377041882448</c:v>
                </c:pt>
                <c:pt idx="764">
                  <c:v>1151.427369191143</c:v>
                </c:pt>
                <c:pt idx="765">
                  <c:v>1150.6144495629733</c:v>
                </c:pt>
                <c:pt idx="766">
                  <c:v>1149.7989462909027</c:v>
                </c:pt>
                <c:pt idx="767">
                  <c:v>1148.980860366968</c:v>
                </c:pt>
                <c:pt idx="768">
                  <c:v>1148.1601927881393</c:v>
                </c:pt>
                <c:pt idx="769">
                  <c:v>1147.3369445562266</c:v>
                </c:pt>
                <c:pt idx="770">
                  <c:v>1146.5111166779948</c:v>
                </c:pt>
                <c:pt idx="771">
                  <c:v>1145.6827101651083</c:v>
                </c:pt>
                <c:pt idx="772">
                  <c:v>1144.8517260341587</c:v>
                </c:pt>
                <c:pt idx="773">
                  <c:v>1144.0181653066616</c:v>
                </c:pt>
                <c:pt idx="774">
                  <c:v>1143.1820290090902</c:v>
                </c:pt>
                <c:pt idx="775">
                  <c:v>1142.3433181728415</c:v>
                </c:pt>
                <c:pt idx="776">
                  <c:v>1141.5020338342877</c:v>
                </c:pt>
                <c:pt idx="777">
                  <c:v>1140.6581770347584</c:v>
                </c:pt>
                <c:pt idx="778">
                  <c:v>1139.8117488205705</c:v>
                </c:pt>
                <c:pt idx="779">
                  <c:v>1138.9627502429889</c:v>
                </c:pt>
                <c:pt idx="780">
                  <c:v>1138.1111823583019</c:v>
                </c:pt>
                <c:pt idx="781">
                  <c:v>1137.2570462277697</c:v>
                </c:pt>
                <c:pt idx="782">
                  <c:v>1136.4003429176767</c:v>
                </c:pt>
                <c:pt idx="783">
                  <c:v>1135.5410734993079</c:v>
                </c:pt>
                <c:pt idx="784">
                  <c:v>1134.6792390489854</c:v>
                </c:pt>
                <c:pt idx="785">
                  <c:v>1133.8148406480491</c:v>
                </c:pt>
                <c:pt idx="786">
                  <c:v>1132.9478793828828</c:v>
                </c:pt>
                <c:pt idx="787">
                  <c:v>1132.0783563449304</c:v>
                </c:pt>
                <c:pt idx="788">
                  <c:v>1131.2062726306738</c:v>
                </c:pt>
                <c:pt idx="789">
                  <c:v>1130.3316293416722</c:v>
                </c:pt>
                <c:pt idx="790">
                  <c:v>1129.4544275845547</c:v>
                </c:pt>
                <c:pt idx="791">
                  <c:v>1128.5746684710384</c:v>
                </c:pt>
                <c:pt idx="792">
                  <c:v>1127.6923531179191</c:v>
                </c:pt>
                <c:pt idx="793">
                  <c:v>1126.8074826471118</c:v>
                </c:pt>
                <c:pt idx="794">
                  <c:v>1125.9200581856323</c:v>
                </c:pt>
                <c:pt idx="795">
                  <c:v>1125.0300808656214</c:v>
                </c:pt>
                <c:pt idx="796">
                  <c:v>1124.1375518243294</c:v>
                </c:pt>
                <c:pt idx="797">
                  <c:v>1123.2424722041565</c:v>
                </c:pt>
                <c:pt idx="798">
                  <c:v>1122.3448431526595</c:v>
                </c:pt>
                <c:pt idx="799">
                  <c:v>1121.4446658225343</c:v>
                </c:pt>
                <c:pt idx="800">
                  <c:v>1120.54194137164</c:v>
                </c:pt>
                <c:pt idx="801">
                  <c:v>1119.6366709630163</c:v>
                </c:pt>
                <c:pt idx="802">
                  <c:v>1118.728855764886</c:v>
                </c:pt>
                <c:pt idx="803">
                  <c:v>1117.8184969506567</c:v>
                </c:pt>
                <c:pt idx="804">
                  <c:v>1116.9055956989539</c:v>
                </c:pt>
                <c:pt idx="805">
                  <c:v>1115.9901531935823</c:v>
                </c:pt>
                <c:pt idx="806">
                  <c:v>1115.0721706235906</c:v>
                </c:pt>
                <c:pt idx="807">
                  <c:v>1114.1516491832645</c:v>
                </c:pt>
                <c:pt idx="808">
                  <c:v>1113.2285900721029</c:v>
                </c:pt>
                <c:pt idx="809">
                  <c:v>1112.3029944948701</c:v>
                </c:pt>
                <c:pt idx="810">
                  <c:v>1111.3748636615758</c:v>
                </c:pt>
                <c:pt idx="811">
                  <c:v>1110.4441987875164</c:v>
                </c:pt>
                <c:pt idx="812">
                  <c:v>1109.511001093254</c:v>
                </c:pt>
                <c:pt idx="813">
                  <c:v>1108.575271804634</c:v>
                </c:pt>
                <c:pt idx="814">
                  <c:v>1107.637012152798</c:v>
                </c:pt>
                <c:pt idx="815">
                  <c:v>1106.6962233742247</c:v>
                </c:pt>
                <c:pt idx="816">
                  <c:v>1105.7529067106675</c:v>
                </c:pt>
                <c:pt idx="817">
                  <c:v>1104.8070634092383</c:v>
                </c:pt>
                <c:pt idx="818">
                  <c:v>1103.8586947223528</c:v>
                </c:pt>
                <c:pt idx="819">
                  <c:v>1102.9078019078156</c:v>
                </c:pt>
                <c:pt idx="820">
                  <c:v>1101.9543862287485</c:v>
                </c:pt>
                <c:pt idx="821">
                  <c:v>1100.9984489536575</c:v>
                </c:pt>
                <c:pt idx="822">
                  <c:v>1100.0399913564327</c:v>
                </c:pt>
                <c:pt idx="823">
                  <c:v>1099.0790147163518</c:v>
                </c:pt>
                <c:pt idx="824">
                  <c:v>1098.1155203180706</c:v>
                </c:pt>
                <c:pt idx="825">
                  <c:v>1097.1495094516613</c:v>
                </c:pt>
                <c:pt idx="826">
                  <c:v>1096.1809834126293</c:v>
                </c:pt>
                <c:pt idx="827">
                  <c:v>1095.2099435019106</c:v>
                </c:pt>
                <c:pt idx="828">
                  <c:v>1094.2363910258459</c:v>
                </c:pt>
                <c:pt idx="829">
                  <c:v>1093.2603272962513</c:v>
                </c:pt>
                <c:pt idx="830">
                  <c:v>1092.2817536304117</c:v>
                </c:pt>
                <c:pt idx="831">
                  <c:v>1091.3006713510581</c:v>
                </c:pt>
                <c:pt idx="832">
                  <c:v>1090.3170817864318</c:v>
                </c:pt>
                <c:pt idx="833">
                  <c:v>1089.3309862702504</c:v>
                </c:pt>
                <c:pt idx="834">
                  <c:v>1088.342386141725</c:v>
                </c:pt>
                <c:pt idx="835">
                  <c:v>1032.4684601599859</c:v>
                </c:pt>
                <c:pt idx="836">
                  <c:v>979.07067470258949</c:v>
                </c:pt>
                <c:pt idx="837">
                  <c:v>928.03915818127962</c:v>
                </c:pt>
                <c:pt idx="838">
                  <c:v>879.2689142423784</c:v>
                </c:pt>
                <c:pt idx="839">
                  <c:v>832.65960544232496</c:v>
                </c:pt>
                <c:pt idx="840">
                  <c:v>788.11534652198714</c:v>
                </c:pt>
                <c:pt idx="841">
                  <c:v>745.54450685382903</c:v>
                </c:pt>
                <c:pt idx="842">
                  <c:v>704.85952165491426</c:v>
                </c:pt>
                <c:pt idx="843">
                  <c:v>665.97671157678974</c:v>
                </c:pt>
                <c:pt idx="844">
                  <c:v>628.81611030054455</c:v>
                </c:pt>
                <c:pt idx="845">
                  <c:v>593.30129978184254</c:v>
                </c:pt>
                <c:pt idx="846">
                  <c:v>559.35925280648053</c:v>
                </c:pt>
                <c:pt idx="847">
                  <c:v>526.92018253208801</c:v>
                </c:pt>
                <c:pt idx="848">
                  <c:v>495.91739870598178</c:v>
                </c:pt>
                <c:pt idx="849">
                  <c:v>466.28717026293646</c:v>
                </c:pt>
                <c:pt idx="850">
                  <c:v>437.96859401978264</c:v>
                </c:pt>
                <c:pt idx="851">
                  <c:v>410.90346919630383</c:v>
                </c:pt>
                <c:pt idx="852">
                  <c:v>385.03617750390646</c:v>
                </c:pt>
                <c:pt idx="853">
                  <c:v>360.31356855500746</c:v>
                </c:pt>
                <c:pt idx="854">
                  <c:v>336.68485035705214</c:v>
                </c:pt>
                <c:pt idx="855">
                  <c:v>314.10148466554045</c:v>
                </c:pt>
                <c:pt idx="856">
                  <c:v>292.51708698046519</c:v>
                </c:pt>
                <c:pt idx="857">
                  <c:v>272.07377513415929</c:v>
                </c:pt>
                <c:pt idx="858">
                  <c:v>252.98426562240189</c:v>
                </c:pt>
                <c:pt idx="859">
                  <c:v>234.81289977237597</c:v>
                </c:pt>
                <c:pt idx="860">
                  <c:v>217.51623468690997</c:v>
                </c:pt>
                <c:pt idx="861">
                  <c:v>201.05285346028731</c:v>
                </c:pt>
                <c:pt idx="862">
                  <c:v>185.38327153861889</c:v>
                </c:pt>
                <c:pt idx="863">
                  <c:v>170.46984737212711</c:v>
                </c:pt>
                <c:pt idx="864">
                  <c:v>156.27669716329865</c:v>
                </c:pt>
                <c:pt idx="865">
                  <c:v>142.76961352373769</c:v>
                </c:pt>
                <c:pt idx="866">
                  <c:v>129.91598786101892</c:v>
                </c:pt>
                <c:pt idx="867">
                  <c:v>117.68473632491802</c:v>
                </c:pt>
                <c:pt idx="868">
                  <c:v>106.04622915010361</c:v>
                </c:pt>
                <c:pt idx="869">
                  <c:v>94.972223239731491</c:v>
                </c:pt>
                <c:pt idx="870">
                  <c:v>84.435797841392528</c:v>
                </c:pt>
                <c:pt idx="871">
                  <c:v>74.411293173554569</c:v>
                </c:pt>
                <c:pt idx="872">
                  <c:v>64.874251867015346</c:v>
                </c:pt>
                <c:pt idx="873">
                  <c:v>55.801363091955409</c:v>
                </c:pt>
                <c:pt idx="874">
                  <c:v>47.170409246975282</c:v>
                </c:pt>
                <c:pt idx="875">
                  <c:v>38.960215092004034</c:v>
                </c:pt>
                <c:pt idx="876">
                  <c:v>31.150599212216704</c:v>
                </c:pt>
                <c:pt idx="877">
                  <c:v>23.722327705080588</c:v>
                </c:pt>
                <c:pt idx="878">
                  <c:v>16.657069987386819</c:v>
                </c:pt>
                <c:pt idx="879">
                  <c:v>9.9373566236159547</c:v>
                </c:pt>
                <c:pt idx="880">
                  <c:v>3.5465390812408657</c:v>
                </c:pt>
                <c:pt idx="881">
                  <c:v>-2.5312486774098772</c:v>
                </c:pt>
                <c:pt idx="882">
                  <c:v>0</c:v>
                </c:pt>
              </c:numCache>
            </c:numRef>
          </c:yVal>
          <c:smooth val="0"/>
        </c:ser>
        <c:dLbls>
          <c:showLegendKey val="0"/>
          <c:showVal val="0"/>
          <c:showCatName val="0"/>
          <c:showSerName val="0"/>
          <c:showPercent val="0"/>
          <c:showBubbleSize val="0"/>
        </c:dLbls>
        <c:axId val="489617336"/>
        <c:axId val="489618512"/>
      </c:scatterChart>
      <c:valAx>
        <c:axId val="489617336"/>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US"/>
                  <a:t>tiempo (seg)</a:t>
                </a:r>
              </a:p>
            </c:rich>
          </c:tx>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489618512"/>
        <c:crosses val="autoZero"/>
        <c:crossBetween val="midCat"/>
      </c:valAx>
      <c:valAx>
        <c:axId val="489618512"/>
        <c:scaling>
          <c:orientation val="minMax"/>
          <c:min val="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US"/>
                  <a:t>Empuje</a:t>
                </a:r>
                <a:r>
                  <a:rPr lang="en-US" baseline="0"/>
                  <a:t> e(N)</a:t>
                </a:r>
                <a:endParaRPr lang="en-US"/>
              </a:p>
            </c:rich>
          </c:tx>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489617336"/>
        <c:crosses val="autoZero"/>
        <c:crossBetween val="midCat"/>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noFill/>
    <a:ln>
      <a:noFill/>
    </a:ln>
    <a:effectLst/>
  </c:spPr>
  <c:txPr>
    <a:bodyPr/>
    <a:lstStyle/>
    <a:p>
      <a:pPr>
        <a:defRPr>
          <a:latin typeface="Times New Roman" panose="02020603050405020304" pitchFamily="18" charset="0"/>
          <a:cs typeface="Times New Roman" panose="02020603050405020304" pitchFamily="18" charset="0"/>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strRef>
          <c:f>'Heat Transfer'!$B$70</c:f>
          <c:strCache>
            <c:ptCount val="1"/>
            <c:pt idx="0">
              <c:v>Ablative-case convective analysis </c:v>
            </c:pt>
          </c:strCache>
        </c:strRef>
      </c:tx>
      <c:layout/>
      <c:overlay val="0"/>
      <c:spPr>
        <a:noFill/>
        <a:ln w="25400">
          <a:noFill/>
        </a:ln>
      </c:spPr>
      <c:txPr>
        <a:bodyPr rot="0" vert="horz"/>
        <a:lstStyle/>
        <a:p>
          <a:pPr>
            <a:defRPr b="1"/>
          </a:pPr>
          <a:endParaRPr lang="en-US"/>
        </a:p>
      </c:txPr>
    </c:title>
    <c:autoTitleDeleted val="0"/>
    <c:plotArea>
      <c:layout/>
      <c:scatterChart>
        <c:scatterStyle val="lineMarker"/>
        <c:varyColors val="0"/>
        <c:ser>
          <c:idx val="0"/>
          <c:order val="0"/>
          <c:tx>
            <c:strRef>
              <c:f>'Heat Transfer'!$C$74</c:f>
              <c:strCache>
                <c:ptCount val="1"/>
                <c:pt idx="0">
                  <c:v>0</c:v>
                </c:pt>
              </c:strCache>
            </c:strRef>
          </c:tx>
          <c:spPr>
            <a:ln w="19050" cap="rnd">
              <a:solidFill>
                <a:schemeClr val="accent1"/>
              </a:solidFill>
              <a:round/>
            </a:ln>
            <a:effectLst/>
          </c:spPr>
          <c:marker>
            <c:symbol val="circle"/>
            <c:size val="5"/>
            <c:spPr>
              <a:solidFill>
                <a:schemeClr val="accent1"/>
              </a:solidFill>
              <a:ln w="9525">
                <a:solidFill>
                  <a:schemeClr val="accent1"/>
                </a:solidFill>
              </a:ln>
              <a:effectLst/>
            </c:spPr>
          </c:marker>
          <c:xVal>
            <c:numRef>
              <c:f>'Heat Transfer'!$D$72:$L$72</c:f>
              <c:numCache>
                <c:formatCode>General</c:formatCode>
                <c:ptCount val="9"/>
                <c:pt idx="0">
                  <c:v>0</c:v>
                </c:pt>
                <c:pt idx="1">
                  <c:v>0.25</c:v>
                </c:pt>
                <c:pt idx="2">
                  <c:v>0.5</c:v>
                </c:pt>
                <c:pt idx="3">
                  <c:v>0.75</c:v>
                </c:pt>
                <c:pt idx="4">
                  <c:v>1</c:v>
                </c:pt>
                <c:pt idx="5">
                  <c:v>1.45</c:v>
                </c:pt>
                <c:pt idx="6">
                  <c:v>1.9</c:v>
                </c:pt>
                <c:pt idx="7">
                  <c:v>2.35</c:v>
                </c:pt>
                <c:pt idx="8">
                  <c:v>2.8</c:v>
                </c:pt>
              </c:numCache>
            </c:numRef>
          </c:xVal>
          <c:yVal>
            <c:numRef>
              <c:f>'Heat Transfer'!$D$74:$L$74</c:f>
              <c:numCache>
                <c:formatCode>0.00</c:formatCode>
                <c:ptCount val="9"/>
                <c:pt idx="0">
                  <c:v>298</c:v>
                </c:pt>
                <c:pt idx="1">
                  <c:v>298</c:v>
                </c:pt>
                <c:pt idx="2">
                  <c:v>298</c:v>
                </c:pt>
                <c:pt idx="3">
                  <c:v>298</c:v>
                </c:pt>
                <c:pt idx="4">
                  <c:v>298</c:v>
                </c:pt>
                <c:pt idx="5">
                  <c:v>298</c:v>
                </c:pt>
                <c:pt idx="6">
                  <c:v>298</c:v>
                </c:pt>
                <c:pt idx="7">
                  <c:v>298</c:v>
                </c:pt>
                <c:pt idx="8">
                  <c:v>298</c:v>
                </c:pt>
              </c:numCache>
            </c:numRef>
          </c:yVal>
          <c:smooth val="0"/>
          <c:extLst xmlns:c16r2="http://schemas.microsoft.com/office/drawing/2015/06/chart">
            <c:ext xmlns:c16="http://schemas.microsoft.com/office/drawing/2014/chart" uri="{C3380CC4-5D6E-409C-BE32-E72D297353CC}">
              <c16:uniqueId val="{00000000-C623-4062-8C80-8E9598A8BEB5}"/>
            </c:ext>
          </c:extLst>
        </c:ser>
        <c:ser>
          <c:idx val="1"/>
          <c:order val="1"/>
          <c:tx>
            <c:strRef>
              <c:f>'Heat Transfer'!$C$86</c:f>
              <c:strCache>
                <c:ptCount val="1"/>
                <c:pt idx="0">
                  <c:v>0.05</c:v>
                </c:pt>
              </c:strCache>
            </c:strRef>
          </c:tx>
          <c:spPr>
            <a:ln w="19050" cap="rnd">
              <a:solidFill>
                <a:schemeClr val="accent2"/>
              </a:solidFill>
              <a:round/>
            </a:ln>
            <a:effectLst/>
          </c:spPr>
          <c:marker>
            <c:symbol val="circle"/>
            <c:size val="5"/>
            <c:spPr>
              <a:solidFill>
                <a:schemeClr val="accent2"/>
              </a:solidFill>
              <a:ln w="9525">
                <a:solidFill>
                  <a:schemeClr val="accent2"/>
                </a:solidFill>
              </a:ln>
              <a:effectLst/>
            </c:spPr>
          </c:marker>
          <c:dLbls>
            <c:dLbl>
              <c:idx val="0"/>
              <c:layout>
                <c:manualLayout>
                  <c:x val="5.12075048709364E-2"/>
                  <c:y val="-9.2187024076112706E-2"/>
                </c:manualLayout>
              </c:layout>
              <c:spPr>
                <a:solidFill>
                  <a:sysClr val="window" lastClr="FFFFFF"/>
                </a:solidFill>
                <a:ln>
                  <a:solidFill>
                    <a:sysClr val="windowText" lastClr="000000"/>
                  </a:solidFill>
                </a:ln>
                <a:effectLst/>
              </c:spPr>
              <c:txPr>
                <a:bodyPr rot="0" vert="horz"/>
                <a:lstStyle/>
                <a:p>
                  <a:pPr>
                    <a:defRPr/>
                  </a:pPr>
                  <a:endParaRPr lang="en-US"/>
                </a:p>
              </c:txPr>
              <c:dLblPos val="r"/>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1-C623-4062-8C80-8E9598A8BEB5}"/>
                </c:ext>
                <c:ext xmlns:c15="http://schemas.microsoft.com/office/drawing/2012/chart" uri="{CE6537A1-D6FC-4f65-9D91-7224C49458BB}">
                  <c15:layout/>
                </c:ext>
              </c:extLst>
            </c:dLbl>
            <c:spPr>
              <a:noFill/>
              <a:ln>
                <a:noFill/>
              </a:ln>
              <a:effectLst/>
            </c:spPr>
            <c:showLegendKey val="0"/>
            <c:showVal val="0"/>
            <c:showCatName val="0"/>
            <c:showSerName val="0"/>
            <c:showPercent val="0"/>
            <c:showBubbleSize val="0"/>
            <c:extLst xmlns:c16r2="http://schemas.microsoft.com/office/drawing/2015/06/chart">
              <c:ext xmlns:c15="http://schemas.microsoft.com/office/drawing/2012/chart" uri="{CE6537A1-D6FC-4f65-9D91-7224C49458BB}">
                <c15:showLeaderLines val="1"/>
              </c:ext>
            </c:extLst>
          </c:dLbls>
          <c:xVal>
            <c:numRef>
              <c:f>'Heat Transfer'!$D$72:$L$72</c:f>
              <c:numCache>
                <c:formatCode>General</c:formatCode>
                <c:ptCount val="9"/>
                <c:pt idx="0">
                  <c:v>0</c:v>
                </c:pt>
                <c:pt idx="1">
                  <c:v>0.25</c:v>
                </c:pt>
                <c:pt idx="2">
                  <c:v>0.5</c:v>
                </c:pt>
                <c:pt idx="3">
                  <c:v>0.75</c:v>
                </c:pt>
                <c:pt idx="4">
                  <c:v>1</c:v>
                </c:pt>
                <c:pt idx="5">
                  <c:v>1.45</c:v>
                </c:pt>
                <c:pt idx="6">
                  <c:v>1.9</c:v>
                </c:pt>
                <c:pt idx="7">
                  <c:v>2.35</c:v>
                </c:pt>
                <c:pt idx="8">
                  <c:v>2.8</c:v>
                </c:pt>
              </c:numCache>
            </c:numRef>
          </c:xVal>
          <c:yVal>
            <c:numRef>
              <c:f>'Heat Transfer'!$D$86:$L$86</c:f>
              <c:numCache>
                <c:formatCode>0.00</c:formatCode>
                <c:ptCount val="9"/>
                <c:pt idx="0">
                  <c:v>659.57034169372298</c:v>
                </c:pt>
                <c:pt idx="1">
                  <c:v>307.79978179855982</c:v>
                </c:pt>
                <c:pt idx="2">
                  <c:v>298.15795961540408</c:v>
                </c:pt>
                <c:pt idx="3">
                  <c:v>298.00170546793709</c:v>
                </c:pt>
                <c:pt idx="4">
                  <c:v>298.00000422705853</c:v>
                </c:pt>
                <c:pt idx="5">
                  <c:v>298.00000088300698</c:v>
                </c:pt>
                <c:pt idx="6">
                  <c:v>298.00000015679711</c:v>
                </c:pt>
                <c:pt idx="7">
                  <c:v>298.00000002319604</c:v>
                </c:pt>
                <c:pt idx="8">
                  <c:v>298.00000000532174</c:v>
                </c:pt>
              </c:numCache>
            </c:numRef>
          </c:yVal>
          <c:smooth val="0"/>
          <c:extLst xmlns:c16r2="http://schemas.microsoft.com/office/drawing/2015/06/chart">
            <c:ext xmlns:c16="http://schemas.microsoft.com/office/drawing/2014/chart" uri="{C3380CC4-5D6E-409C-BE32-E72D297353CC}">
              <c16:uniqueId val="{00000002-C623-4062-8C80-8E9598A8BEB5}"/>
            </c:ext>
          </c:extLst>
        </c:ser>
        <c:ser>
          <c:idx val="2"/>
          <c:order val="2"/>
          <c:tx>
            <c:strRef>
              <c:f>'Heat Transfer'!$C$119</c:f>
              <c:strCache>
                <c:ptCount val="1"/>
                <c:pt idx="0">
                  <c:v>0.17</c:v>
                </c:pt>
              </c:strCache>
            </c:strRef>
          </c:tx>
          <c:spPr>
            <a:ln w="19050" cap="rnd">
              <a:solidFill>
                <a:schemeClr val="accent3"/>
              </a:solidFill>
              <a:round/>
            </a:ln>
            <a:effectLst/>
          </c:spPr>
          <c:marker>
            <c:symbol val="circle"/>
            <c:size val="5"/>
            <c:spPr>
              <a:solidFill>
                <a:schemeClr val="accent3"/>
              </a:solidFill>
              <a:ln w="9525">
                <a:solidFill>
                  <a:schemeClr val="accent3"/>
                </a:solidFill>
              </a:ln>
              <a:effectLst/>
            </c:spPr>
          </c:marker>
          <c:dLbls>
            <c:dLbl>
              <c:idx val="0"/>
              <c:layout>
                <c:manualLayout>
                  <c:x val="7.3922788344293583E-2"/>
                  <c:y val="-3.1326783852043329E-2"/>
                </c:manualLayout>
              </c:layout>
              <c:spPr>
                <a:solidFill>
                  <a:schemeClr val="bg1"/>
                </a:solidFill>
                <a:ln>
                  <a:solidFill>
                    <a:sysClr val="windowText" lastClr="000000"/>
                  </a:solidFill>
                </a:ln>
                <a:effectLst/>
              </c:spPr>
              <c:txPr>
                <a:bodyPr wrap="square" lIns="38100" tIns="19050" rIns="38100" bIns="19050" anchor="ctr">
                  <a:spAutoFit/>
                </a:bodyPr>
                <a:lstStyle/>
                <a:p>
                  <a:pPr>
                    <a:defRPr/>
                  </a:pPr>
                  <a:endParaRPr lang="en-US"/>
                </a:p>
              </c:txPr>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0-C719-4D8F-8803-0D6DC88860CF}"/>
                </c:ext>
                <c:ext xmlns:c15="http://schemas.microsoft.com/office/drawing/2012/chart" uri="{CE6537A1-D6FC-4f65-9D91-7224C49458BB}">
                  <c15:layout/>
                </c:ext>
              </c:extLst>
            </c:dLbl>
            <c:spPr>
              <a:noFill/>
              <a:ln>
                <a:noFill/>
              </a:ln>
              <a:effectLst/>
            </c:spPr>
            <c:showLegendKey val="0"/>
            <c:showVal val="0"/>
            <c:showCatName val="0"/>
            <c:showSerName val="0"/>
            <c:showPercent val="0"/>
            <c:showBubbleSize val="0"/>
            <c:extLst xmlns:c16r2="http://schemas.microsoft.com/office/drawing/2015/06/chart">
              <c:ext xmlns:c15="http://schemas.microsoft.com/office/drawing/2012/chart" uri="{CE6537A1-D6FC-4f65-9D91-7224C49458BB}">
                <c15:showLeaderLines val="1"/>
              </c:ext>
            </c:extLst>
          </c:dLbls>
          <c:xVal>
            <c:numRef>
              <c:f>'Heat Transfer'!$D$72:$L$72</c:f>
              <c:numCache>
                <c:formatCode>General</c:formatCode>
                <c:ptCount val="9"/>
                <c:pt idx="0">
                  <c:v>0</c:v>
                </c:pt>
                <c:pt idx="1">
                  <c:v>0.25</c:v>
                </c:pt>
                <c:pt idx="2">
                  <c:v>0.5</c:v>
                </c:pt>
                <c:pt idx="3">
                  <c:v>0.75</c:v>
                </c:pt>
                <c:pt idx="4">
                  <c:v>1</c:v>
                </c:pt>
                <c:pt idx="5">
                  <c:v>1.45</c:v>
                </c:pt>
                <c:pt idx="6">
                  <c:v>1.9</c:v>
                </c:pt>
                <c:pt idx="7">
                  <c:v>2.35</c:v>
                </c:pt>
                <c:pt idx="8">
                  <c:v>2.8</c:v>
                </c:pt>
              </c:numCache>
            </c:numRef>
          </c:xVal>
          <c:yVal>
            <c:numRef>
              <c:f>'Heat Transfer'!$D$119:$L$119</c:f>
              <c:numCache>
                <c:formatCode>0.00</c:formatCode>
                <c:ptCount val="9"/>
                <c:pt idx="0">
                  <c:v>1108.0880821010148</c:v>
                </c:pt>
                <c:pt idx="1">
                  <c:v>390.49135917310934</c:v>
                </c:pt>
                <c:pt idx="2">
                  <c:v>304.60559145935224</c:v>
                </c:pt>
                <c:pt idx="3">
                  <c:v>298.33915571821353</c:v>
                </c:pt>
                <c:pt idx="4">
                  <c:v>298.0032907657249</c:v>
                </c:pt>
                <c:pt idx="5">
                  <c:v>298.00168643321598</c:v>
                </c:pt>
                <c:pt idx="6">
                  <c:v>298.00086221411482</c:v>
                </c:pt>
                <c:pt idx="7">
                  <c:v>298.00047925640797</c:v>
                </c:pt>
                <c:pt idx="8">
                  <c:v>298.00036855299692</c:v>
                </c:pt>
              </c:numCache>
            </c:numRef>
          </c:yVal>
          <c:smooth val="0"/>
          <c:extLst xmlns:c16r2="http://schemas.microsoft.com/office/drawing/2015/06/chart">
            <c:ext xmlns:c16="http://schemas.microsoft.com/office/drawing/2014/chart" uri="{C3380CC4-5D6E-409C-BE32-E72D297353CC}">
              <c16:uniqueId val="{00000003-C623-4062-8C80-8E9598A8BEB5}"/>
            </c:ext>
          </c:extLst>
        </c:ser>
        <c:ser>
          <c:idx val="3"/>
          <c:order val="3"/>
          <c:tx>
            <c:strRef>
              <c:f>'Heat Transfer'!$C$131</c:f>
              <c:strCache>
                <c:ptCount val="1"/>
                <c:pt idx="0">
                  <c:v>0.22</c:v>
                </c:pt>
              </c:strCache>
            </c:strRef>
          </c:tx>
          <c:spPr>
            <a:ln w="19050" cap="rnd">
              <a:solidFill>
                <a:schemeClr val="accent4"/>
              </a:solidFill>
              <a:round/>
            </a:ln>
            <a:effectLst/>
          </c:spPr>
          <c:marker>
            <c:symbol val="circle"/>
            <c:size val="5"/>
            <c:spPr>
              <a:solidFill>
                <a:schemeClr val="accent4"/>
              </a:solidFill>
              <a:ln w="9525">
                <a:solidFill>
                  <a:schemeClr val="accent4"/>
                </a:solidFill>
              </a:ln>
              <a:effectLst/>
            </c:spPr>
          </c:marker>
          <c:dLbls>
            <c:dLbl>
              <c:idx val="0"/>
              <c:layout>
                <c:manualLayout>
                  <c:x val="4.4528265105162085E-2"/>
                  <c:y val="-4.9639166810214498E-2"/>
                </c:manualLayout>
              </c:layout>
              <c:spPr>
                <a:solidFill>
                  <a:schemeClr val="bg1"/>
                </a:solidFill>
                <a:ln>
                  <a:solidFill>
                    <a:sysClr val="windowText" lastClr="000000"/>
                  </a:solidFill>
                </a:ln>
                <a:effectLst/>
              </c:spPr>
              <c:txPr>
                <a:bodyPr/>
                <a:lstStyle/>
                <a:p>
                  <a:pPr>
                    <a:defRPr/>
                  </a:pPr>
                  <a:endParaRPr lang="en-US"/>
                </a:p>
              </c:txPr>
              <c:dLblPos val="r"/>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4-C623-4062-8C80-8E9598A8BEB5}"/>
                </c:ext>
                <c:ext xmlns:c15="http://schemas.microsoft.com/office/drawing/2012/chart" uri="{CE6537A1-D6FC-4f65-9D91-7224C49458BB}">
                  <c15:layout/>
                </c:ext>
              </c:extLst>
            </c:dLbl>
            <c:dLbl>
              <c:idx val="8"/>
              <c:layout/>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0-B2D8-4218-A9E5-39F3CA400B57}"/>
                </c:ext>
                <c:ext xmlns:c15="http://schemas.microsoft.com/office/drawing/2012/chart" uri="{CE6537A1-D6FC-4f65-9D91-7224C49458BB}">
                  <c15:layout/>
                </c:ext>
              </c:extLst>
            </c:dLbl>
            <c:spPr>
              <a:noFill/>
              <a:ln>
                <a:noFill/>
              </a:ln>
              <a:effectLst/>
            </c:spPr>
            <c:showLegendKey val="0"/>
            <c:showVal val="0"/>
            <c:showCatName val="0"/>
            <c:showSerName val="0"/>
            <c:showPercent val="0"/>
            <c:showBubbleSize val="0"/>
            <c:extLst xmlns:c16r2="http://schemas.microsoft.com/office/drawing/2015/06/chart">
              <c:ext xmlns:c15="http://schemas.microsoft.com/office/drawing/2012/chart" uri="{CE6537A1-D6FC-4f65-9D91-7224C49458BB}">
                <c15:showLeaderLines val="1"/>
              </c:ext>
            </c:extLst>
          </c:dLbls>
          <c:xVal>
            <c:numRef>
              <c:f>'Heat Transfer'!$D$72:$L$72</c:f>
              <c:numCache>
                <c:formatCode>General</c:formatCode>
                <c:ptCount val="9"/>
                <c:pt idx="0">
                  <c:v>0</c:v>
                </c:pt>
                <c:pt idx="1">
                  <c:v>0.25</c:v>
                </c:pt>
                <c:pt idx="2">
                  <c:v>0.5</c:v>
                </c:pt>
                <c:pt idx="3">
                  <c:v>0.75</c:v>
                </c:pt>
                <c:pt idx="4">
                  <c:v>1</c:v>
                </c:pt>
                <c:pt idx="5">
                  <c:v>1.45</c:v>
                </c:pt>
                <c:pt idx="6">
                  <c:v>1.9</c:v>
                </c:pt>
                <c:pt idx="7">
                  <c:v>2.35</c:v>
                </c:pt>
                <c:pt idx="8">
                  <c:v>2.8</c:v>
                </c:pt>
              </c:numCache>
            </c:numRef>
          </c:xVal>
          <c:yVal>
            <c:numRef>
              <c:f>'Heat Transfer'!$D$131:$L$131</c:f>
              <c:numCache>
                <c:formatCode>0.00</c:formatCode>
                <c:ptCount val="9"/>
                <c:pt idx="0">
                  <c:v>1177.2333014939406</c:v>
                </c:pt>
                <c:pt idx="1">
                  <c:v>426.29481736826767</c:v>
                </c:pt>
                <c:pt idx="2">
                  <c:v>309.7743990225319</c:v>
                </c:pt>
                <c:pt idx="3">
                  <c:v>298.77974167411196</c:v>
                </c:pt>
                <c:pt idx="4">
                  <c:v>298.00929044472309</c:v>
                </c:pt>
                <c:pt idx="5">
                  <c:v>298.0052347518963</c:v>
                </c:pt>
                <c:pt idx="6">
                  <c:v>298.00298791911615</c:v>
                </c:pt>
                <c:pt idx="7">
                  <c:v>298.00187459915878</c:v>
                </c:pt>
                <c:pt idx="8">
                  <c:v>298.00154010183638</c:v>
                </c:pt>
              </c:numCache>
            </c:numRef>
          </c:yVal>
          <c:smooth val="0"/>
          <c:extLst xmlns:c16r2="http://schemas.microsoft.com/office/drawing/2015/06/chart">
            <c:ext xmlns:c16="http://schemas.microsoft.com/office/drawing/2014/chart" uri="{C3380CC4-5D6E-409C-BE32-E72D297353CC}">
              <c16:uniqueId val="{00000005-C623-4062-8C80-8E9598A8BEB5}"/>
            </c:ext>
          </c:extLst>
        </c:ser>
        <c:dLbls>
          <c:showLegendKey val="0"/>
          <c:showVal val="0"/>
          <c:showCatName val="0"/>
          <c:showSerName val="0"/>
          <c:showPercent val="0"/>
          <c:showBubbleSize val="0"/>
        </c:dLbls>
        <c:axId val="489596328"/>
        <c:axId val="489596720"/>
      </c:scatterChart>
      <c:valAx>
        <c:axId val="489596328"/>
        <c:scaling>
          <c:orientation val="minMax"/>
        </c:scaling>
        <c:delete val="0"/>
        <c:axPos val="b"/>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0" vert="horz"/>
              <a:lstStyle/>
              <a:p>
                <a:pPr>
                  <a:defRPr/>
                </a:pPr>
                <a:r>
                  <a:rPr lang="en-US"/>
                  <a:t>Wall x-location (mm)</a:t>
                </a:r>
              </a:p>
            </c:rich>
          </c:tx>
          <c:layout/>
          <c:overlay val="0"/>
          <c:spPr>
            <a:noFill/>
            <a:ln w="25400">
              <a:noFill/>
            </a:ln>
          </c:sp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0" vert="horz"/>
          <a:lstStyle/>
          <a:p>
            <a:pPr>
              <a:defRPr/>
            </a:pPr>
            <a:endParaRPr lang="en-US"/>
          </a:p>
        </c:txPr>
        <c:crossAx val="489596720"/>
        <c:crosses val="autoZero"/>
        <c:crossBetween val="midCat"/>
      </c:valAx>
      <c:valAx>
        <c:axId val="489596720"/>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vert="horz"/>
              <a:lstStyle/>
              <a:p>
                <a:pPr>
                  <a:defRPr/>
                </a:pPr>
                <a:r>
                  <a:rPr lang="en-US"/>
                  <a:t>Wall temp. (K)</a:t>
                </a:r>
              </a:p>
            </c:rich>
          </c:tx>
          <c:layout/>
          <c:overlay val="0"/>
          <c:spPr>
            <a:noFill/>
            <a:ln w="25400">
              <a:noFill/>
            </a:ln>
          </c:spPr>
        </c:title>
        <c:numFmt formatCode="0.00" sourceLinked="1"/>
        <c:majorTickMark val="none"/>
        <c:minorTickMark val="none"/>
        <c:tickLblPos val="nextTo"/>
        <c:spPr>
          <a:noFill/>
          <a:ln w="9525" cap="flat" cmpd="sng" algn="ctr">
            <a:solidFill>
              <a:schemeClr val="tx1">
                <a:lumMod val="25000"/>
                <a:lumOff val="75000"/>
              </a:schemeClr>
            </a:solidFill>
            <a:round/>
          </a:ln>
          <a:effectLst/>
        </c:spPr>
        <c:txPr>
          <a:bodyPr rot="-60000000" vert="horz"/>
          <a:lstStyle/>
          <a:p>
            <a:pPr>
              <a:defRPr/>
            </a:pPr>
            <a:endParaRPr lang="en-US"/>
          </a:p>
        </c:txPr>
        <c:crossAx val="489596328"/>
        <c:crosses val="autoZero"/>
        <c:crossBetween val="midCat"/>
      </c:valAx>
      <c:spPr>
        <a:noFill/>
        <a:ln w="25400">
          <a:noFill/>
        </a:ln>
      </c:spPr>
    </c:plotArea>
    <c:legend>
      <c:legendPos val="r"/>
      <c:layout>
        <c:manualLayout>
          <c:xMode val="edge"/>
          <c:yMode val="edge"/>
          <c:x val="0.87151372433585994"/>
          <c:y val="0.42129083598592731"/>
          <c:w val="0.10977593922255047"/>
          <c:h val="0.25320014519461664"/>
        </c:manualLayout>
      </c:layout>
      <c:overlay val="0"/>
      <c:spPr>
        <a:noFill/>
        <a:ln w="25400">
          <a:noFill/>
        </a:ln>
      </c:spPr>
      <c:txPr>
        <a:bodyPr rot="0" vert="horz"/>
        <a:lstStyle/>
        <a:p>
          <a:pPr>
            <a:defRPr/>
          </a:pPr>
          <a:endParaRPr lang="en-US"/>
        </a:p>
      </c:txPr>
    </c:legend>
    <c:plotVisOnly val="1"/>
    <c:dispBlanksAs val="gap"/>
    <c:showDLblsOverMax val="0"/>
  </c:chart>
  <c:spPr>
    <a:solidFill>
      <a:schemeClr val="bg1"/>
    </a:solidFill>
    <a:ln w="9525" cap="flat" cmpd="sng" algn="ctr">
      <a:solidFill>
        <a:schemeClr val="tx1">
          <a:lumMod val="15000"/>
          <a:lumOff val="85000"/>
        </a:schemeClr>
      </a:solidFill>
      <a:round/>
    </a:ln>
    <a:effectLst/>
  </c:spPr>
  <c:txPr>
    <a:bodyPr/>
    <a:lstStyle/>
    <a:p>
      <a:pPr>
        <a:defRPr sz="1100" b="0" i="1">
          <a:latin typeface="Times New Roman" panose="02020603050405020304" pitchFamily="18" charset="0"/>
          <a:cs typeface="Times New Roman" panose="02020603050405020304" pitchFamily="18" charset="0"/>
        </a:defRPr>
      </a:pPr>
      <a:endParaRPr lang="en-US"/>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0.00673</cdr:x>
      <cdr:y>0.00966</cdr:y>
    </cdr:from>
    <cdr:to>
      <cdr:x>0.38465</cdr:x>
      <cdr:y>0.06713</cdr:y>
    </cdr:to>
    <cdr:sp macro="" textlink="">
      <cdr:nvSpPr>
        <cdr:cNvPr id="2" name="TextBox 6"/>
        <cdr:cNvSpPr txBox="1"/>
      </cdr:nvSpPr>
      <cdr:spPr>
        <a:xfrm xmlns:a="http://schemas.openxmlformats.org/drawingml/2006/main">
          <a:off x="20841" y="25750"/>
          <a:ext cx="1224384" cy="212901"/>
        </a:xfrm>
        <a:prstGeom xmlns:a="http://schemas.openxmlformats.org/drawingml/2006/main" prst="rect">
          <a:avLst/>
        </a:prstGeom>
        <a:solidFill xmlns:a="http://schemas.openxmlformats.org/drawingml/2006/main">
          <a:sysClr val="window" lastClr="FFFFFF"/>
        </a:solidFill>
        <a:ln xmlns:a="http://schemas.openxmlformats.org/drawingml/2006/main" w="9525" cmpd="sng">
          <a:solidFill>
            <a:sysClr val="window" lastClr="FFFFFF">
              <a:shade val="50000"/>
            </a:sysClr>
          </a:solidFill>
        </a:ln>
        <a:effectLst xmlns:a="http://schemas.openxmlformats.org/drawingml/2006/mai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minor">
          <a:schemeClr val="dk1"/>
        </a:fontRef>
      </cdr:style>
      <cdr:txBody>
        <a:bodyPr xmlns:a="http://schemas.openxmlformats.org/drawingml/2006/main" wrap="square" rtlCol="0" anchor="t"/>
        <a:lstStyle xmlns:a="http://schemas.openxmlformats.org/drawingml/2006/main">
          <a:lvl1pPr marL="0" indent="0">
            <a:defRPr sz="1100">
              <a:solidFill>
                <a:sysClr val="windowText" lastClr="000000"/>
              </a:solidFill>
              <a:latin typeface="Calibri"/>
            </a:defRPr>
          </a:lvl1pPr>
          <a:lvl2pPr marL="457200" indent="0">
            <a:defRPr sz="1100">
              <a:solidFill>
                <a:sysClr val="windowText" lastClr="000000"/>
              </a:solidFill>
              <a:latin typeface="Calibri"/>
            </a:defRPr>
          </a:lvl2pPr>
          <a:lvl3pPr marL="914400" indent="0">
            <a:defRPr sz="1100">
              <a:solidFill>
                <a:sysClr val="windowText" lastClr="000000"/>
              </a:solidFill>
              <a:latin typeface="Calibri"/>
            </a:defRPr>
          </a:lvl3pPr>
          <a:lvl4pPr marL="1371600" indent="0">
            <a:defRPr sz="1100">
              <a:solidFill>
                <a:sysClr val="windowText" lastClr="000000"/>
              </a:solidFill>
              <a:latin typeface="Calibri"/>
            </a:defRPr>
          </a:lvl4pPr>
          <a:lvl5pPr marL="1828800" indent="0">
            <a:defRPr sz="1100">
              <a:solidFill>
                <a:sysClr val="windowText" lastClr="000000"/>
              </a:solidFill>
              <a:latin typeface="Calibri"/>
            </a:defRPr>
          </a:lvl5pPr>
          <a:lvl6pPr marL="2286000" indent="0">
            <a:defRPr sz="1100">
              <a:solidFill>
                <a:sysClr val="windowText" lastClr="000000"/>
              </a:solidFill>
              <a:latin typeface="Calibri"/>
            </a:defRPr>
          </a:lvl6pPr>
          <a:lvl7pPr marL="2743200" indent="0">
            <a:defRPr sz="1100">
              <a:solidFill>
                <a:sysClr val="windowText" lastClr="000000"/>
              </a:solidFill>
              <a:latin typeface="Calibri"/>
            </a:defRPr>
          </a:lvl7pPr>
          <a:lvl8pPr marL="3200400" indent="0">
            <a:defRPr sz="1100">
              <a:solidFill>
                <a:sysClr val="windowText" lastClr="000000"/>
              </a:solidFill>
              <a:latin typeface="Calibri"/>
            </a:defRPr>
          </a:lvl8pPr>
          <a:lvl9pPr marL="3657600" indent="0">
            <a:defRPr sz="1100">
              <a:solidFill>
                <a:sysClr val="windowText" lastClr="000000"/>
              </a:solidFill>
              <a:latin typeface="Calibri"/>
            </a:defRPr>
          </a:lvl9pPr>
        </a:lstStyle>
        <a:p xmlns:a="http://schemas.openxmlformats.org/drawingml/2006/main">
          <a:r>
            <a:rPr lang="en-US" sz="1100">
              <a:solidFill>
                <a:srgbClr val="C00000"/>
              </a:solidFill>
              <a:latin typeface="Lucida Console" pitchFamily="49" charset="0"/>
            </a:rPr>
            <a:t>SRM 2023.XLS</a:t>
          </a:r>
        </a:p>
      </cdr:txBody>
    </cdr:sp>
  </cdr:relSizeAnchor>
</c:userShapes>
</file>

<file path=ppt/drawings/drawing2.xml><?xml version="1.0" encoding="utf-8"?>
<c:userShapes xmlns:c="http://schemas.openxmlformats.org/drawingml/2006/chart">
  <cdr:relSizeAnchor xmlns:cdr="http://schemas.openxmlformats.org/drawingml/2006/chartDrawing">
    <cdr:from>
      <cdr:x>0.00673</cdr:x>
      <cdr:y>0.00966</cdr:y>
    </cdr:from>
    <cdr:to>
      <cdr:x>0.38465</cdr:x>
      <cdr:y>0.06713</cdr:y>
    </cdr:to>
    <cdr:sp macro="" textlink="">
      <cdr:nvSpPr>
        <cdr:cNvPr id="2" name="TextBox 6"/>
        <cdr:cNvSpPr txBox="1"/>
      </cdr:nvSpPr>
      <cdr:spPr>
        <a:xfrm xmlns:a="http://schemas.openxmlformats.org/drawingml/2006/main">
          <a:off x="20841" y="25750"/>
          <a:ext cx="1224384" cy="212901"/>
        </a:xfrm>
        <a:prstGeom xmlns:a="http://schemas.openxmlformats.org/drawingml/2006/main" prst="rect">
          <a:avLst/>
        </a:prstGeom>
        <a:solidFill xmlns:a="http://schemas.openxmlformats.org/drawingml/2006/main">
          <a:sysClr val="window" lastClr="FFFFFF"/>
        </a:solidFill>
        <a:ln xmlns:a="http://schemas.openxmlformats.org/drawingml/2006/main" w="9525" cmpd="sng">
          <a:solidFill>
            <a:sysClr val="window" lastClr="FFFFFF">
              <a:shade val="50000"/>
            </a:sysClr>
          </a:solidFill>
        </a:ln>
        <a:effectLst xmlns:a="http://schemas.openxmlformats.org/drawingml/2006/mai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minor">
          <a:schemeClr val="dk1"/>
        </a:fontRef>
      </cdr:style>
      <cdr:txBody>
        <a:bodyPr xmlns:a="http://schemas.openxmlformats.org/drawingml/2006/main" wrap="square" rtlCol="0" anchor="t"/>
        <a:lstStyle xmlns:a="http://schemas.openxmlformats.org/drawingml/2006/main">
          <a:lvl1pPr marL="0" indent="0">
            <a:defRPr sz="1100">
              <a:solidFill>
                <a:sysClr val="windowText" lastClr="000000"/>
              </a:solidFill>
              <a:latin typeface="Calibri"/>
            </a:defRPr>
          </a:lvl1pPr>
          <a:lvl2pPr marL="457200" indent="0">
            <a:defRPr sz="1100">
              <a:solidFill>
                <a:sysClr val="windowText" lastClr="000000"/>
              </a:solidFill>
              <a:latin typeface="Calibri"/>
            </a:defRPr>
          </a:lvl2pPr>
          <a:lvl3pPr marL="914400" indent="0">
            <a:defRPr sz="1100">
              <a:solidFill>
                <a:sysClr val="windowText" lastClr="000000"/>
              </a:solidFill>
              <a:latin typeface="Calibri"/>
            </a:defRPr>
          </a:lvl3pPr>
          <a:lvl4pPr marL="1371600" indent="0">
            <a:defRPr sz="1100">
              <a:solidFill>
                <a:sysClr val="windowText" lastClr="000000"/>
              </a:solidFill>
              <a:latin typeface="Calibri"/>
            </a:defRPr>
          </a:lvl4pPr>
          <a:lvl5pPr marL="1828800" indent="0">
            <a:defRPr sz="1100">
              <a:solidFill>
                <a:sysClr val="windowText" lastClr="000000"/>
              </a:solidFill>
              <a:latin typeface="Calibri"/>
            </a:defRPr>
          </a:lvl5pPr>
          <a:lvl6pPr marL="2286000" indent="0">
            <a:defRPr sz="1100">
              <a:solidFill>
                <a:sysClr val="windowText" lastClr="000000"/>
              </a:solidFill>
              <a:latin typeface="Calibri"/>
            </a:defRPr>
          </a:lvl6pPr>
          <a:lvl7pPr marL="2743200" indent="0">
            <a:defRPr sz="1100">
              <a:solidFill>
                <a:sysClr val="windowText" lastClr="000000"/>
              </a:solidFill>
              <a:latin typeface="Calibri"/>
            </a:defRPr>
          </a:lvl7pPr>
          <a:lvl8pPr marL="3200400" indent="0">
            <a:defRPr sz="1100">
              <a:solidFill>
                <a:sysClr val="windowText" lastClr="000000"/>
              </a:solidFill>
              <a:latin typeface="Calibri"/>
            </a:defRPr>
          </a:lvl8pPr>
          <a:lvl9pPr marL="3657600" indent="0">
            <a:defRPr sz="1100">
              <a:solidFill>
                <a:sysClr val="windowText" lastClr="000000"/>
              </a:solidFill>
              <a:latin typeface="Calibri"/>
            </a:defRPr>
          </a:lvl9pPr>
        </a:lstStyle>
        <a:p xmlns:a="http://schemas.openxmlformats.org/drawingml/2006/main">
          <a:r>
            <a:rPr lang="en-US" sz="1100">
              <a:solidFill>
                <a:srgbClr val="C00000"/>
              </a:solidFill>
              <a:latin typeface="Lucida Console" pitchFamily="49" charset="0"/>
            </a:rPr>
            <a:t>SRM 2023.XLS</a:t>
          </a: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723E7E9-0B4C-4599-8387-854B68DD1F3F}" type="datetimeFigureOut">
              <a:rPr lang="es-MX" smtClean="0"/>
              <a:t>24/11/2025</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B28F327-BEE5-45AC-9CE6-84AF0ACB1493}" type="slidenum">
              <a:rPr lang="es-MX" smtClean="0"/>
              <a:t>‹#›</a:t>
            </a:fld>
            <a:endParaRPr lang="es-MX"/>
          </a:p>
        </p:txBody>
      </p:sp>
    </p:spTree>
    <p:extLst>
      <p:ext uri="{BB962C8B-B14F-4D97-AF65-F5344CB8AC3E}">
        <p14:creationId xmlns:p14="http://schemas.microsoft.com/office/powerpoint/2010/main" val="17395300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419"/>
          </a:p>
        </p:txBody>
      </p:sp>
      <p:sp>
        <p:nvSpPr>
          <p:cNvPr id="3" name="Marcador de notas 2"/>
          <p:cNvSpPr>
            <a:spLocks noGrp="1"/>
          </p:cNvSpPr>
          <p:nvPr>
            <p:ph type="body" idx="1"/>
          </p:nvPr>
        </p:nvSpPr>
        <p:spPr/>
        <p:txBody>
          <a:bodyPr/>
          <a:lstStyle/>
          <a:p>
            <a:r>
              <a:rPr lang="es-MX" sz="1200" dirty="0"/>
              <a:t>Título del trabajo de investigación y fecha. </a:t>
            </a:r>
          </a:p>
          <a:p>
            <a:r>
              <a:rPr lang="es-MX" sz="1200" dirty="0"/>
              <a:t>Nombre del estudiante, número de estudiante</a:t>
            </a:r>
          </a:p>
          <a:p>
            <a:r>
              <a:rPr lang="es-MX" sz="1200" dirty="0"/>
              <a:t>Supervisor Académico</a:t>
            </a:r>
          </a:p>
          <a:p>
            <a:r>
              <a:rPr lang="es-MX" sz="1200" dirty="0"/>
              <a:t>Palabras clave: 2 sobre los conceptos, 2 sobre los métodos, 1 sobre el campo de observación. </a:t>
            </a:r>
          </a:p>
          <a:p>
            <a:r>
              <a:rPr lang="es-MX" sz="1200" dirty="0"/>
              <a:t>Departamento, Universidad</a:t>
            </a:r>
          </a:p>
        </p:txBody>
      </p:sp>
      <p:sp>
        <p:nvSpPr>
          <p:cNvPr id="4" name="Marcador de número de diapositiva 3"/>
          <p:cNvSpPr>
            <a:spLocks noGrp="1"/>
          </p:cNvSpPr>
          <p:nvPr>
            <p:ph type="sldNum" sz="quarter" idx="5"/>
          </p:nvPr>
        </p:nvSpPr>
        <p:spPr/>
        <p:txBody>
          <a:bodyPr/>
          <a:lstStyle/>
          <a:p>
            <a:fld id="{DB28F327-BEE5-45AC-9CE6-84AF0ACB1493}" type="slidenum">
              <a:rPr lang="es-MX" smtClean="0"/>
              <a:t>1</a:t>
            </a:fld>
            <a:endParaRPr lang="es-MX"/>
          </a:p>
        </p:txBody>
      </p:sp>
    </p:spTree>
    <p:extLst>
      <p:ext uri="{BB962C8B-B14F-4D97-AF65-F5344CB8AC3E}">
        <p14:creationId xmlns:p14="http://schemas.microsoft.com/office/powerpoint/2010/main" val="7156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419"/>
          </a:p>
        </p:txBody>
      </p:sp>
      <p:sp>
        <p:nvSpPr>
          <p:cNvPr id="3" name="Notes Placeholder 2"/>
          <p:cNvSpPr>
            <a:spLocks noGrp="1"/>
          </p:cNvSpPr>
          <p:nvPr>
            <p:ph type="body" idx="1"/>
          </p:nvPr>
        </p:nvSpPr>
        <p:spPr/>
        <p:txBody>
          <a:bodyPr/>
          <a:lstStyle/>
          <a:p>
            <a:r>
              <a:rPr lang="es-ES" b="1" dirty="0"/>
              <a:t>Antecedentes:</a:t>
            </a:r>
            <a:r>
              <a:rPr lang="es-ES" dirty="0"/>
              <a:t> Cuenta la historia y el contexto </a:t>
            </a:r>
          </a:p>
          <a:p>
            <a:r>
              <a:rPr lang="es-ES" b="1" dirty="0"/>
              <a:t>Marco Teórico:</a:t>
            </a:r>
            <a:r>
              <a:rPr lang="es-ES" dirty="0"/>
              <a:t> Explica los conceptos y teorías </a:t>
            </a:r>
          </a:p>
          <a:p>
            <a:r>
              <a:rPr lang="es-ES" b="1" dirty="0"/>
              <a:t>Estado del Arte:</a:t>
            </a:r>
            <a:r>
              <a:rPr lang="es-ES" dirty="0"/>
              <a:t> Analiza qué se ha investigado</a:t>
            </a:r>
            <a:endParaRPr lang="en-US" dirty="0"/>
          </a:p>
        </p:txBody>
      </p:sp>
      <p:sp>
        <p:nvSpPr>
          <p:cNvPr id="4" name="Slide Number Placeholder 3"/>
          <p:cNvSpPr>
            <a:spLocks noGrp="1"/>
          </p:cNvSpPr>
          <p:nvPr>
            <p:ph type="sldNum" sz="quarter" idx="10"/>
          </p:nvPr>
        </p:nvSpPr>
        <p:spPr/>
        <p:txBody>
          <a:bodyPr/>
          <a:lstStyle/>
          <a:p>
            <a:fld id="{DB28F327-BEE5-45AC-9CE6-84AF0ACB1493}" type="slidenum">
              <a:rPr lang="es-MX" smtClean="0"/>
              <a:t>2</a:t>
            </a:fld>
            <a:endParaRPr lang="es-MX"/>
          </a:p>
        </p:txBody>
      </p:sp>
    </p:spTree>
    <p:extLst>
      <p:ext uri="{BB962C8B-B14F-4D97-AF65-F5344CB8AC3E}">
        <p14:creationId xmlns:p14="http://schemas.microsoft.com/office/powerpoint/2010/main" val="42179597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419"/>
          </a:p>
        </p:txBody>
      </p:sp>
      <p:sp>
        <p:nvSpPr>
          <p:cNvPr id="3" name="Notes Placeholder 2"/>
          <p:cNvSpPr>
            <a:spLocks noGrp="1"/>
          </p:cNvSpPr>
          <p:nvPr>
            <p:ph type="body" idx="1"/>
          </p:nvPr>
        </p:nvSpPr>
        <p:spPr/>
        <p:txBody>
          <a:bodyPr/>
          <a:lstStyle/>
          <a:p>
            <a:r>
              <a:rPr lang="es-ES" b="1" dirty="0"/>
              <a:t>Lo que puedes ampliar oralmente:</a:t>
            </a:r>
            <a:endParaRPr lang="es-ES" dirty="0"/>
          </a:p>
          <a:p>
            <a:r>
              <a:rPr lang="es-ES" dirty="0"/>
              <a:t>Detalles sobre por qué la presión es dominante</a:t>
            </a:r>
          </a:p>
          <a:p>
            <a:r>
              <a:rPr lang="es-ES" dirty="0"/>
              <a:t>Explicación de </a:t>
            </a:r>
            <a:r>
              <a:rPr lang="es-ES" dirty="0" err="1"/>
              <a:t>strand</a:t>
            </a:r>
            <a:r>
              <a:rPr lang="es-ES" dirty="0"/>
              <a:t> </a:t>
            </a:r>
            <a:r>
              <a:rPr lang="es-ES" dirty="0" err="1"/>
              <a:t>burner</a:t>
            </a:r>
            <a:endParaRPr lang="es-ES" dirty="0"/>
          </a:p>
          <a:p>
            <a:r>
              <a:rPr lang="es-ES" dirty="0"/>
              <a:t>Ejemplos de discrepancias teórico-experimental</a:t>
            </a:r>
          </a:p>
          <a:p>
            <a:r>
              <a:rPr lang="es-ES" dirty="0"/>
              <a:t>¿Te funciona este enfoque o prefieres ajustar el contenido o el recurso visual?</a:t>
            </a:r>
          </a:p>
          <a:p>
            <a:endParaRPr lang="es-419" dirty="0"/>
          </a:p>
        </p:txBody>
      </p:sp>
      <p:sp>
        <p:nvSpPr>
          <p:cNvPr id="4" name="Slide Number Placeholder 3"/>
          <p:cNvSpPr>
            <a:spLocks noGrp="1"/>
          </p:cNvSpPr>
          <p:nvPr>
            <p:ph type="sldNum" sz="quarter" idx="5"/>
          </p:nvPr>
        </p:nvSpPr>
        <p:spPr/>
        <p:txBody>
          <a:bodyPr/>
          <a:lstStyle/>
          <a:p>
            <a:fld id="{DB28F327-BEE5-45AC-9CE6-84AF0ACB1493}" type="slidenum">
              <a:rPr lang="es-MX" smtClean="0"/>
              <a:t>3</a:t>
            </a:fld>
            <a:endParaRPr lang="es-MX"/>
          </a:p>
        </p:txBody>
      </p:sp>
    </p:spTree>
    <p:extLst>
      <p:ext uri="{BB962C8B-B14F-4D97-AF65-F5344CB8AC3E}">
        <p14:creationId xmlns:p14="http://schemas.microsoft.com/office/powerpoint/2010/main" val="2243932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419"/>
          </a:p>
        </p:txBody>
      </p:sp>
      <p:sp>
        <p:nvSpPr>
          <p:cNvPr id="3" name="Notes Placeholder 2"/>
          <p:cNvSpPr>
            <a:spLocks noGrp="1"/>
          </p:cNvSpPr>
          <p:nvPr>
            <p:ph type="body" idx="1"/>
          </p:nvPr>
        </p:nvSpPr>
        <p:spPr/>
        <p:txBody>
          <a:bodyPr/>
          <a:lstStyle/>
          <a:p>
            <a:r>
              <a:rPr lang="es-ES" b="1" dirty="0"/>
              <a:t>Para ampliar oralmente:</a:t>
            </a:r>
            <a:endParaRPr lang="es-ES" dirty="0"/>
          </a:p>
          <a:p>
            <a:r>
              <a:rPr lang="es-ES" dirty="0"/>
              <a:t>Detalles sobre coeficientes de convección</a:t>
            </a:r>
          </a:p>
          <a:p>
            <a:r>
              <a:rPr lang="es-ES" dirty="0"/>
              <a:t>Ejemplos de materiales aislantes</a:t>
            </a:r>
          </a:p>
          <a:p>
            <a:r>
              <a:rPr lang="es-ES" dirty="0"/>
              <a:t>Tipos específicos de vibraciones</a:t>
            </a:r>
          </a:p>
          <a:p>
            <a:endParaRPr lang="es-419" dirty="0"/>
          </a:p>
          <a:p>
            <a:r>
              <a:rPr lang="es-419" dirty="0"/>
              <a:t>Hacer mas grande la grafica y colocar en cada línea la imagen del motor</a:t>
            </a:r>
          </a:p>
        </p:txBody>
      </p:sp>
      <p:sp>
        <p:nvSpPr>
          <p:cNvPr id="4" name="Slide Number Placeholder 3"/>
          <p:cNvSpPr>
            <a:spLocks noGrp="1"/>
          </p:cNvSpPr>
          <p:nvPr>
            <p:ph type="sldNum" sz="quarter" idx="5"/>
          </p:nvPr>
        </p:nvSpPr>
        <p:spPr/>
        <p:txBody>
          <a:bodyPr/>
          <a:lstStyle/>
          <a:p>
            <a:fld id="{DB28F327-BEE5-45AC-9CE6-84AF0ACB1493}" type="slidenum">
              <a:rPr lang="es-MX" smtClean="0"/>
              <a:t>4</a:t>
            </a:fld>
            <a:endParaRPr lang="es-MX"/>
          </a:p>
        </p:txBody>
      </p:sp>
    </p:spTree>
    <p:extLst>
      <p:ext uri="{BB962C8B-B14F-4D97-AF65-F5344CB8AC3E}">
        <p14:creationId xmlns:p14="http://schemas.microsoft.com/office/powerpoint/2010/main" val="4336994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419"/>
          </a:p>
        </p:txBody>
      </p:sp>
      <p:sp>
        <p:nvSpPr>
          <p:cNvPr id="3" name="Notes Placeholder 2"/>
          <p:cNvSpPr>
            <a:spLocks noGrp="1"/>
          </p:cNvSpPr>
          <p:nvPr>
            <p:ph type="body" idx="1"/>
          </p:nvPr>
        </p:nvSpPr>
        <p:spPr/>
        <p:txBody>
          <a:bodyPr/>
          <a:lstStyle/>
          <a:p>
            <a:r>
              <a:rPr lang="en-US" b="1" dirty="0" err="1"/>
              <a:t>Elementos</a:t>
            </a:r>
            <a:r>
              <a:rPr lang="en-US" b="1" dirty="0"/>
              <a:t> </a:t>
            </a:r>
            <a:r>
              <a:rPr lang="en-US" b="1" dirty="0" err="1"/>
              <a:t>destacados</a:t>
            </a:r>
            <a:r>
              <a:rPr lang="en-US" b="1" dirty="0"/>
              <a:t>:</a:t>
            </a:r>
            <a:endParaRPr lang="en-US" dirty="0"/>
          </a:p>
          <a:p>
            <a:r>
              <a:rPr lang="en-US" dirty="0" err="1"/>
              <a:t>Aplicaciones</a:t>
            </a:r>
            <a:r>
              <a:rPr lang="en-US" dirty="0"/>
              <a:t> </a:t>
            </a:r>
            <a:r>
              <a:rPr lang="en-US" dirty="0" err="1"/>
              <a:t>múltiples</a:t>
            </a:r>
            <a:r>
              <a:rPr lang="en-US" dirty="0"/>
              <a:t> de </a:t>
            </a:r>
            <a:r>
              <a:rPr lang="en-US" dirty="0" err="1"/>
              <a:t>motores</a:t>
            </a:r>
            <a:r>
              <a:rPr lang="en-US" dirty="0"/>
              <a:t> </a:t>
            </a:r>
            <a:r>
              <a:rPr lang="en-US" dirty="0" err="1"/>
              <a:t>cohete</a:t>
            </a:r>
            <a:endParaRPr lang="en-US" dirty="0"/>
          </a:p>
          <a:p>
            <a:r>
              <a:rPr lang="en-US" dirty="0" err="1"/>
              <a:t>Enfoque</a:t>
            </a:r>
            <a:r>
              <a:rPr lang="en-US" dirty="0"/>
              <a:t> low-cost </a:t>
            </a:r>
            <a:r>
              <a:rPr lang="en-US" dirty="0" err="1"/>
              <a:t>por</a:t>
            </a:r>
            <a:r>
              <a:rPr lang="en-US" dirty="0"/>
              <a:t> </a:t>
            </a:r>
            <a:r>
              <a:rPr lang="en-US" dirty="0" err="1"/>
              <a:t>limitaciones</a:t>
            </a:r>
            <a:r>
              <a:rPr lang="en-US" dirty="0"/>
              <a:t> de </a:t>
            </a:r>
            <a:r>
              <a:rPr lang="en-US" dirty="0" err="1"/>
              <a:t>equipo</a:t>
            </a:r>
            <a:endParaRPr lang="en-US" dirty="0"/>
          </a:p>
          <a:p>
            <a:r>
              <a:rPr lang="en-US" dirty="0" err="1"/>
              <a:t>Objetivos</a:t>
            </a:r>
            <a:r>
              <a:rPr lang="en-US" dirty="0"/>
              <a:t> </a:t>
            </a:r>
            <a:r>
              <a:rPr lang="en-US" dirty="0" err="1"/>
              <a:t>académicos</a:t>
            </a:r>
            <a:r>
              <a:rPr lang="en-US" dirty="0"/>
              <a:t> vs </a:t>
            </a:r>
            <a:r>
              <a:rPr lang="en-US" dirty="0" err="1"/>
              <a:t>industriales</a:t>
            </a:r>
            <a:endParaRPr lang="en-US" dirty="0"/>
          </a:p>
          <a:p>
            <a:r>
              <a:rPr lang="es-ES" b="1" dirty="0"/>
              <a:t>Para ampliar oralmente:</a:t>
            </a:r>
            <a:endParaRPr lang="es-ES" dirty="0"/>
          </a:p>
          <a:p>
            <a:r>
              <a:rPr lang="es-ES" dirty="0"/>
              <a:t>Ejemplos específicos de equipos desactualizados</a:t>
            </a:r>
          </a:p>
          <a:p>
            <a:r>
              <a:rPr lang="es-ES" dirty="0"/>
              <a:t>Comparación con laboratorios de la industria</a:t>
            </a:r>
          </a:p>
          <a:p>
            <a:r>
              <a:rPr lang="es-ES" dirty="0"/>
              <a:t>Impacto en comunidad académica local</a:t>
            </a:r>
          </a:p>
          <a:p>
            <a:endParaRPr lang="es-419" dirty="0"/>
          </a:p>
        </p:txBody>
      </p:sp>
      <p:sp>
        <p:nvSpPr>
          <p:cNvPr id="4" name="Slide Number Placeholder 3"/>
          <p:cNvSpPr>
            <a:spLocks noGrp="1"/>
          </p:cNvSpPr>
          <p:nvPr>
            <p:ph type="sldNum" sz="quarter" idx="5"/>
          </p:nvPr>
        </p:nvSpPr>
        <p:spPr/>
        <p:txBody>
          <a:bodyPr/>
          <a:lstStyle/>
          <a:p>
            <a:fld id="{DB28F327-BEE5-45AC-9CE6-84AF0ACB1493}" type="slidenum">
              <a:rPr lang="es-MX" smtClean="0"/>
              <a:t>5</a:t>
            </a:fld>
            <a:endParaRPr lang="es-MX"/>
          </a:p>
        </p:txBody>
      </p:sp>
    </p:spTree>
    <p:extLst>
      <p:ext uri="{BB962C8B-B14F-4D97-AF65-F5344CB8AC3E}">
        <p14:creationId xmlns:p14="http://schemas.microsoft.com/office/powerpoint/2010/main" val="21990398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419"/>
          </a:p>
        </p:txBody>
      </p:sp>
      <p:sp>
        <p:nvSpPr>
          <p:cNvPr id="3" name="Notes Placeholder 2"/>
          <p:cNvSpPr>
            <a:spLocks noGrp="1"/>
          </p:cNvSpPr>
          <p:nvPr>
            <p:ph type="body" idx="1"/>
          </p:nvPr>
        </p:nvSpPr>
        <p:spPr/>
        <p:txBody>
          <a:bodyPr/>
          <a:lstStyle/>
          <a:p>
            <a:r>
              <a:rPr lang="es-ES" b="1" dirty="0"/>
              <a:t>S/N = </a:t>
            </a:r>
            <a:r>
              <a:rPr lang="es-ES" b="1" dirty="0" err="1"/>
              <a:t>Signal-to-Noise</a:t>
            </a:r>
            <a:r>
              <a:rPr lang="es-ES" b="1" dirty="0"/>
              <a:t> Ratio</a:t>
            </a:r>
            <a:r>
              <a:rPr lang="es-ES" dirty="0"/>
              <a:t> (Relación Señal/Ruido)</a:t>
            </a:r>
          </a:p>
          <a:p>
            <a:r>
              <a:rPr lang="es-ES" b="1" dirty="0"/>
              <a:t>Definición:</a:t>
            </a:r>
            <a:r>
              <a:rPr lang="es-ES" dirty="0"/>
              <a:t> Ratio entre la potencia de la señal útil y la potencia del ruido.</a:t>
            </a:r>
          </a:p>
          <a:p>
            <a:r>
              <a:rPr lang="es-ES" b="1" dirty="0"/>
              <a:t>Fórmula:</a:t>
            </a:r>
            <a:r>
              <a:rPr lang="es-ES" dirty="0"/>
              <a:t> S/N = 20 log₁₀(</a:t>
            </a:r>
            <a:r>
              <a:rPr lang="es-ES" dirty="0" err="1"/>
              <a:t>V_señal</a:t>
            </a:r>
            <a:r>
              <a:rPr lang="es-ES" dirty="0"/>
              <a:t>/</a:t>
            </a:r>
            <a:r>
              <a:rPr lang="es-ES" dirty="0" err="1"/>
              <a:t>V_ruido</a:t>
            </a:r>
            <a:r>
              <a:rPr lang="es-ES" dirty="0"/>
              <a:t>) [dB]</a:t>
            </a:r>
          </a:p>
          <a:p>
            <a:endParaRPr lang="es-419" dirty="0"/>
          </a:p>
          <a:p>
            <a:r>
              <a:rPr lang="es-419" dirty="0"/>
              <a:t>Dividir esta lamina, para incorporar la grafica del empuje vs tiempo para explicar los conceptos </a:t>
            </a:r>
          </a:p>
        </p:txBody>
      </p:sp>
      <p:sp>
        <p:nvSpPr>
          <p:cNvPr id="4" name="Slide Number Placeholder 3"/>
          <p:cNvSpPr>
            <a:spLocks noGrp="1"/>
          </p:cNvSpPr>
          <p:nvPr>
            <p:ph type="sldNum" sz="quarter" idx="5"/>
          </p:nvPr>
        </p:nvSpPr>
        <p:spPr/>
        <p:txBody>
          <a:bodyPr/>
          <a:lstStyle/>
          <a:p>
            <a:fld id="{DB28F327-BEE5-45AC-9CE6-84AF0ACB1493}" type="slidenum">
              <a:rPr lang="es-MX" smtClean="0"/>
              <a:t>6</a:t>
            </a:fld>
            <a:endParaRPr lang="es-MX"/>
          </a:p>
        </p:txBody>
      </p:sp>
    </p:spTree>
    <p:extLst>
      <p:ext uri="{BB962C8B-B14F-4D97-AF65-F5344CB8AC3E}">
        <p14:creationId xmlns:p14="http://schemas.microsoft.com/office/powerpoint/2010/main" val="22818640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419"/>
          </a:p>
        </p:txBody>
      </p:sp>
      <p:sp>
        <p:nvSpPr>
          <p:cNvPr id="3" name="Notes Placeholder 2"/>
          <p:cNvSpPr>
            <a:spLocks noGrp="1"/>
          </p:cNvSpPr>
          <p:nvPr>
            <p:ph type="body" idx="1"/>
          </p:nvPr>
        </p:nvSpPr>
        <p:spPr/>
        <p:txBody>
          <a:bodyPr/>
          <a:lstStyle/>
          <a:p>
            <a:r>
              <a:rPr lang="es-ES" b="1" dirty="0"/>
              <a:t>S/N = </a:t>
            </a:r>
            <a:r>
              <a:rPr lang="es-ES" b="1" dirty="0" err="1"/>
              <a:t>Signal-to-Noise</a:t>
            </a:r>
            <a:r>
              <a:rPr lang="es-ES" b="1" dirty="0"/>
              <a:t> Ratio</a:t>
            </a:r>
            <a:r>
              <a:rPr lang="es-ES" dirty="0"/>
              <a:t> (Relación Señal/Ruido)</a:t>
            </a:r>
          </a:p>
          <a:p>
            <a:r>
              <a:rPr lang="es-ES" b="1" dirty="0"/>
              <a:t>Definición:</a:t>
            </a:r>
            <a:r>
              <a:rPr lang="es-ES" dirty="0"/>
              <a:t> Ratio entre la potencia de la señal útil y la potencia del ruido.</a:t>
            </a:r>
          </a:p>
          <a:p>
            <a:r>
              <a:rPr lang="es-ES" b="1" dirty="0"/>
              <a:t>Fórmula:</a:t>
            </a:r>
            <a:r>
              <a:rPr lang="es-ES" dirty="0"/>
              <a:t> S/N = 20 log₁₀(</a:t>
            </a:r>
            <a:r>
              <a:rPr lang="es-ES" dirty="0" err="1"/>
              <a:t>V_señal</a:t>
            </a:r>
            <a:r>
              <a:rPr lang="es-ES" dirty="0"/>
              <a:t>/</a:t>
            </a:r>
            <a:r>
              <a:rPr lang="es-ES" dirty="0" err="1"/>
              <a:t>V_ruido</a:t>
            </a:r>
            <a:r>
              <a:rPr lang="es-ES" dirty="0"/>
              <a:t>) [dB]</a:t>
            </a:r>
          </a:p>
          <a:p>
            <a:endParaRPr lang="es-419" dirty="0"/>
          </a:p>
          <a:p>
            <a:r>
              <a:rPr lang="es-419" dirty="0"/>
              <a:t>Dividir esta lamina, para incorporar la grafica del empuje vs tiempo para explicar los conceptos </a:t>
            </a:r>
          </a:p>
        </p:txBody>
      </p:sp>
      <p:sp>
        <p:nvSpPr>
          <p:cNvPr id="4" name="Slide Number Placeholder 3"/>
          <p:cNvSpPr>
            <a:spLocks noGrp="1"/>
          </p:cNvSpPr>
          <p:nvPr>
            <p:ph type="sldNum" sz="quarter" idx="5"/>
          </p:nvPr>
        </p:nvSpPr>
        <p:spPr/>
        <p:txBody>
          <a:bodyPr/>
          <a:lstStyle/>
          <a:p>
            <a:fld id="{DB28F327-BEE5-45AC-9CE6-84AF0ACB1493}" type="slidenum">
              <a:rPr lang="es-MX" smtClean="0"/>
              <a:t>7</a:t>
            </a:fld>
            <a:endParaRPr lang="es-MX"/>
          </a:p>
        </p:txBody>
      </p:sp>
    </p:spTree>
    <p:extLst>
      <p:ext uri="{BB962C8B-B14F-4D97-AF65-F5344CB8AC3E}">
        <p14:creationId xmlns:p14="http://schemas.microsoft.com/office/powerpoint/2010/main" val="3937504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419" dirty="0"/>
              <a:t>Termopar tipo K</a:t>
            </a:r>
            <a:br>
              <a:rPr lang="es-419" dirty="0"/>
            </a:br>
            <a:r>
              <a:rPr lang="es-419" dirty="0"/>
              <a:t>https://agelectronica.lat/pdfs/textos/O/OKY3076.PDF</a:t>
            </a:r>
          </a:p>
          <a:p>
            <a:endParaRPr lang="es-419" dirty="0"/>
          </a:p>
          <a:p>
            <a:r>
              <a:rPr lang="es-419" dirty="0"/>
              <a:t>Lectura a 1150°C</a:t>
            </a:r>
          </a:p>
          <a:p>
            <a:r>
              <a:rPr lang="es-419" dirty="0"/>
              <a:t/>
            </a:r>
            <a:br>
              <a:rPr lang="es-419" dirty="0"/>
            </a:br>
            <a:endParaRPr lang="es-419" dirty="0"/>
          </a:p>
        </p:txBody>
      </p:sp>
      <p:sp>
        <p:nvSpPr>
          <p:cNvPr id="4" name="Slide Number Placeholder 3"/>
          <p:cNvSpPr>
            <a:spLocks noGrp="1"/>
          </p:cNvSpPr>
          <p:nvPr>
            <p:ph type="sldNum" sz="quarter" idx="5"/>
          </p:nvPr>
        </p:nvSpPr>
        <p:spPr/>
        <p:txBody>
          <a:bodyPr/>
          <a:lstStyle/>
          <a:p>
            <a:fld id="{DB28F327-BEE5-45AC-9CE6-84AF0ACB1493}" type="slidenum">
              <a:rPr lang="es-MX" smtClean="0"/>
              <a:t>10</a:t>
            </a:fld>
            <a:endParaRPr lang="es-MX"/>
          </a:p>
        </p:txBody>
      </p:sp>
    </p:spTree>
    <p:extLst>
      <p:ext uri="{BB962C8B-B14F-4D97-AF65-F5344CB8AC3E}">
        <p14:creationId xmlns:p14="http://schemas.microsoft.com/office/powerpoint/2010/main" val="21232004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C68F5251-D223-BC64-D677-1BEF02B6E87F}"/>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xmlns="" id="{3F4A65FE-8D2A-DD67-B7B2-6214BCC7FFB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xmlns="" id="{464258EB-91E8-2924-CBD4-96B87E7215B3}"/>
              </a:ext>
            </a:extLst>
          </p:cNvPr>
          <p:cNvSpPr>
            <a:spLocks noGrp="1"/>
          </p:cNvSpPr>
          <p:nvPr>
            <p:ph type="dt" sz="half" idx="10"/>
          </p:nvPr>
        </p:nvSpPr>
        <p:spPr/>
        <p:txBody>
          <a:bodyPr/>
          <a:lstStyle/>
          <a:p>
            <a:fld id="{ABDDA2F0-ADA3-4A09-A4A4-0854B4A15306}" type="datetimeFigureOut">
              <a:rPr lang="es-MX" smtClean="0"/>
              <a:t>24/11/2025</a:t>
            </a:fld>
            <a:endParaRPr lang="es-MX"/>
          </a:p>
        </p:txBody>
      </p:sp>
      <p:sp>
        <p:nvSpPr>
          <p:cNvPr id="5" name="Marcador de pie de página 4">
            <a:extLst>
              <a:ext uri="{FF2B5EF4-FFF2-40B4-BE49-F238E27FC236}">
                <a16:creationId xmlns:a16="http://schemas.microsoft.com/office/drawing/2014/main" xmlns="" id="{DE84EB14-DDAA-D28A-7BDC-5CA4FD1477E1}"/>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xmlns="" id="{020C777D-DB97-B69E-A018-FD1F6A2F2EA2}"/>
              </a:ext>
            </a:extLst>
          </p:cNvPr>
          <p:cNvSpPr>
            <a:spLocks noGrp="1"/>
          </p:cNvSpPr>
          <p:nvPr>
            <p:ph type="sldNum" sz="quarter" idx="12"/>
          </p:nvPr>
        </p:nvSpPr>
        <p:spPr/>
        <p:txBody>
          <a:bodyPr/>
          <a:lstStyle/>
          <a:p>
            <a:fld id="{404251BF-4705-4018-84B9-81FA3FF8E3D2}" type="slidenum">
              <a:rPr lang="es-MX" smtClean="0"/>
              <a:t>‹#›</a:t>
            </a:fld>
            <a:endParaRPr lang="es-MX"/>
          </a:p>
        </p:txBody>
      </p:sp>
    </p:spTree>
    <p:extLst>
      <p:ext uri="{BB962C8B-B14F-4D97-AF65-F5344CB8AC3E}">
        <p14:creationId xmlns:p14="http://schemas.microsoft.com/office/powerpoint/2010/main" val="24653509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7D2E4EE2-F889-3074-9997-AF6C4F9D6A83}"/>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xmlns="" id="{C236082A-49F3-8097-81BB-B8BDD75B747C}"/>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xmlns="" id="{1FBF5EA1-958A-FE14-14ED-F5DDBBF4E116}"/>
              </a:ext>
            </a:extLst>
          </p:cNvPr>
          <p:cNvSpPr>
            <a:spLocks noGrp="1"/>
          </p:cNvSpPr>
          <p:nvPr>
            <p:ph type="dt" sz="half" idx="10"/>
          </p:nvPr>
        </p:nvSpPr>
        <p:spPr/>
        <p:txBody>
          <a:bodyPr/>
          <a:lstStyle/>
          <a:p>
            <a:fld id="{ABDDA2F0-ADA3-4A09-A4A4-0854B4A15306}" type="datetimeFigureOut">
              <a:rPr lang="es-MX" smtClean="0"/>
              <a:t>24/11/2025</a:t>
            </a:fld>
            <a:endParaRPr lang="es-MX"/>
          </a:p>
        </p:txBody>
      </p:sp>
      <p:sp>
        <p:nvSpPr>
          <p:cNvPr id="5" name="Marcador de pie de página 4">
            <a:extLst>
              <a:ext uri="{FF2B5EF4-FFF2-40B4-BE49-F238E27FC236}">
                <a16:creationId xmlns:a16="http://schemas.microsoft.com/office/drawing/2014/main" xmlns="" id="{DBB1B2F9-BA97-397C-0A95-CF66A84143A0}"/>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xmlns="" id="{DE2F542E-A793-5753-EA04-A2D047EE8D73}"/>
              </a:ext>
            </a:extLst>
          </p:cNvPr>
          <p:cNvSpPr>
            <a:spLocks noGrp="1"/>
          </p:cNvSpPr>
          <p:nvPr>
            <p:ph type="sldNum" sz="quarter" idx="12"/>
          </p:nvPr>
        </p:nvSpPr>
        <p:spPr/>
        <p:txBody>
          <a:bodyPr/>
          <a:lstStyle/>
          <a:p>
            <a:fld id="{404251BF-4705-4018-84B9-81FA3FF8E3D2}" type="slidenum">
              <a:rPr lang="es-MX" smtClean="0"/>
              <a:t>‹#›</a:t>
            </a:fld>
            <a:endParaRPr lang="es-MX"/>
          </a:p>
        </p:txBody>
      </p:sp>
    </p:spTree>
    <p:extLst>
      <p:ext uri="{BB962C8B-B14F-4D97-AF65-F5344CB8AC3E}">
        <p14:creationId xmlns:p14="http://schemas.microsoft.com/office/powerpoint/2010/main" val="15327536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C12F8EC0-6FE4-21EE-0999-41500DA69A5D}"/>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xmlns="" id="{AAFEFE82-C496-46BF-24AD-3A2E4C024B3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xmlns="" id="{66983407-AB5D-BF9A-FBAB-084762521C54}"/>
              </a:ext>
            </a:extLst>
          </p:cNvPr>
          <p:cNvSpPr>
            <a:spLocks noGrp="1"/>
          </p:cNvSpPr>
          <p:nvPr>
            <p:ph type="dt" sz="half" idx="10"/>
          </p:nvPr>
        </p:nvSpPr>
        <p:spPr/>
        <p:txBody>
          <a:bodyPr/>
          <a:lstStyle/>
          <a:p>
            <a:fld id="{ABDDA2F0-ADA3-4A09-A4A4-0854B4A15306}" type="datetimeFigureOut">
              <a:rPr lang="es-MX" smtClean="0"/>
              <a:t>24/11/2025</a:t>
            </a:fld>
            <a:endParaRPr lang="es-MX"/>
          </a:p>
        </p:txBody>
      </p:sp>
      <p:sp>
        <p:nvSpPr>
          <p:cNvPr id="5" name="Marcador de pie de página 4">
            <a:extLst>
              <a:ext uri="{FF2B5EF4-FFF2-40B4-BE49-F238E27FC236}">
                <a16:creationId xmlns:a16="http://schemas.microsoft.com/office/drawing/2014/main" xmlns="" id="{A4091B16-700E-54A4-365B-884593DAECF3}"/>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xmlns="" id="{617E1B6B-5F0B-DA12-3F53-D096E1224374}"/>
              </a:ext>
            </a:extLst>
          </p:cNvPr>
          <p:cNvSpPr>
            <a:spLocks noGrp="1"/>
          </p:cNvSpPr>
          <p:nvPr>
            <p:ph type="sldNum" sz="quarter" idx="12"/>
          </p:nvPr>
        </p:nvSpPr>
        <p:spPr/>
        <p:txBody>
          <a:bodyPr/>
          <a:lstStyle/>
          <a:p>
            <a:fld id="{404251BF-4705-4018-84B9-81FA3FF8E3D2}" type="slidenum">
              <a:rPr lang="es-MX" smtClean="0"/>
              <a:t>‹#›</a:t>
            </a:fld>
            <a:endParaRPr lang="es-MX"/>
          </a:p>
        </p:txBody>
      </p:sp>
    </p:spTree>
    <p:extLst>
      <p:ext uri="{BB962C8B-B14F-4D97-AF65-F5344CB8AC3E}">
        <p14:creationId xmlns:p14="http://schemas.microsoft.com/office/powerpoint/2010/main" val="1743475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917BE101-93AD-A4F6-2218-966EEAA06938}"/>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xmlns="" id="{D927AB96-2137-7115-C296-851F579A94C7}"/>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xmlns="" id="{85653190-5E9F-C666-A5CA-E5400CDB9916}"/>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xmlns="" id="{2287A35D-19C4-6423-2182-6F7AEF7D868A}"/>
              </a:ext>
            </a:extLst>
          </p:cNvPr>
          <p:cNvSpPr>
            <a:spLocks noGrp="1"/>
          </p:cNvSpPr>
          <p:nvPr>
            <p:ph type="dt" sz="half" idx="10"/>
          </p:nvPr>
        </p:nvSpPr>
        <p:spPr/>
        <p:txBody>
          <a:bodyPr/>
          <a:lstStyle/>
          <a:p>
            <a:fld id="{ABDDA2F0-ADA3-4A09-A4A4-0854B4A15306}" type="datetimeFigureOut">
              <a:rPr lang="es-MX" smtClean="0"/>
              <a:t>24/11/2025</a:t>
            </a:fld>
            <a:endParaRPr lang="es-MX"/>
          </a:p>
        </p:txBody>
      </p:sp>
      <p:sp>
        <p:nvSpPr>
          <p:cNvPr id="6" name="Marcador de pie de página 5">
            <a:extLst>
              <a:ext uri="{FF2B5EF4-FFF2-40B4-BE49-F238E27FC236}">
                <a16:creationId xmlns:a16="http://schemas.microsoft.com/office/drawing/2014/main" xmlns="" id="{6A20EBBC-FFE4-BF34-584D-1103DDD1E59B}"/>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xmlns="" id="{32069CD5-9784-24F5-FD3F-2CE7FEEEAFA5}"/>
              </a:ext>
            </a:extLst>
          </p:cNvPr>
          <p:cNvSpPr>
            <a:spLocks noGrp="1"/>
          </p:cNvSpPr>
          <p:nvPr>
            <p:ph type="sldNum" sz="quarter" idx="12"/>
          </p:nvPr>
        </p:nvSpPr>
        <p:spPr/>
        <p:txBody>
          <a:bodyPr/>
          <a:lstStyle/>
          <a:p>
            <a:fld id="{404251BF-4705-4018-84B9-81FA3FF8E3D2}" type="slidenum">
              <a:rPr lang="es-MX" smtClean="0"/>
              <a:t>‹#›</a:t>
            </a:fld>
            <a:endParaRPr lang="es-MX"/>
          </a:p>
        </p:txBody>
      </p:sp>
    </p:spTree>
    <p:extLst>
      <p:ext uri="{BB962C8B-B14F-4D97-AF65-F5344CB8AC3E}">
        <p14:creationId xmlns:p14="http://schemas.microsoft.com/office/powerpoint/2010/main" val="17959132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0AC6574D-AD08-47C4-E8FA-8F244F9BFAFD}"/>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xmlns="" id="{20EF632E-3FF8-7DD5-F21D-8CB63B8FEDF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xmlns="" id="{AFA83C99-17BF-FB92-B9A6-6B9D02FA248F}"/>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xmlns="" id="{5FE508B0-6C5A-C9B0-FC6B-343EBA1D78D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xmlns="" id="{10B9C372-15AA-19D9-9B22-DB1573661A8F}"/>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xmlns="" id="{46408DFA-ED9B-85E0-43F4-D76EC22CA284}"/>
              </a:ext>
            </a:extLst>
          </p:cNvPr>
          <p:cNvSpPr>
            <a:spLocks noGrp="1"/>
          </p:cNvSpPr>
          <p:nvPr>
            <p:ph type="dt" sz="half" idx="10"/>
          </p:nvPr>
        </p:nvSpPr>
        <p:spPr/>
        <p:txBody>
          <a:bodyPr/>
          <a:lstStyle/>
          <a:p>
            <a:fld id="{ABDDA2F0-ADA3-4A09-A4A4-0854B4A15306}" type="datetimeFigureOut">
              <a:rPr lang="es-MX" smtClean="0"/>
              <a:t>24/11/2025</a:t>
            </a:fld>
            <a:endParaRPr lang="es-MX"/>
          </a:p>
        </p:txBody>
      </p:sp>
      <p:sp>
        <p:nvSpPr>
          <p:cNvPr id="8" name="Marcador de pie de página 7">
            <a:extLst>
              <a:ext uri="{FF2B5EF4-FFF2-40B4-BE49-F238E27FC236}">
                <a16:creationId xmlns:a16="http://schemas.microsoft.com/office/drawing/2014/main" xmlns="" id="{B616F6DF-AA3E-072D-4717-93B1D48354DD}"/>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xmlns="" id="{09AB09DC-E5C6-7D7D-977D-8340C0737E4D}"/>
              </a:ext>
            </a:extLst>
          </p:cNvPr>
          <p:cNvSpPr>
            <a:spLocks noGrp="1"/>
          </p:cNvSpPr>
          <p:nvPr>
            <p:ph type="sldNum" sz="quarter" idx="12"/>
          </p:nvPr>
        </p:nvSpPr>
        <p:spPr/>
        <p:txBody>
          <a:bodyPr/>
          <a:lstStyle/>
          <a:p>
            <a:fld id="{404251BF-4705-4018-84B9-81FA3FF8E3D2}" type="slidenum">
              <a:rPr lang="es-MX" smtClean="0"/>
              <a:t>‹#›</a:t>
            </a:fld>
            <a:endParaRPr lang="es-MX"/>
          </a:p>
        </p:txBody>
      </p:sp>
    </p:spTree>
    <p:extLst>
      <p:ext uri="{BB962C8B-B14F-4D97-AF65-F5344CB8AC3E}">
        <p14:creationId xmlns:p14="http://schemas.microsoft.com/office/powerpoint/2010/main" val="35925698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08011C47-A5E1-52D3-713F-69DAB3CBE5A3}"/>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xmlns="" id="{1C518C19-B858-A8DC-36D3-86800D8685BC}"/>
              </a:ext>
            </a:extLst>
          </p:cNvPr>
          <p:cNvSpPr>
            <a:spLocks noGrp="1"/>
          </p:cNvSpPr>
          <p:nvPr>
            <p:ph type="dt" sz="half" idx="10"/>
          </p:nvPr>
        </p:nvSpPr>
        <p:spPr/>
        <p:txBody>
          <a:bodyPr/>
          <a:lstStyle/>
          <a:p>
            <a:fld id="{ABDDA2F0-ADA3-4A09-A4A4-0854B4A15306}" type="datetimeFigureOut">
              <a:rPr lang="es-MX" smtClean="0"/>
              <a:t>24/11/2025</a:t>
            </a:fld>
            <a:endParaRPr lang="es-MX"/>
          </a:p>
        </p:txBody>
      </p:sp>
      <p:sp>
        <p:nvSpPr>
          <p:cNvPr id="4" name="Marcador de pie de página 3">
            <a:extLst>
              <a:ext uri="{FF2B5EF4-FFF2-40B4-BE49-F238E27FC236}">
                <a16:creationId xmlns:a16="http://schemas.microsoft.com/office/drawing/2014/main" xmlns="" id="{41F53B55-5D75-1FD8-7305-4050FDD68411}"/>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xmlns="" id="{500FEE24-67A8-7C20-546D-BCEB3EEE2CC7}"/>
              </a:ext>
            </a:extLst>
          </p:cNvPr>
          <p:cNvSpPr>
            <a:spLocks noGrp="1"/>
          </p:cNvSpPr>
          <p:nvPr>
            <p:ph type="sldNum" sz="quarter" idx="12"/>
          </p:nvPr>
        </p:nvSpPr>
        <p:spPr/>
        <p:txBody>
          <a:bodyPr/>
          <a:lstStyle/>
          <a:p>
            <a:fld id="{404251BF-4705-4018-84B9-81FA3FF8E3D2}" type="slidenum">
              <a:rPr lang="es-MX" smtClean="0"/>
              <a:t>‹#›</a:t>
            </a:fld>
            <a:endParaRPr lang="es-MX"/>
          </a:p>
        </p:txBody>
      </p:sp>
    </p:spTree>
    <p:extLst>
      <p:ext uri="{BB962C8B-B14F-4D97-AF65-F5344CB8AC3E}">
        <p14:creationId xmlns:p14="http://schemas.microsoft.com/office/powerpoint/2010/main" val="3730183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xmlns="" id="{DE40A591-B9B4-C1D0-2520-DB39CAD388E6}"/>
              </a:ext>
            </a:extLst>
          </p:cNvPr>
          <p:cNvSpPr>
            <a:spLocks noGrp="1"/>
          </p:cNvSpPr>
          <p:nvPr>
            <p:ph type="dt" sz="half" idx="10"/>
          </p:nvPr>
        </p:nvSpPr>
        <p:spPr/>
        <p:txBody>
          <a:bodyPr/>
          <a:lstStyle/>
          <a:p>
            <a:fld id="{ABDDA2F0-ADA3-4A09-A4A4-0854B4A15306}" type="datetimeFigureOut">
              <a:rPr lang="es-MX" smtClean="0"/>
              <a:t>24/11/2025</a:t>
            </a:fld>
            <a:endParaRPr lang="es-MX"/>
          </a:p>
        </p:txBody>
      </p:sp>
      <p:sp>
        <p:nvSpPr>
          <p:cNvPr id="3" name="Marcador de pie de página 2">
            <a:extLst>
              <a:ext uri="{FF2B5EF4-FFF2-40B4-BE49-F238E27FC236}">
                <a16:creationId xmlns:a16="http://schemas.microsoft.com/office/drawing/2014/main" xmlns="" id="{59DB7BC8-513F-96E7-0F35-8CDD700E2FC2}"/>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xmlns="" id="{7AE4AC45-E002-BEEB-8B8E-44514FE6BF11}"/>
              </a:ext>
            </a:extLst>
          </p:cNvPr>
          <p:cNvSpPr>
            <a:spLocks noGrp="1"/>
          </p:cNvSpPr>
          <p:nvPr>
            <p:ph type="sldNum" sz="quarter" idx="12"/>
          </p:nvPr>
        </p:nvSpPr>
        <p:spPr/>
        <p:txBody>
          <a:bodyPr/>
          <a:lstStyle/>
          <a:p>
            <a:fld id="{404251BF-4705-4018-84B9-81FA3FF8E3D2}" type="slidenum">
              <a:rPr lang="es-MX" smtClean="0"/>
              <a:t>‹#›</a:t>
            </a:fld>
            <a:endParaRPr lang="es-MX"/>
          </a:p>
        </p:txBody>
      </p:sp>
    </p:spTree>
    <p:extLst>
      <p:ext uri="{BB962C8B-B14F-4D97-AF65-F5344CB8AC3E}">
        <p14:creationId xmlns:p14="http://schemas.microsoft.com/office/powerpoint/2010/main" val="40601148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A6FC0222-34BC-EBA6-7A21-952CD9074429}"/>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xmlns="" id="{1B2DED37-96F5-2838-76FF-E8FC4633590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xmlns="" id="{F7204234-1783-9477-4B7F-9E1C2285F2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xmlns="" id="{E4AB8F47-7E0B-AC5B-B99B-1397BBF4E1B0}"/>
              </a:ext>
            </a:extLst>
          </p:cNvPr>
          <p:cNvSpPr>
            <a:spLocks noGrp="1"/>
          </p:cNvSpPr>
          <p:nvPr>
            <p:ph type="dt" sz="half" idx="10"/>
          </p:nvPr>
        </p:nvSpPr>
        <p:spPr/>
        <p:txBody>
          <a:bodyPr/>
          <a:lstStyle/>
          <a:p>
            <a:fld id="{ABDDA2F0-ADA3-4A09-A4A4-0854B4A15306}" type="datetimeFigureOut">
              <a:rPr lang="es-MX" smtClean="0"/>
              <a:t>24/11/2025</a:t>
            </a:fld>
            <a:endParaRPr lang="es-MX"/>
          </a:p>
        </p:txBody>
      </p:sp>
      <p:sp>
        <p:nvSpPr>
          <p:cNvPr id="6" name="Marcador de pie de página 5">
            <a:extLst>
              <a:ext uri="{FF2B5EF4-FFF2-40B4-BE49-F238E27FC236}">
                <a16:creationId xmlns:a16="http://schemas.microsoft.com/office/drawing/2014/main" xmlns="" id="{27444E72-2B34-6E35-EB8C-540D1757191F}"/>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xmlns="" id="{BA0BA796-5219-8949-D532-E68CFCD5B791}"/>
              </a:ext>
            </a:extLst>
          </p:cNvPr>
          <p:cNvSpPr>
            <a:spLocks noGrp="1"/>
          </p:cNvSpPr>
          <p:nvPr>
            <p:ph type="sldNum" sz="quarter" idx="12"/>
          </p:nvPr>
        </p:nvSpPr>
        <p:spPr/>
        <p:txBody>
          <a:bodyPr/>
          <a:lstStyle/>
          <a:p>
            <a:fld id="{404251BF-4705-4018-84B9-81FA3FF8E3D2}" type="slidenum">
              <a:rPr lang="es-MX" smtClean="0"/>
              <a:t>‹#›</a:t>
            </a:fld>
            <a:endParaRPr lang="es-MX"/>
          </a:p>
        </p:txBody>
      </p:sp>
    </p:spTree>
    <p:extLst>
      <p:ext uri="{BB962C8B-B14F-4D97-AF65-F5344CB8AC3E}">
        <p14:creationId xmlns:p14="http://schemas.microsoft.com/office/powerpoint/2010/main" val="4449194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DF931805-E0DF-1EF9-C110-CAC93E17C24B}"/>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xmlns="" id="{D13ACECD-8E37-357C-8FBF-04124CEBC47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xmlns="" id="{A76933F9-CE62-7A51-2526-EF47F52B49C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xmlns="" id="{61295AB3-0527-0650-4A5E-8E39C3FEBC5F}"/>
              </a:ext>
            </a:extLst>
          </p:cNvPr>
          <p:cNvSpPr>
            <a:spLocks noGrp="1"/>
          </p:cNvSpPr>
          <p:nvPr>
            <p:ph type="dt" sz="half" idx="10"/>
          </p:nvPr>
        </p:nvSpPr>
        <p:spPr/>
        <p:txBody>
          <a:bodyPr/>
          <a:lstStyle/>
          <a:p>
            <a:fld id="{ABDDA2F0-ADA3-4A09-A4A4-0854B4A15306}" type="datetimeFigureOut">
              <a:rPr lang="es-MX" smtClean="0"/>
              <a:t>24/11/2025</a:t>
            </a:fld>
            <a:endParaRPr lang="es-MX"/>
          </a:p>
        </p:txBody>
      </p:sp>
      <p:sp>
        <p:nvSpPr>
          <p:cNvPr id="6" name="Marcador de pie de página 5">
            <a:extLst>
              <a:ext uri="{FF2B5EF4-FFF2-40B4-BE49-F238E27FC236}">
                <a16:creationId xmlns:a16="http://schemas.microsoft.com/office/drawing/2014/main" xmlns="" id="{EC74B01D-04E3-41D7-9835-5139255EA9B1}"/>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xmlns="" id="{09D3E2DD-D6F1-4D4F-8C0B-D77DCA7B4F41}"/>
              </a:ext>
            </a:extLst>
          </p:cNvPr>
          <p:cNvSpPr>
            <a:spLocks noGrp="1"/>
          </p:cNvSpPr>
          <p:nvPr>
            <p:ph type="sldNum" sz="quarter" idx="12"/>
          </p:nvPr>
        </p:nvSpPr>
        <p:spPr/>
        <p:txBody>
          <a:bodyPr/>
          <a:lstStyle/>
          <a:p>
            <a:fld id="{404251BF-4705-4018-84B9-81FA3FF8E3D2}" type="slidenum">
              <a:rPr lang="es-MX" smtClean="0"/>
              <a:t>‹#›</a:t>
            </a:fld>
            <a:endParaRPr lang="es-MX"/>
          </a:p>
        </p:txBody>
      </p:sp>
    </p:spTree>
    <p:extLst>
      <p:ext uri="{BB962C8B-B14F-4D97-AF65-F5344CB8AC3E}">
        <p14:creationId xmlns:p14="http://schemas.microsoft.com/office/powerpoint/2010/main" val="29043408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885B19B8-5854-260F-CB96-1B6829523669}"/>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xmlns="" id="{EA8F2339-935A-BA50-6D17-C11D9A50303F}"/>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xmlns="" id="{C0D93516-4160-7AF2-1AD2-1717A1759DF3}"/>
              </a:ext>
            </a:extLst>
          </p:cNvPr>
          <p:cNvSpPr>
            <a:spLocks noGrp="1"/>
          </p:cNvSpPr>
          <p:nvPr>
            <p:ph type="dt" sz="half" idx="10"/>
          </p:nvPr>
        </p:nvSpPr>
        <p:spPr/>
        <p:txBody>
          <a:bodyPr/>
          <a:lstStyle/>
          <a:p>
            <a:fld id="{ABDDA2F0-ADA3-4A09-A4A4-0854B4A15306}" type="datetimeFigureOut">
              <a:rPr lang="es-MX" smtClean="0"/>
              <a:t>24/11/2025</a:t>
            </a:fld>
            <a:endParaRPr lang="es-MX"/>
          </a:p>
        </p:txBody>
      </p:sp>
      <p:sp>
        <p:nvSpPr>
          <p:cNvPr id="5" name="Marcador de pie de página 4">
            <a:extLst>
              <a:ext uri="{FF2B5EF4-FFF2-40B4-BE49-F238E27FC236}">
                <a16:creationId xmlns:a16="http://schemas.microsoft.com/office/drawing/2014/main" xmlns="" id="{18C2BD7C-43C5-6A6A-2A56-049FECED01E8}"/>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xmlns="" id="{C702C113-1630-F4FE-6B7A-DE6028EAF0DC}"/>
              </a:ext>
            </a:extLst>
          </p:cNvPr>
          <p:cNvSpPr>
            <a:spLocks noGrp="1"/>
          </p:cNvSpPr>
          <p:nvPr>
            <p:ph type="sldNum" sz="quarter" idx="12"/>
          </p:nvPr>
        </p:nvSpPr>
        <p:spPr/>
        <p:txBody>
          <a:bodyPr/>
          <a:lstStyle/>
          <a:p>
            <a:fld id="{404251BF-4705-4018-84B9-81FA3FF8E3D2}" type="slidenum">
              <a:rPr lang="es-MX" smtClean="0"/>
              <a:t>‹#›</a:t>
            </a:fld>
            <a:endParaRPr lang="es-MX"/>
          </a:p>
        </p:txBody>
      </p:sp>
    </p:spTree>
    <p:extLst>
      <p:ext uri="{BB962C8B-B14F-4D97-AF65-F5344CB8AC3E}">
        <p14:creationId xmlns:p14="http://schemas.microsoft.com/office/powerpoint/2010/main" val="29725713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xmlns="" id="{35FD6614-0E5D-8F5D-E64C-B2F5267FAFB7}"/>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xmlns="" id="{CF0EED13-C02A-F3ED-C589-DF5EF8C49BD7}"/>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xmlns="" id="{EB7BDC0A-C2D7-3843-E6F7-DF6981CF3BDF}"/>
              </a:ext>
            </a:extLst>
          </p:cNvPr>
          <p:cNvSpPr>
            <a:spLocks noGrp="1"/>
          </p:cNvSpPr>
          <p:nvPr>
            <p:ph type="dt" sz="half" idx="10"/>
          </p:nvPr>
        </p:nvSpPr>
        <p:spPr/>
        <p:txBody>
          <a:bodyPr/>
          <a:lstStyle/>
          <a:p>
            <a:fld id="{ABDDA2F0-ADA3-4A09-A4A4-0854B4A15306}" type="datetimeFigureOut">
              <a:rPr lang="es-MX" smtClean="0"/>
              <a:t>24/11/2025</a:t>
            </a:fld>
            <a:endParaRPr lang="es-MX"/>
          </a:p>
        </p:txBody>
      </p:sp>
      <p:sp>
        <p:nvSpPr>
          <p:cNvPr id="5" name="Marcador de pie de página 4">
            <a:extLst>
              <a:ext uri="{FF2B5EF4-FFF2-40B4-BE49-F238E27FC236}">
                <a16:creationId xmlns:a16="http://schemas.microsoft.com/office/drawing/2014/main" xmlns="" id="{9F55993D-DADC-BB7C-FB1A-9828BFA237F6}"/>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xmlns="" id="{3BAFEC26-7124-8F71-80CD-4C6F3E3DC2A2}"/>
              </a:ext>
            </a:extLst>
          </p:cNvPr>
          <p:cNvSpPr>
            <a:spLocks noGrp="1"/>
          </p:cNvSpPr>
          <p:nvPr>
            <p:ph type="sldNum" sz="quarter" idx="12"/>
          </p:nvPr>
        </p:nvSpPr>
        <p:spPr/>
        <p:txBody>
          <a:bodyPr/>
          <a:lstStyle/>
          <a:p>
            <a:fld id="{404251BF-4705-4018-84B9-81FA3FF8E3D2}" type="slidenum">
              <a:rPr lang="es-MX" smtClean="0"/>
              <a:t>‹#›</a:t>
            </a:fld>
            <a:endParaRPr lang="es-MX"/>
          </a:p>
        </p:txBody>
      </p:sp>
    </p:spTree>
    <p:extLst>
      <p:ext uri="{BB962C8B-B14F-4D97-AF65-F5344CB8AC3E}">
        <p14:creationId xmlns:p14="http://schemas.microsoft.com/office/powerpoint/2010/main" val="19398614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xmlns="" id="{D700FFC7-6AF2-7718-31AD-61B3B9EAFA0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xmlns="" id="{D0845A47-E640-38C6-B77C-4374D64C3E7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xmlns="" id="{BA621615-6EE4-8999-4974-FC8345B0F04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BDDA2F0-ADA3-4A09-A4A4-0854B4A15306}" type="datetimeFigureOut">
              <a:rPr lang="es-MX" smtClean="0"/>
              <a:t>24/11/2025</a:t>
            </a:fld>
            <a:endParaRPr lang="es-MX"/>
          </a:p>
        </p:txBody>
      </p:sp>
      <p:sp>
        <p:nvSpPr>
          <p:cNvPr id="5" name="Marcador de pie de página 4">
            <a:extLst>
              <a:ext uri="{FF2B5EF4-FFF2-40B4-BE49-F238E27FC236}">
                <a16:creationId xmlns:a16="http://schemas.microsoft.com/office/drawing/2014/main" xmlns="" id="{1453D141-D99F-08DF-89A5-CE133A10F33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MX"/>
          </a:p>
        </p:txBody>
      </p:sp>
      <p:sp>
        <p:nvSpPr>
          <p:cNvPr id="6" name="Marcador de número de diapositiva 5">
            <a:extLst>
              <a:ext uri="{FF2B5EF4-FFF2-40B4-BE49-F238E27FC236}">
                <a16:creationId xmlns:a16="http://schemas.microsoft.com/office/drawing/2014/main" xmlns="" id="{E4B33CF8-1115-CD03-F7AD-24C3565823E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04251BF-4705-4018-84B9-81FA3FF8E3D2}" type="slidenum">
              <a:rPr lang="es-MX" smtClean="0"/>
              <a:t>‹#›</a:t>
            </a:fld>
            <a:endParaRPr lang="es-MX"/>
          </a:p>
        </p:txBody>
      </p:sp>
    </p:spTree>
    <p:extLst>
      <p:ext uri="{BB962C8B-B14F-4D97-AF65-F5344CB8AC3E}">
        <p14:creationId xmlns:p14="http://schemas.microsoft.com/office/powerpoint/2010/main" val="23338902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gif"/><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3.gif"/><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610.png"/><Relationship Id="rId5" Type="http://schemas.openxmlformats.org/officeDocument/2006/relationships/image" Target="../media/image6.png"/><Relationship Id="rId4" Type="http://schemas.openxmlformats.org/officeDocument/2006/relationships/image" Target="../media/image3.gif"/></Relationships>
</file>

<file path=ppt/slides/_rels/slide4.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10" Type="http://schemas.openxmlformats.org/officeDocument/2006/relationships/image" Target="../media/image6.png"/><Relationship Id="rId4" Type="http://schemas.openxmlformats.org/officeDocument/2006/relationships/image" Target="../media/image9.png"/><Relationship Id="rId9" Type="http://schemas.openxmlformats.org/officeDocument/2006/relationships/image" Target="../media/image3.gif"/></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3.gif"/><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9.jpe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3.gif"/><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chart" Target="../charts/chart2.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3.gif"/><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3.gif"/></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3.gif"/></Relationships>
</file>

<file path=ppt/slides/_rels/slide12.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3.gif"/><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6.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3.gif"/><Relationship Id="rId5" Type="http://schemas.openxmlformats.org/officeDocument/2006/relationships/image" Target="../media/image2.png"/><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xmlns="" id="{130D5EE9-6E7E-80B8-FCFF-8881747CDF7D}"/>
              </a:ext>
            </a:extLst>
          </p:cNvPr>
          <p:cNvPicPr>
            <a:picLocks noChangeAspect="1"/>
          </p:cNvPicPr>
          <p:nvPr/>
        </p:nvPicPr>
        <p:blipFill>
          <a:blip r:embed="rId3">
            <a:alphaModFix amt="35000"/>
          </a:blip>
          <a:srcRect l="764" r="1192"/>
          <a:stretch>
            <a:fillRect/>
          </a:stretch>
        </p:blipFill>
        <p:spPr>
          <a:xfrm>
            <a:off x="157612" y="20799"/>
            <a:ext cx="11953502" cy="6837201"/>
          </a:xfrm>
          <a:prstGeom prst="rect">
            <a:avLst/>
          </a:prstGeom>
        </p:spPr>
      </p:pic>
      <p:sp>
        <p:nvSpPr>
          <p:cNvPr id="12" name="Subtítulo 2">
            <a:extLst>
              <a:ext uri="{FF2B5EF4-FFF2-40B4-BE49-F238E27FC236}">
                <a16:creationId xmlns:a16="http://schemas.microsoft.com/office/drawing/2014/main" xmlns="" id="{ECC718EC-22DC-2FC1-E7BF-660F4465FB20}"/>
              </a:ext>
            </a:extLst>
          </p:cNvPr>
          <p:cNvSpPr txBox="1">
            <a:spLocks/>
          </p:cNvSpPr>
          <p:nvPr/>
        </p:nvSpPr>
        <p:spPr>
          <a:xfrm>
            <a:off x="0" y="6395902"/>
            <a:ext cx="5585017" cy="45209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s-MX" sz="1200" dirty="0">
                <a:latin typeface="Times New Roman" panose="02020603050405020304" pitchFamily="18" charset="0"/>
                <a:cs typeface="Times New Roman" panose="02020603050405020304" pitchFamily="18" charset="0"/>
              </a:rPr>
              <a:t> 29 de mayo del 2025, Pedro de Alba S/N, Niños Héroes, Ciudad Universitaria, 66455 San Nicolás de los Garza, N.L.</a:t>
            </a:r>
          </a:p>
        </p:txBody>
      </p:sp>
      <p:sp>
        <p:nvSpPr>
          <p:cNvPr id="2" name="Título 1">
            <a:extLst>
              <a:ext uri="{FF2B5EF4-FFF2-40B4-BE49-F238E27FC236}">
                <a16:creationId xmlns:a16="http://schemas.microsoft.com/office/drawing/2014/main" xmlns="" id="{5EF8233C-F3DA-2ABC-9288-4BCD7433344C}"/>
              </a:ext>
            </a:extLst>
          </p:cNvPr>
          <p:cNvSpPr>
            <a:spLocks noGrp="1"/>
          </p:cNvSpPr>
          <p:nvPr>
            <p:ph type="ctrTitle"/>
          </p:nvPr>
        </p:nvSpPr>
        <p:spPr>
          <a:xfrm>
            <a:off x="879389" y="2600483"/>
            <a:ext cx="10018359" cy="1420024"/>
          </a:xfrm>
        </p:spPr>
        <p:txBody>
          <a:bodyPr>
            <a:noAutofit/>
          </a:bodyPr>
          <a:lstStyle/>
          <a:p>
            <a:r>
              <a:rPr lang="es-MX" sz="3200" dirty="0">
                <a:latin typeface="Times New Roman" panose="02020603050405020304" pitchFamily="18" charset="0"/>
                <a:cs typeface="Times New Roman" panose="02020603050405020304" pitchFamily="18" charset="0"/>
              </a:rPr>
              <a:t>PIAE II. Presentación Técnica</a:t>
            </a:r>
            <a:br>
              <a:rPr lang="es-MX" sz="3200" dirty="0">
                <a:latin typeface="Times New Roman" panose="02020603050405020304" pitchFamily="18" charset="0"/>
                <a:cs typeface="Times New Roman" panose="02020603050405020304" pitchFamily="18" charset="0"/>
              </a:rPr>
            </a:br>
            <a:r>
              <a:rPr lang="es-MX" sz="3200" dirty="0">
                <a:latin typeface="Times New Roman" panose="02020603050405020304" pitchFamily="18" charset="0"/>
                <a:cs typeface="Times New Roman" panose="02020603050405020304" pitchFamily="18" charset="0"/>
              </a:rPr>
              <a:t> Instrumentación y análisis experimental de parámetros termodinámicos de un sistema propulsivo tipo </a:t>
            </a:r>
            <a:r>
              <a:rPr lang="es-MX" sz="3200" dirty="0" smtClean="0">
                <a:latin typeface="Times New Roman" panose="02020603050405020304" pitchFamily="18" charset="0"/>
                <a:cs typeface="Times New Roman" panose="02020603050405020304" pitchFamily="18" charset="0"/>
              </a:rPr>
              <a:t>cohete.</a:t>
            </a:r>
            <a:endParaRPr lang="es-MX" sz="3200" dirty="0">
              <a:latin typeface="Times New Roman" panose="02020603050405020304" pitchFamily="18" charset="0"/>
              <a:cs typeface="Times New Roman" panose="02020603050405020304" pitchFamily="18" charset="0"/>
            </a:endParaRPr>
          </a:p>
        </p:txBody>
      </p:sp>
      <p:sp>
        <p:nvSpPr>
          <p:cNvPr id="3" name="Subtítulo 2">
            <a:extLst>
              <a:ext uri="{FF2B5EF4-FFF2-40B4-BE49-F238E27FC236}">
                <a16:creationId xmlns:a16="http://schemas.microsoft.com/office/drawing/2014/main" xmlns="" id="{EC6C3CBE-087A-6EFC-794A-BF6D55DB7543}"/>
              </a:ext>
            </a:extLst>
          </p:cNvPr>
          <p:cNvSpPr>
            <a:spLocks noGrp="1"/>
          </p:cNvSpPr>
          <p:nvPr>
            <p:ph type="subTitle" idx="1"/>
          </p:nvPr>
        </p:nvSpPr>
        <p:spPr>
          <a:xfrm>
            <a:off x="6459181" y="4195217"/>
            <a:ext cx="4694371" cy="1398472"/>
          </a:xfrm>
        </p:spPr>
        <p:txBody>
          <a:bodyPr>
            <a:normAutofit fontScale="92500" lnSpcReduction="10000"/>
          </a:bodyPr>
          <a:lstStyle/>
          <a:p>
            <a:pPr algn="l"/>
            <a:r>
              <a:rPr lang="es-MX" sz="1600" b="1" dirty="0">
                <a:latin typeface="Times New Roman" panose="02020603050405020304" pitchFamily="18" charset="0"/>
                <a:cs typeface="Times New Roman" panose="02020603050405020304" pitchFamily="18" charset="0"/>
              </a:rPr>
              <a:t>Alumno: J. Leonardo Valadez</a:t>
            </a:r>
          </a:p>
          <a:p>
            <a:pPr algn="l"/>
            <a:r>
              <a:rPr lang="es-MX" sz="1600" b="1" dirty="0">
                <a:latin typeface="Times New Roman" panose="02020603050405020304" pitchFamily="18" charset="0"/>
                <a:cs typeface="Times New Roman" panose="02020603050405020304" pitchFamily="18" charset="0"/>
              </a:rPr>
              <a:t>ID: 2079870</a:t>
            </a:r>
          </a:p>
          <a:p>
            <a:pPr algn="l"/>
            <a:r>
              <a:rPr lang="es-MX" sz="1600" b="1" dirty="0">
                <a:latin typeface="Times New Roman" panose="02020603050405020304" pitchFamily="18" charset="0"/>
                <a:cs typeface="Times New Roman" panose="02020603050405020304" pitchFamily="18" charset="0"/>
              </a:rPr>
              <a:t>Asesor: Dr. Aldo Enrique Mariño </a:t>
            </a:r>
            <a:r>
              <a:rPr lang="es-MX" sz="1600" b="1" dirty="0" err="1" smtClean="0">
                <a:latin typeface="Times New Roman" panose="02020603050405020304" pitchFamily="18" charset="0"/>
                <a:cs typeface="Times New Roman" panose="02020603050405020304" pitchFamily="18" charset="0"/>
              </a:rPr>
              <a:t>Gamez</a:t>
            </a:r>
            <a:endParaRPr lang="es-MX" sz="1600" b="1" dirty="0">
              <a:latin typeface="Times New Roman" panose="02020603050405020304" pitchFamily="18" charset="0"/>
              <a:cs typeface="Times New Roman" panose="02020603050405020304" pitchFamily="18" charset="0"/>
            </a:endParaRPr>
          </a:p>
          <a:p>
            <a:pPr algn="l"/>
            <a:r>
              <a:rPr lang="es-MX" sz="1600" b="1" dirty="0">
                <a:latin typeface="Times New Roman" panose="02020603050405020304" pitchFamily="18" charset="0"/>
                <a:cs typeface="Times New Roman" panose="02020603050405020304" pitchFamily="18" charset="0"/>
              </a:rPr>
              <a:t>Palabras clave: </a:t>
            </a:r>
            <a:r>
              <a:rPr lang="es-MX" sz="1600" b="1" i="1" dirty="0">
                <a:latin typeface="Times New Roman" panose="02020603050405020304" pitchFamily="18" charset="0"/>
                <a:cs typeface="Times New Roman" panose="02020603050405020304" pitchFamily="18" charset="0"/>
              </a:rPr>
              <a:t>sensores, combustión, adquisición de datos, instrumentación, propulsión.</a:t>
            </a:r>
            <a:endParaRPr lang="es-MX" sz="1600" b="1" dirty="0">
              <a:latin typeface="Times New Roman" panose="02020603050405020304" pitchFamily="18" charset="0"/>
              <a:cs typeface="Times New Roman" panose="02020603050405020304" pitchFamily="18" charset="0"/>
            </a:endParaRPr>
          </a:p>
        </p:txBody>
      </p:sp>
      <p:pic>
        <p:nvPicPr>
          <p:cNvPr id="11" name="Imagen 7">
            <a:extLst>
              <a:ext uri="{FF2B5EF4-FFF2-40B4-BE49-F238E27FC236}">
                <a16:creationId xmlns:a16="http://schemas.microsoft.com/office/drawing/2014/main" xmlns="" id="{4CC068B8-32AF-4141-8E98-D04ED852764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34363" y="6014286"/>
            <a:ext cx="1460163" cy="618422"/>
          </a:xfrm>
          <a:prstGeom prst="rect">
            <a:avLst/>
          </a:prstGeom>
        </p:spPr>
      </p:pic>
      <p:pic>
        <p:nvPicPr>
          <p:cNvPr id="13" name="Imagen 11">
            <a:extLst>
              <a:ext uri="{FF2B5EF4-FFF2-40B4-BE49-F238E27FC236}">
                <a16:creationId xmlns:a16="http://schemas.microsoft.com/office/drawing/2014/main" xmlns="" id="{665C992D-FBD5-4ADC-8F03-DAF8D6B6983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024811" y="5764698"/>
            <a:ext cx="1714500" cy="857250"/>
          </a:xfrm>
          <a:prstGeom prst="rect">
            <a:avLst/>
          </a:prstGeom>
        </p:spPr>
      </p:pic>
      <p:pic>
        <p:nvPicPr>
          <p:cNvPr id="15" name="Imagen 13">
            <a:extLst>
              <a:ext uri="{FF2B5EF4-FFF2-40B4-BE49-F238E27FC236}">
                <a16:creationId xmlns:a16="http://schemas.microsoft.com/office/drawing/2014/main" xmlns="" id="{7F34528B-B375-4C96-B09A-45405942500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972301" y="5332897"/>
            <a:ext cx="1981201" cy="1981201"/>
          </a:xfrm>
          <a:prstGeom prst="rect">
            <a:avLst/>
          </a:prstGeom>
        </p:spPr>
      </p:pic>
      <p:sp>
        <p:nvSpPr>
          <p:cNvPr id="4" name="Título 1">
            <a:extLst>
              <a:ext uri="{FF2B5EF4-FFF2-40B4-BE49-F238E27FC236}">
                <a16:creationId xmlns:a16="http://schemas.microsoft.com/office/drawing/2014/main" xmlns="" id="{F9A20CC4-2ED5-4DFD-149A-BBCB75346B1E}"/>
              </a:ext>
            </a:extLst>
          </p:cNvPr>
          <p:cNvSpPr txBox="1">
            <a:spLocks/>
          </p:cNvSpPr>
          <p:nvPr/>
        </p:nvSpPr>
        <p:spPr>
          <a:xfrm>
            <a:off x="890645" y="719320"/>
            <a:ext cx="10262907" cy="1552062"/>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s-MX" sz="3200" dirty="0">
                <a:latin typeface="Times New Roman" panose="02020603050405020304" pitchFamily="18" charset="0"/>
                <a:cs typeface="Times New Roman" panose="02020603050405020304" pitchFamily="18" charset="0"/>
              </a:rPr>
              <a:t>UNIVERSIDAD AUTÓNOMA DE NUEVO LEÓN</a:t>
            </a:r>
          </a:p>
          <a:p>
            <a:r>
              <a:rPr lang="es-MX" sz="3200" dirty="0">
                <a:latin typeface="Times New Roman" panose="02020603050405020304" pitchFamily="18" charset="0"/>
                <a:cs typeface="Times New Roman" panose="02020603050405020304" pitchFamily="18" charset="0"/>
              </a:rPr>
              <a:t>FACULTAD DE INGENIERÍA MECÁNICA Y ELÉCTRICA</a:t>
            </a:r>
          </a:p>
        </p:txBody>
      </p:sp>
    </p:spTree>
    <p:extLst>
      <p:ext uri="{BB962C8B-B14F-4D97-AF65-F5344CB8AC3E}">
        <p14:creationId xmlns:p14="http://schemas.microsoft.com/office/powerpoint/2010/main" val="42577350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7C97405F-E812-8ECA-0FBF-DE395633D086}"/>
              </a:ext>
            </a:extLst>
          </p:cNvPr>
          <p:cNvSpPr>
            <a:spLocks noGrp="1"/>
          </p:cNvSpPr>
          <p:nvPr>
            <p:ph type="title"/>
          </p:nvPr>
        </p:nvSpPr>
        <p:spPr/>
        <p:txBody>
          <a:bodyPr>
            <a:normAutofit/>
          </a:bodyPr>
          <a:lstStyle/>
          <a:p>
            <a:r>
              <a:rPr lang="es-MX" sz="5400" dirty="0">
                <a:latin typeface="Times New Roman" panose="02020603050405020304" pitchFamily="18" charset="0"/>
                <a:cs typeface="Times New Roman" panose="02020603050405020304" pitchFamily="18" charset="0"/>
              </a:rPr>
              <a:t>Agenda</a:t>
            </a:r>
          </a:p>
        </p:txBody>
      </p:sp>
      <p:sp>
        <p:nvSpPr>
          <p:cNvPr id="3" name="Marcador de contenido 2">
            <a:extLst>
              <a:ext uri="{FF2B5EF4-FFF2-40B4-BE49-F238E27FC236}">
                <a16:creationId xmlns:a16="http://schemas.microsoft.com/office/drawing/2014/main" xmlns="" id="{4895F9A4-5583-A4D7-2C26-2C99E36AFD03}"/>
              </a:ext>
            </a:extLst>
          </p:cNvPr>
          <p:cNvSpPr>
            <a:spLocks noGrp="1"/>
          </p:cNvSpPr>
          <p:nvPr>
            <p:ph idx="1"/>
          </p:nvPr>
        </p:nvSpPr>
        <p:spPr>
          <a:xfrm>
            <a:off x="838200" y="1690688"/>
            <a:ext cx="10515600" cy="4576762"/>
          </a:xfrm>
        </p:spPr>
        <p:txBody>
          <a:bodyPr>
            <a:noAutofit/>
          </a:bodyPr>
          <a:lstStyle/>
          <a:p>
            <a:pPr marL="571500" indent="-571500">
              <a:buFont typeface="+mj-lt"/>
              <a:buAutoNum type="romanUcPeriod"/>
            </a:pPr>
            <a:r>
              <a:rPr lang="es-MX" sz="2400" dirty="0">
                <a:latin typeface="Times New Roman" panose="02020603050405020304" pitchFamily="18" charset="0"/>
                <a:cs typeface="Times New Roman" panose="02020603050405020304" pitchFamily="18" charset="0"/>
              </a:rPr>
              <a:t>Introducción</a:t>
            </a:r>
          </a:p>
          <a:p>
            <a:pPr marL="1028700" lvl="1" indent="-571500">
              <a:buFont typeface="+mj-lt"/>
              <a:buAutoNum type="romanUcPeriod"/>
            </a:pPr>
            <a:r>
              <a:rPr lang="es-MX" sz="2000" dirty="0">
                <a:latin typeface="Times New Roman" panose="02020603050405020304" pitchFamily="18" charset="0"/>
                <a:cs typeface="Times New Roman" panose="02020603050405020304" pitchFamily="18" charset="0"/>
              </a:rPr>
              <a:t>Problemática </a:t>
            </a:r>
          </a:p>
          <a:p>
            <a:pPr marL="1028700" lvl="1" indent="-571500">
              <a:buFont typeface="+mj-lt"/>
              <a:buAutoNum type="romanUcPeriod"/>
            </a:pPr>
            <a:r>
              <a:rPr lang="es-MX" sz="2000" dirty="0">
                <a:latin typeface="Times New Roman" panose="02020603050405020304" pitchFamily="18" charset="0"/>
                <a:cs typeface="Times New Roman" panose="02020603050405020304" pitchFamily="18" charset="0"/>
              </a:rPr>
              <a:t>Objetivos de investigación </a:t>
            </a:r>
          </a:p>
          <a:p>
            <a:pPr marL="1028700" lvl="1" indent="-571500">
              <a:buFont typeface="+mj-lt"/>
              <a:buAutoNum type="romanUcPeriod"/>
            </a:pPr>
            <a:r>
              <a:rPr lang="es-MX" sz="2000" dirty="0">
                <a:latin typeface="Times New Roman" panose="02020603050405020304" pitchFamily="18" charset="0"/>
                <a:cs typeface="Times New Roman" panose="02020603050405020304" pitchFamily="18" charset="0"/>
              </a:rPr>
              <a:t>Marco teórico </a:t>
            </a:r>
          </a:p>
          <a:p>
            <a:pPr marL="571500" indent="-571500">
              <a:buFont typeface="+mj-lt"/>
              <a:buAutoNum type="romanUcPeriod"/>
            </a:pPr>
            <a:r>
              <a:rPr lang="es-MX" sz="2400" dirty="0">
                <a:latin typeface="Times New Roman" panose="02020603050405020304" pitchFamily="18" charset="0"/>
                <a:cs typeface="Times New Roman" panose="02020603050405020304" pitchFamily="18" charset="0"/>
              </a:rPr>
              <a:t>Metodología </a:t>
            </a:r>
          </a:p>
          <a:p>
            <a:pPr marL="571500" indent="-571500">
              <a:buFont typeface="+mj-lt"/>
              <a:buAutoNum type="romanUcPeriod"/>
            </a:pPr>
            <a:r>
              <a:rPr lang="es-MX" sz="2400" dirty="0">
                <a:latin typeface="Times New Roman" panose="02020603050405020304" pitchFamily="18" charset="0"/>
                <a:cs typeface="Times New Roman" panose="02020603050405020304" pitchFamily="18" charset="0"/>
              </a:rPr>
              <a:t>Resultados </a:t>
            </a:r>
          </a:p>
          <a:p>
            <a:pPr marL="571500" indent="-571500">
              <a:buFont typeface="+mj-lt"/>
              <a:buAutoNum type="romanUcPeriod"/>
            </a:pPr>
            <a:r>
              <a:rPr lang="es-MX" sz="2400" dirty="0">
                <a:latin typeface="Times New Roman" panose="02020603050405020304" pitchFamily="18" charset="0"/>
                <a:cs typeface="Times New Roman" panose="02020603050405020304" pitchFamily="18" charset="0"/>
              </a:rPr>
              <a:t>Recomendaciones y conclusiones</a:t>
            </a:r>
          </a:p>
          <a:p>
            <a:pPr marL="571500" indent="-571500">
              <a:buFont typeface="+mj-lt"/>
              <a:buAutoNum type="romanUcPeriod"/>
            </a:pPr>
            <a:endParaRPr lang="es-MX" sz="2400" dirty="0">
              <a:latin typeface="Times New Roman" panose="02020603050405020304" pitchFamily="18" charset="0"/>
              <a:cs typeface="Times New Roman" panose="02020603050405020304" pitchFamily="18" charset="0"/>
            </a:endParaRPr>
          </a:p>
          <a:p>
            <a:pPr marL="457200" lvl="1" indent="0">
              <a:buNone/>
            </a:pPr>
            <a:endParaRPr lang="es-MX" sz="2000" dirty="0">
              <a:latin typeface="Times New Roman" panose="02020603050405020304" pitchFamily="18" charset="0"/>
              <a:cs typeface="Times New Roman" panose="02020603050405020304" pitchFamily="18" charset="0"/>
            </a:endParaRPr>
          </a:p>
          <a:p>
            <a:pPr marL="457200" lvl="1" indent="0">
              <a:buNone/>
            </a:pPr>
            <a:endParaRPr lang="es-MX" sz="2000" dirty="0">
              <a:latin typeface="Times New Roman" panose="02020603050405020304" pitchFamily="18" charset="0"/>
              <a:cs typeface="Times New Roman" panose="02020603050405020304" pitchFamily="18" charset="0"/>
            </a:endParaRPr>
          </a:p>
        </p:txBody>
      </p:sp>
      <p:pic>
        <p:nvPicPr>
          <p:cNvPr id="11" name="Imagen 10">
            <a:extLst>
              <a:ext uri="{FF2B5EF4-FFF2-40B4-BE49-F238E27FC236}">
                <a16:creationId xmlns:a16="http://schemas.microsoft.com/office/drawing/2014/main" xmlns="" id="{0D66D670-FACF-9D43-855E-DD4781E3E832}"/>
              </a:ext>
            </a:extLst>
          </p:cNvPr>
          <p:cNvPicPr>
            <a:picLocks noChangeAspect="1"/>
          </p:cNvPicPr>
          <p:nvPr/>
        </p:nvPicPr>
        <p:blipFill>
          <a:blip r:embed="rId3"/>
          <a:srcRect l="15844" t="4523" r="73930"/>
          <a:stretch/>
        </p:blipFill>
        <p:spPr>
          <a:xfrm>
            <a:off x="9673590" y="50879"/>
            <a:ext cx="1200150" cy="6807121"/>
          </a:xfrm>
          <a:prstGeom prst="rect">
            <a:avLst/>
          </a:prstGeom>
        </p:spPr>
      </p:pic>
      <p:grpSp>
        <p:nvGrpSpPr>
          <p:cNvPr id="7" name="Group 6">
            <a:extLst>
              <a:ext uri="{FF2B5EF4-FFF2-40B4-BE49-F238E27FC236}">
                <a16:creationId xmlns:a16="http://schemas.microsoft.com/office/drawing/2014/main" xmlns="" id="{91E0EF01-5EF7-F741-67B7-7E7FC20A87D7}"/>
              </a:ext>
            </a:extLst>
          </p:cNvPr>
          <p:cNvGrpSpPr/>
          <p:nvPr/>
        </p:nvGrpSpPr>
        <p:grpSpPr>
          <a:xfrm>
            <a:off x="238842" y="5666029"/>
            <a:ext cx="3979742" cy="1463028"/>
            <a:chOff x="270740" y="5676661"/>
            <a:chExt cx="3979742" cy="1463028"/>
          </a:xfrm>
        </p:grpSpPr>
        <p:pic>
          <p:nvPicPr>
            <p:cNvPr id="4" name="Imagen 7">
              <a:extLst>
                <a:ext uri="{FF2B5EF4-FFF2-40B4-BE49-F238E27FC236}">
                  <a16:creationId xmlns:a16="http://schemas.microsoft.com/office/drawing/2014/main" xmlns="" id="{B2C155BD-CC25-5EBE-0829-626E659EB48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0740" y="6185450"/>
              <a:ext cx="1134919" cy="480672"/>
            </a:xfrm>
            <a:prstGeom prst="rect">
              <a:avLst/>
            </a:prstGeom>
          </p:spPr>
        </p:pic>
        <p:pic>
          <p:nvPicPr>
            <p:cNvPr id="5" name="Imagen 11">
              <a:extLst>
                <a:ext uri="{FF2B5EF4-FFF2-40B4-BE49-F238E27FC236}">
                  <a16:creationId xmlns:a16="http://schemas.microsoft.com/office/drawing/2014/main" xmlns="" id="{5AB81FBA-70BE-D89F-5C53-9662921A1E3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529097" y="6050127"/>
              <a:ext cx="1134919" cy="512597"/>
            </a:xfrm>
            <a:prstGeom prst="rect">
              <a:avLst/>
            </a:prstGeom>
          </p:spPr>
        </p:pic>
        <p:pic>
          <p:nvPicPr>
            <p:cNvPr id="6" name="Imagen 13">
              <a:extLst>
                <a:ext uri="{FF2B5EF4-FFF2-40B4-BE49-F238E27FC236}">
                  <a16:creationId xmlns:a16="http://schemas.microsoft.com/office/drawing/2014/main" xmlns="" id="{25118A5E-ED08-D694-86C6-1BF7CEB30C8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787454" y="5676661"/>
              <a:ext cx="1463028" cy="1463028"/>
            </a:xfrm>
            <a:prstGeom prst="rect">
              <a:avLst/>
            </a:prstGeom>
          </p:spPr>
        </p:pic>
      </p:grpSp>
    </p:spTree>
    <p:extLst>
      <p:ext uri="{BB962C8B-B14F-4D97-AF65-F5344CB8AC3E}">
        <p14:creationId xmlns:p14="http://schemas.microsoft.com/office/powerpoint/2010/main" val="27391917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9DB693F-3E7B-9FD4-A980-32DF66D806B1}"/>
              </a:ext>
            </a:extLst>
          </p:cNvPr>
          <p:cNvSpPr>
            <a:spLocks noGrp="1"/>
          </p:cNvSpPr>
          <p:nvPr>
            <p:ph type="title"/>
          </p:nvPr>
        </p:nvSpPr>
        <p:spPr/>
        <p:txBody>
          <a:bodyPr/>
          <a:lstStyle/>
          <a:p>
            <a:r>
              <a:rPr lang="es-419" dirty="0" err="1">
                <a:latin typeface="Times New Roman" panose="02020603050405020304" pitchFamily="18" charset="0"/>
                <a:cs typeface="Times New Roman" panose="02020603050405020304" pitchFamily="18" charset="0"/>
              </a:rPr>
              <a:t>Problematica</a:t>
            </a:r>
            <a:endParaRPr lang="es-419"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ED910B20-70C3-EE55-0612-C91E5B9F71A0}"/>
              </a:ext>
            </a:extLst>
          </p:cNvPr>
          <p:cNvSpPr>
            <a:spLocks noGrp="1"/>
          </p:cNvSpPr>
          <p:nvPr>
            <p:ph idx="1"/>
          </p:nvPr>
        </p:nvSpPr>
        <p:spPr>
          <a:xfrm>
            <a:off x="825795" y="1489996"/>
            <a:ext cx="10515600" cy="898455"/>
          </a:xfrm>
        </p:spPr>
        <p:txBody>
          <a:bodyPr>
            <a:normAutofit/>
          </a:bodyPr>
          <a:lstStyle/>
          <a:p>
            <a:pPr marL="0" indent="0" algn="ctr">
              <a:buNone/>
            </a:pPr>
            <a:r>
              <a:rPr lang="es-419" dirty="0"/>
              <a:t>“</a:t>
            </a:r>
            <a:r>
              <a:rPr lang="es-419" i="1" dirty="0">
                <a:latin typeface="Times New Roman" panose="02020603050405020304" pitchFamily="18" charset="0"/>
                <a:cs typeface="Times New Roman" panose="02020603050405020304" pitchFamily="18" charset="0"/>
              </a:rPr>
              <a:t>La correcta medición de la presión permite una mejor caracterización del sistema propulsivo</a:t>
            </a:r>
            <a:r>
              <a:rPr lang="es-419" i="1" dirty="0"/>
              <a:t>” </a:t>
            </a:r>
          </a:p>
        </p:txBody>
      </p:sp>
      <p:grpSp>
        <p:nvGrpSpPr>
          <p:cNvPr id="4" name="Group 3">
            <a:extLst>
              <a:ext uri="{FF2B5EF4-FFF2-40B4-BE49-F238E27FC236}">
                <a16:creationId xmlns:a16="http://schemas.microsoft.com/office/drawing/2014/main" xmlns="" id="{08B302FD-C244-CC3A-1CC9-738A0CDA888E}"/>
              </a:ext>
            </a:extLst>
          </p:cNvPr>
          <p:cNvGrpSpPr/>
          <p:nvPr/>
        </p:nvGrpSpPr>
        <p:grpSpPr>
          <a:xfrm>
            <a:off x="134256" y="5761361"/>
            <a:ext cx="3979742" cy="1463028"/>
            <a:chOff x="270740" y="5676661"/>
            <a:chExt cx="3979742" cy="1463028"/>
          </a:xfrm>
        </p:grpSpPr>
        <p:pic>
          <p:nvPicPr>
            <p:cNvPr id="5" name="Imagen 7">
              <a:extLst>
                <a:ext uri="{FF2B5EF4-FFF2-40B4-BE49-F238E27FC236}">
                  <a16:creationId xmlns:a16="http://schemas.microsoft.com/office/drawing/2014/main" xmlns="" id="{463C658A-BD83-9BE3-D1F3-71076DC6906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0740" y="6185450"/>
              <a:ext cx="1134919" cy="480672"/>
            </a:xfrm>
            <a:prstGeom prst="rect">
              <a:avLst/>
            </a:prstGeom>
          </p:spPr>
        </p:pic>
        <p:pic>
          <p:nvPicPr>
            <p:cNvPr id="6" name="Imagen 11">
              <a:extLst>
                <a:ext uri="{FF2B5EF4-FFF2-40B4-BE49-F238E27FC236}">
                  <a16:creationId xmlns:a16="http://schemas.microsoft.com/office/drawing/2014/main" xmlns="" id="{70AF1C6F-1A36-D571-C187-25E3EBA1C51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29097" y="6050127"/>
              <a:ext cx="1134919" cy="512597"/>
            </a:xfrm>
            <a:prstGeom prst="rect">
              <a:avLst/>
            </a:prstGeom>
          </p:spPr>
        </p:pic>
        <p:pic>
          <p:nvPicPr>
            <p:cNvPr id="7" name="Imagen 13">
              <a:extLst>
                <a:ext uri="{FF2B5EF4-FFF2-40B4-BE49-F238E27FC236}">
                  <a16:creationId xmlns:a16="http://schemas.microsoft.com/office/drawing/2014/main" xmlns="" id="{1AEBA4F5-4648-9E71-ECF3-8BF95B801D5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787454" y="5676661"/>
              <a:ext cx="1463028" cy="1463028"/>
            </a:xfrm>
            <a:prstGeom prst="rect">
              <a:avLst/>
            </a:prstGeom>
          </p:spPr>
        </p:pic>
      </p:gr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xmlns="" id="{E6490F59-B497-671C-21CE-8607BE322CAB}"/>
                  </a:ext>
                </a:extLst>
              </p:cNvPr>
              <p:cNvSpPr txBox="1"/>
              <p:nvPr/>
            </p:nvSpPr>
            <p:spPr>
              <a:xfrm>
                <a:off x="1337930" y="2516369"/>
                <a:ext cx="4745665" cy="2210990"/>
              </a:xfrm>
              <a:prstGeom prst="rect">
                <a:avLst/>
              </a:prstGeom>
              <a:noFill/>
            </p:spPr>
            <p:txBody>
              <a:bodyPr wrap="square">
                <a:spAutoFit/>
              </a:bodyPr>
              <a:lstStyle/>
              <a:p>
                <a:pPr marL="0" indent="0">
                  <a:buNone/>
                </a:pPr>
                <a:r>
                  <a:rPr lang="es-MX" sz="2000" dirty="0">
                    <a:latin typeface="Times New Roman" panose="02020603050405020304" pitchFamily="18" charset="0"/>
                    <a:cs typeface="Times New Roman" panose="02020603050405020304" pitchFamily="18" charset="0"/>
                  </a:rPr>
                  <a:t>Ecuación general de empuje:</a:t>
                </a:r>
              </a:p>
              <a:p>
                <a:pPr marL="0" indent="0">
                  <a:buNone/>
                </a:pPr>
                <a14:m>
                  <m:oMathPara xmlns:m="http://schemas.openxmlformats.org/officeDocument/2006/math">
                    <m:oMathParaPr>
                      <m:jc m:val="centerGroup"/>
                    </m:oMathParaPr>
                    <m:oMath xmlns:m="http://schemas.openxmlformats.org/officeDocument/2006/math">
                      <m:sSub>
                        <m:sSubPr>
                          <m:ctrlPr>
                            <a:rPr lang="es-MX" sz="1800" b="0" i="1" smtClean="0">
                              <a:latin typeface="Cambria Math" panose="02040503050406030204" pitchFamily="18" charset="0"/>
                              <a:cs typeface="Times New Roman" panose="02020603050405020304" pitchFamily="18" charset="0"/>
                            </a:rPr>
                          </m:ctrlPr>
                        </m:sSubPr>
                        <m:e>
                          <m:r>
                            <a:rPr lang="es-MX" sz="1800" b="0" i="1" smtClean="0">
                              <a:latin typeface="Cambria Math" panose="02040503050406030204" pitchFamily="18" charset="0"/>
                              <a:cs typeface="Times New Roman" panose="02020603050405020304" pitchFamily="18" charset="0"/>
                            </a:rPr>
                            <m:t>𝐹</m:t>
                          </m:r>
                        </m:e>
                        <m:sub>
                          <m:r>
                            <a:rPr lang="es-MX" sz="1800" b="0" i="1" smtClean="0">
                              <a:latin typeface="Cambria Math" panose="02040503050406030204" pitchFamily="18" charset="0"/>
                              <a:cs typeface="Times New Roman" panose="02020603050405020304" pitchFamily="18" charset="0"/>
                            </a:rPr>
                            <m:t>𝑔𝑒𝑛</m:t>
                          </m:r>
                        </m:sub>
                      </m:sSub>
                      <m:r>
                        <a:rPr lang="es-MX" sz="1800" b="0" i="1" smtClean="0">
                          <a:latin typeface="Cambria Math" panose="02040503050406030204" pitchFamily="18" charset="0"/>
                          <a:cs typeface="Times New Roman" panose="02020603050405020304" pitchFamily="18" charset="0"/>
                        </a:rPr>
                        <m:t>=(</m:t>
                      </m:r>
                      <m:acc>
                        <m:accPr>
                          <m:chr m:val="̇"/>
                          <m:ctrlPr>
                            <a:rPr lang="es-MX" sz="1800" b="0" i="1" smtClean="0">
                              <a:latin typeface="Cambria Math" panose="02040503050406030204" pitchFamily="18" charset="0"/>
                              <a:cs typeface="Times New Roman" panose="02020603050405020304" pitchFamily="18" charset="0"/>
                            </a:rPr>
                          </m:ctrlPr>
                        </m:accPr>
                        <m:e>
                          <m:sSub>
                            <m:sSubPr>
                              <m:ctrlPr>
                                <a:rPr lang="es-MX" sz="1800" b="0" i="1" smtClean="0">
                                  <a:latin typeface="Cambria Math" panose="02040503050406030204" pitchFamily="18" charset="0"/>
                                  <a:cs typeface="Times New Roman" panose="02020603050405020304" pitchFamily="18" charset="0"/>
                                </a:rPr>
                              </m:ctrlPr>
                            </m:sSubPr>
                            <m:e>
                              <m:r>
                                <a:rPr lang="es-MX" sz="1800" b="0" i="1" smtClean="0">
                                  <a:latin typeface="Cambria Math" panose="02040503050406030204" pitchFamily="18" charset="0"/>
                                  <a:cs typeface="Times New Roman" panose="02020603050405020304" pitchFamily="18" charset="0"/>
                                </a:rPr>
                                <m:t>𝑚</m:t>
                              </m:r>
                            </m:e>
                            <m:sub>
                              <m:r>
                                <a:rPr lang="es-MX" sz="1800" b="0" i="1" smtClean="0">
                                  <a:latin typeface="Cambria Math" panose="02040503050406030204" pitchFamily="18" charset="0"/>
                                  <a:cs typeface="Times New Roman" panose="02020603050405020304" pitchFamily="18" charset="0"/>
                                </a:rPr>
                                <m:t>0</m:t>
                              </m:r>
                            </m:sub>
                          </m:sSub>
                        </m:e>
                      </m:acc>
                      <m:r>
                        <a:rPr lang="es-MX" sz="1800" b="0" i="1" smtClean="0">
                          <a:latin typeface="Cambria Math" panose="02040503050406030204" pitchFamily="18" charset="0"/>
                          <a:cs typeface="Times New Roman" panose="02020603050405020304" pitchFamily="18" charset="0"/>
                        </a:rPr>
                        <m:t>+</m:t>
                      </m:r>
                      <m:acc>
                        <m:accPr>
                          <m:chr m:val="̇"/>
                          <m:ctrlPr>
                            <a:rPr lang="es-MX" sz="1800" i="1">
                              <a:latin typeface="Cambria Math" panose="02040503050406030204" pitchFamily="18" charset="0"/>
                              <a:cs typeface="Times New Roman" panose="02020603050405020304" pitchFamily="18" charset="0"/>
                            </a:rPr>
                          </m:ctrlPr>
                        </m:accPr>
                        <m:e>
                          <m:sSub>
                            <m:sSubPr>
                              <m:ctrlPr>
                                <a:rPr lang="es-MX" sz="1800" i="1">
                                  <a:latin typeface="Cambria Math" panose="02040503050406030204" pitchFamily="18" charset="0"/>
                                  <a:cs typeface="Times New Roman" panose="02020603050405020304" pitchFamily="18" charset="0"/>
                                </a:rPr>
                              </m:ctrlPr>
                            </m:sSubPr>
                            <m:e>
                              <m:r>
                                <a:rPr lang="es-MX" sz="1800" i="1">
                                  <a:latin typeface="Cambria Math" panose="02040503050406030204" pitchFamily="18" charset="0"/>
                                  <a:cs typeface="Times New Roman" panose="02020603050405020304" pitchFamily="18" charset="0"/>
                                </a:rPr>
                                <m:t>𝑚</m:t>
                              </m:r>
                            </m:e>
                            <m:sub>
                              <m:r>
                                <a:rPr lang="es-MX" sz="1800" b="0" i="1" smtClean="0">
                                  <a:latin typeface="Cambria Math" panose="02040503050406030204" pitchFamily="18" charset="0"/>
                                  <a:cs typeface="Times New Roman" panose="02020603050405020304" pitchFamily="18" charset="0"/>
                                </a:rPr>
                                <m:t>𝑓</m:t>
                              </m:r>
                            </m:sub>
                          </m:sSub>
                          <m:r>
                            <a:rPr lang="es-MX" sz="1800" b="0" i="1" smtClean="0">
                              <a:latin typeface="Cambria Math" panose="02040503050406030204" pitchFamily="18" charset="0"/>
                              <a:cs typeface="Times New Roman" panose="02020603050405020304" pitchFamily="18" charset="0"/>
                            </a:rPr>
                            <m:t>)</m:t>
                          </m:r>
                          <m:sSub>
                            <m:sSubPr>
                              <m:ctrlPr>
                                <a:rPr lang="es-MX" sz="1800" b="0" i="1" smtClean="0">
                                  <a:latin typeface="Cambria Math" panose="02040503050406030204" pitchFamily="18" charset="0"/>
                                  <a:cs typeface="Times New Roman" panose="02020603050405020304" pitchFamily="18" charset="0"/>
                                </a:rPr>
                              </m:ctrlPr>
                            </m:sSubPr>
                            <m:e>
                              <m:r>
                                <a:rPr lang="es-MX" sz="1800" b="0" i="1" smtClean="0">
                                  <a:latin typeface="Cambria Math" panose="02040503050406030204" pitchFamily="18" charset="0"/>
                                  <a:cs typeface="Times New Roman" panose="02020603050405020304" pitchFamily="18" charset="0"/>
                                </a:rPr>
                                <m:t>𝑉</m:t>
                              </m:r>
                            </m:e>
                            <m:sub>
                              <m:r>
                                <a:rPr lang="es-MX" sz="1800" b="0" i="1" smtClean="0">
                                  <a:latin typeface="Cambria Math" panose="02040503050406030204" pitchFamily="18" charset="0"/>
                                  <a:cs typeface="Times New Roman" panose="02020603050405020304" pitchFamily="18" charset="0"/>
                                </a:rPr>
                                <m:t>𝑒</m:t>
                              </m:r>
                            </m:sub>
                          </m:sSub>
                          <m:r>
                            <a:rPr lang="es-MX" sz="1800" b="0" i="1" smtClean="0">
                              <a:latin typeface="Cambria Math" panose="02040503050406030204" pitchFamily="18" charset="0"/>
                              <a:cs typeface="Times New Roman" panose="02020603050405020304" pitchFamily="18" charset="0"/>
                            </a:rPr>
                            <m:t>−</m:t>
                          </m:r>
                          <m:acc>
                            <m:accPr>
                              <m:chr m:val="̇"/>
                              <m:ctrlPr>
                                <a:rPr lang="es-MX" sz="1800" i="1">
                                  <a:latin typeface="Cambria Math" panose="02040503050406030204" pitchFamily="18" charset="0"/>
                                  <a:cs typeface="Times New Roman" panose="02020603050405020304" pitchFamily="18" charset="0"/>
                                </a:rPr>
                              </m:ctrlPr>
                            </m:accPr>
                            <m:e>
                              <m:sSub>
                                <m:sSubPr>
                                  <m:ctrlPr>
                                    <a:rPr lang="es-MX" sz="1800" i="1">
                                      <a:latin typeface="Cambria Math" panose="02040503050406030204" pitchFamily="18" charset="0"/>
                                      <a:cs typeface="Times New Roman" panose="02020603050405020304" pitchFamily="18" charset="0"/>
                                    </a:rPr>
                                  </m:ctrlPr>
                                </m:sSubPr>
                                <m:e>
                                  <m:r>
                                    <a:rPr lang="es-MX" sz="1800" i="1">
                                      <a:latin typeface="Cambria Math" panose="02040503050406030204" pitchFamily="18" charset="0"/>
                                      <a:cs typeface="Times New Roman" panose="02020603050405020304" pitchFamily="18" charset="0"/>
                                    </a:rPr>
                                    <m:t>𝑚</m:t>
                                  </m:r>
                                </m:e>
                                <m:sub>
                                  <m:r>
                                    <a:rPr lang="es-MX" sz="1800" i="1">
                                      <a:latin typeface="Cambria Math" panose="02040503050406030204" pitchFamily="18" charset="0"/>
                                      <a:cs typeface="Times New Roman" panose="02020603050405020304" pitchFamily="18" charset="0"/>
                                    </a:rPr>
                                    <m:t>0</m:t>
                                  </m:r>
                                </m:sub>
                              </m:sSub>
                            </m:e>
                          </m:acc>
                          <m:sSub>
                            <m:sSubPr>
                              <m:ctrlPr>
                                <a:rPr lang="es-MX" sz="1800" b="0" i="1" smtClean="0">
                                  <a:latin typeface="Cambria Math" panose="02040503050406030204" pitchFamily="18" charset="0"/>
                                  <a:cs typeface="Times New Roman" panose="02020603050405020304" pitchFamily="18" charset="0"/>
                                </a:rPr>
                              </m:ctrlPr>
                            </m:sSubPr>
                            <m:e>
                              <m:r>
                                <a:rPr lang="es-MX" sz="1800" b="0" i="1" smtClean="0">
                                  <a:latin typeface="Cambria Math" panose="02040503050406030204" pitchFamily="18" charset="0"/>
                                  <a:cs typeface="Times New Roman" panose="02020603050405020304" pitchFamily="18" charset="0"/>
                                </a:rPr>
                                <m:t>𝑉</m:t>
                              </m:r>
                            </m:e>
                            <m:sub>
                              <m:r>
                                <a:rPr lang="es-MX" sz="1800" b="0" i="1" smtClean="0">
                                  <a:latin typeface="Cambria Math" panose="02040503050406030204" pitchFamily="18" charset="0"/>
                                  <a:cs typeface="Times New Roman" panose="02020603050405020304" pitchFamily="18" charset="0"/>
                                </a:rPr>
                                <m:t>0</m:t>
                              </m:r>
                            </m:sub>
                          </m:sSub>
                          <m:r>
                            <a:rPr lang="es-MX" sz="1800" b="0" i="1" smtClean="0">
                              <a:latin typeface="Cambria Math" panose="02040503050406030204" pitchFamily="18" charset="0"/>
                              <a:cs typeface="Times New Roman" panose="02020603050405020304" pitchFamily="18" charset="0"/>
                            </a:rPr>
                            <m:t>+</m:t>
                          </m:r>
                          <m:d>
                            <m:dPr>
                              <m:ctrlPr>
                                <a:rPr lang="es-MX" sz="1800" b="0" i="1" smtClean="0">
                                  <a:latin typeface="Cambria Math" panose="02040503050406030204" pitchFamily="18" charset="0"/>
                                  <a:cs typeface="Times New Roman" panose="02020603050405020304" pitchFamily="18" charset="0"/>
                                </a:rPr>
                              </m:ctrlPr>
                            </m:dPr>
                            <m:e>
                              <m:sSub>
                                <m:sSubPr>
                                  <m:ctrlPr>
                                    <a:rPr lang="es-MX" sz="1800" b="0" i="1" smtClean="0">
                                      <a:latin typeface="Cambria Math" panose="02040503050406030204" pitchFamily="18" charset="0"/>
                                      <a:cs typeface="Times New Roman" panose="02020603050405020304" pitchFamily="18" charset="0"/>
                                    </a:rPr>
                                  </m:ctrlPr>
                                </m:sSubPr>
                                <m:e>
                                  <m:r>
                                    <a:rPr lang="es-MX" sz="1800" b="0" i="1" smtClean="0">
                                      <a:latin typeface="Cambria Math" panose="02040503050406030204" pitchFamily="18" charset="0"/>
                                      <a:cs typeface="Times New Roman" panose="02020603050405020304" pitchFamily="18" charset="0"/>
                                    </a:rPr>
                                    <m:t>𝑝</m:t>
                                  </m:r>
                                </m:e>
                                <m:sub>
                                  <m:r>
                                    <a:rPr lang="es-MX" sz="1800" b="0" i="1" smtClean="0">
                                      <a:latin typeface="Cambria Math" panose="02040503050406030204" pitchFamily="18" charset="0"/>
                                      <a:cs typeface="Times New Roman" panose="02020603050405020304" pitchFamily="18" charset="0"/>
                                    </a:rPr>
                                    <m:t>𝑒</m:t>
                                  </m:r>
                                </m:sub>
                              </m:sSub>
                              <m:r>
                                <a:rPr lang="es-MX" sz="1800" b="0" i="1" smtClean="0">
                                  <a:latin typeface="Cambria Math" panose="02040503050406030204" pitchFamily="18" charset="0"/>
                                  <a:cs typeface="Times New Roman" panose="02020603050405020304" pitchFamily="18" charset="0"/>
                                </a:rPr>
                                <m:t>−</m:t>
                              </m:r>
                              <m:sSub>
                                <m:sSubPr>
                                  <m:ctrlPr>
                                    <a:rPr lang="es-MX" sz="1800" b="0" i="1" smtClean="0">
                                      <a:latin typeface="Cambria Math" panose="02040503050406030204" pitchFamily="18" charset="0"/>
                                      <a:cs typeface="Times New Roman" panose="02020603050405020304" pitchFamily="18" charset="0"/>
                                    </a:rPr>
                                  </m:ctrlPr>
                                </m:sSubPr>
                                <m:e>
                                  <m:r>
                                    <a:rPr lang="es-MX" sz="1800" b="0" i="1" smtClean="0">
                                      <a:latin typeface="Cambria Math" panose="02040503050406030204" pitchFamily="18" charset="0"/>
                                      <a:cs typeface="Times New Roman" panose="02020603050405020304" pitchFamily="18" charset="0"/>
                                    </a:rPr>
                                    <m:t>𝑝</m:t>
                                  </m:r>
                                </m:e>
                                <m:sub>
                                  <m:r>
                                    <a:rPr lang="es-MX" sz="1800" b="0" i="1" smtClean="0">
                                      <a:latin typeface="Cambria Math" panose="02040503050406030204" pitchFamily="18" charset="0"/>
                                      <a:cs typeface="Times New Roman" panose="02020603050405020304" pitchFamily="18" charset="0"/>
                                    </a:rPr>
                                    <m:t>0</m:t>
                                  </m:r>
                                </m:sub>
                              </m:sSub>
                            </m:e>
                          </m:d>
                          <m:sSub>
                            <m:sSubPr>
                              <m:ctrlPr>
                                <a:rPr lang="es-MX" sz="1800" b="0" i="1" smtClean="0">
                                  <a:latin typeface="Cambria Math" panose="02040503050406030204" pitchFamily="18" charset="0"/>
                                  <a:cs typeface="Times New Roman" panose="02020603050405020304" pitchFamily="18" charset="0"/>
                                </a:rPr>
                              </m:ctrlPr>
                            </m:sSubPr>
                            <m:e>
                              <m:r>
                                <a:rPr lang="es-MX" sz="1800" b="0" i="1" smtClean="0">
                                  <a:latin typeface="Cambria Math" panose="02040503050406030204" pitchFamily="18" charset="0"/>
                                  <a:cs typeface="Times New Roman" panose="02020603050405020304" pitchFamily="18" charset="0"/>
                                </a:rPr>
                                <m:t>𝐴</m:t>
                              </m:r>
                            </m:e>
                            <m:sub>
                              <m:r>
                                <a:rPr lang="es-MX" sz="1800" b="0" i="1" smtClean="0">
                                  <a:latin typeface="Cambria Math" panose="02040503050406030204" pitchFamily="18" charset="0"/>
                                  <a:cs typeface="Times New Roman" panose="02020603050405020304" pitchFamily="18" charset="0"/>
                                </a:rPr>
                                <m:t>𝑒</m:t>
                              </m:r>
                            </m:sub>
                          </m:sSub>
                        </m:e>
                      </m:acc>
                    </m:oMath>
                  </m:oMathPara>
                </a14:m>
                <a:endParaRPr lang="es-MX" sz="2000" dirty="0">
                  <a:latin typeface="Times New Roman" panose="02020603050405020304" pitchFamily="18" charset="0"/>
                  <a:cs typeface="Times New Roman" panose="02020603050405020304" pitchFamily="18" charset="0"/>
                </a:endParaRPr>
              </a:p>
              <a:p>
                <a:pPr marL="0" indent="0">
                  <a:buNone/>
                </a:pPr>
                <a:r>
                  <a:rPr lang="es-MX" sz="2000" b="0" dirty="0">
                    <a:latin typeface="Times New Roman" panose="02020603050405020304" pitchFamily="18" charset="0"/>
                    <a:cs typeface="Times New Roman" panose="02020603050405020304" pitchFamily="18" charset="0"/>
                  </a:rPr>
                  <a:t>Re</a:t>
                </a:r>
                <a:r>
                  <a:rPr lang="es-MX" sz="2000" dirty="0">
                    <a:latin typeface="Times New Roman" panose="02020603050405020304" pitchFamily="18" charset="0"/>
                    <a:cs typeface="Times New Roman" panose="02020603050405020304" pitchFamily="18" charset="0"/>
                  </a:rPr>
                  <a:t>ducida para motores cohete, y derivada de un volumen de control:</a:t>
                </a:r>
                <a:endParaRPr lang="es-MX" sz="2000" b="0" dirty="0">
                  <a:latin typeface="Times New Roman" panose="02020603050405020304" pitchFamily="18" charset="0"/>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cs typeface="Times New Roman" panose="02020603050405020304" pitchFamily="18" charset="0"/>
                        </a:rPr>
                        <m:t>𝐹</m:t>
                      </m:r>
                      <m:r>
                        <a:rPr lang="es-MX" sz="2000" b="0" i="1" smtClean="0">
                          <a:latin typeface="Cambria Math" panose="02040503050406030204" pitchFamily="18" charset="0"/>
                          <a:cs typeface="Times New Roman" panose="02020603050405020304" pitchFamily="18" charset="0"/>
                        </a:rPr>
                        <m:t>=</m:t>
                      </m:r>
                      <m:acc>
                        <m:accPr>
                          <m:chr m:val="̇"/>
                          <m:ctrlPr>
                            <a:rPr lang="es-MX" sz="2000" b="0" i="1" smtClean="0">
                              <a:latin typeface="Cambria Math" panose="02040503050406030204" pitchFamily="18" charset="0"/>
                              <a:cs typeface="Times New Roman" panose="02020603050405020304" pitchFamily="18" charset="0"/>
                            </a:rPr>
                          </m:ctrlPr>
                        </m:accPr>
                        <m:e>
                          <m:r>
                            <a:rPr lang="es-MX" sz="2000" b="0" i="1" smtClean="0">
                              <a:latin typeface="Cambria Math" panose="02040503050406030204" pitchFamily="18" charset="0"/>
                              <a:cs typeface="Times New Roman" panose="02020603050405020304" pitchFamily="18" charset="0"/>
                            </a:rPr>
                            <m:t>𝑚</m:t>
                          </m:r>
                        </m:e>
                      </m:acc>
                      <m:sSub>
                        <m:sSubPr>
                          <m:ctrlPr>
                            <a:rPr lang="es-MX" sz="2000" b="0" i="1" smtClean="0">
                              <a:latin typeface="Cambria Math" panose="02040503050406030204" pitchFamily="18" charset="0"/>
                              <a:cs typeface="Times New Roman" panose="02020603050405020304" pitchFamily="18" charset="0"/>
                            </a:rPr>
                          </m:ctrlPr>
                        </m:sSubPr>
                        <m:e>
                          <m:r>
                            <a:rPr lang="es-MX" sz="2000" b="0" i="1" smtClean="0">
                              <a:latin typeface="Cambria Math" panose="02040503050406030204" pitchFamily="18" charset="0"/>
                              <a:cs typeface="Times New Roman" panose="02020603050405020304" pitchFamily="18" charset="0"/>
                            </a:rPr>
                            <m:t>𝑣</m:t>
                          </m:r>
                        </m:e>
                        <m:sub>
                          <m:r>
                            <a:rPr lang="es-MX" sz="2000" b="0" i="1" smtClean="0">
                              <a:latin typeface="Cambria Math" panose="02040503050406030204" pitchFamily="18" charset="0"/>
                              <a:cs typeface="Times New Roman" panose="02020603050405020304" pitchFamily="18" charset="0"/>
                            </a:rPr>
                            <m:t>2</m:t>
                          </m:r>
                        </m:sub>
                      </m:sSub>
                      <m:r>
                        <a:rPr lang="es-MX" sz="2000" b="0" i="1" smtClean="0">
                          <a:latin typeface="Cambria Math" panose="02040503050406030204" pitchFamily="18" charset="0"/>
                          <a:cs typeface="Times New Roman" panose="02020603050405020304" pitchFamily="18" charset="0"/>
                        </a:rPr>
                        <m:t>+</m:t>
                      </m:r>
                      <m:d>
                        <m:dPr>
                          <m:ctrlPr>
                            <a:rPr lang="es-MX" sz="2000" b="0" i="1" smtClean="0">
                              <a:latin typeface="Cambria Math" panose="02040503050406030204" pitchFamily="18" charset="0"/>
                              <a:cs typeface="Times New Roman" panose="02020603050405020304" pitchFamily="18" charset="0"/>
                            </a:rPr>
                          </m:ctrlPr>
                        </m:dPr>
                        <m:e>
                          <m:sSub>
                            <m:sSubPr>
                              <m:ctrlPr>
                                <a:rPr lang="es-MX" sz="2000" b="0" i="1" smtClean="0">
                                  <a:latin typeface="Cambria Math" panose="02040503050406030204" pitchFamily="18" charset="0"/>
                                  <a:cs typeface="Times New Roman" panose="02020603050405020304" pitchFamily="18" charset="0"/>
                                </a:rPr>
                              </m:ctrlPr>
                            </m:sSubPr>
                            <m:e>
                              <m:r>
                                <a:rPr lang="es-MX" sz="2000" b="0" i="1" smtClean="0">
                                  <a:latin typeface="Cambria Math" panose="02040503050406030204" pitchFamily="18" charset="0"/>
                                  <a:cs typeface="Times New Roman" panose="02020603050405020304" pitchFamily="18" charset="0"/>
                                </a:rPr>
                                <m:t>𝑝</m:t>
                              </m:r>
                            </m:e>
                            <m:sub>
                              <m:r>
                                <a:rPr lang="es-MX" sz="2000" b="0" i="1" smtClean="0">
                                  <a:latin typeface="Cambria Math" panose="02040503050406030204" pitchFamily="18" charset="0"/>
                                  <a:cs typeface="Times New Roman" panose="02020603050405020304" pitchFamily="18" charset="0"/>
                                </a:rPr>
                                <m:t>2</m:t>
                              </m:r>
                            </m:sub>
                          </m:sSub>
                          <m:r>
                            <a:rPr lang="es-MX" sz="2000" b="0" i="1" smtClean="0">
                              <a:latin typeface="Cambria Math" panose="02040503050406030204" pitchFamily="18" charset="0"/>
                              <a:cs typeface="Times New Roman" panose="02020603050405020304" pitchFamily="18" charset="0"/>
                            </a:rPr>
                            <m:t>−</m:t>
                          </m:r>
                          <m:sSub>
                            <m:sSubPr>
                              <m:ctrlPr>
                                <a:rPr lang="es-MX" sz="2000" b="0" i="1" smtClean="0">
                                  <a:latin typeface="Cambria Math" panose="02040503050406030204" pitchFamily="18" charset="0"/>
                                  <a:cs typeface="Times New Roman" panose="02020603050405020304" pitchFamily="18" charset="0"/>
                                </a:rPr>
                              </m:ctrlPr>
                            </m:sSubPr>
                            <m:e>
                              <m:r>
                                <a:rPr lang="es-MX" sz="2000" b="0" i="1" smtClean="0">
                                  <a:latin typeface="Cambria Math" panose="02040503050406030204" pitchFamily="18" charset="0"/>
                                  <a:cs typeface="Times New Roman" panose="02020603050405020304" pitchFamily="18" charset="0"/>
                                </a:rPr>
                                <m:t>𝑝</m:t>
                              </m:r>
                            </m:e>
                            <m:sub>
                              <m:r>
                                <a:rPr lang="es-MX" sz="2000" b="0" i="1" smtClean="0">
                                  <a:latin typeface="Cambria Math" panose="02040503050406030204" pitchFamily="18" charset="0"/>
                                  <a:cs typeface="Times New Roman" panose="02020603050405020304" pitchFamily="18" charset="0"/>
                                </a:rPr>
                                <m:t>3</m:t>
                              </m:r>
                            </m:sub>
                          </m:sSub>
                        </m:e>
                      </m:d>
                      <m:sSub>
                        <m:sSubPr>
                          <m:ctrlPr>
                            <a:rPr lang="es-MX" sz="2000" b="0" i="1" smtClean="0">
                              <a:latin typeface="Cambria Math" panose="02040503050406030204" pitchFamily="18" charset="0"/>
                              <a:cs typeface="Times New Roman" panose="02020603050405020304" pitchFamily="18" charset="0"/>
                            </a:rPr>
                          </m:ctrlPr>
                        </m:sSubPr>
                        <m:e>
                          <m:r>
                            <a:rPr lang="es-MX" sz="2000" b="0" i="1" smtClean="0">
                              <a:latin typeface="Cambria Math" panose="02040503050406030204" pitchFamily="18" charset="0"/>
                              <a:cs typeface="Times New Roman" panose="02020603050405020304" pitchFamily="18" charset="0"/>
                            </a:rPr>
                            <m:t>𝐴</m:t>
                          </m:r>
                        </m:e>
                        <m:sub>
                          <m:r>
                            <a:rPr lang="es-MX" sz="2000" b="0" i="1" smtClean="0">
                              <a:latin typeface="Cambria Math" panose="02040503050406030204" pitchFamily="18" charset="0"/>
                              <a:cs typeface="Times New Roman" panose="02020603050405020304" pitchFamily="18" charset="0"/>
                            </a:rPr>
                            <m:t>2</m:t>
                          </m:r>
                        </m:sub>
                      </m:sSub>
                    </m:oMath>
                  </m:oMathPara>
                </a14:m>
                <a:endParaRPr lang="es-419" dirty="0"/>
              </a:p>
              <a:p>
                <a:pPr marL="0" indent="0">
                  <a:buNone/>
                </a:pPr>
                <a:r>
                  <a:rPr lang="es-419" dirty="0">
                    <a:latin typeface="Times New Roman" panose="02020603050405020304" pitchFamily="18" charset="0"/>
                    <a:cs typeface="Times New Roman" panose="02020603050405020304" pitchFamily="18" charset="0"/>
                  </a:rPr>
                  <a:t>Reduciendo a:</a:t>
                </a:r>
              </a:p>
              <a:p>
                <a:pPr/>
                <a14:m>
                  <m:oMathPara xmlns:m="http://schemas.openxmlformats.org/officeDocument/2006/math">
                    <m:oMathParaPr>
                      <m:jc m:val="centerGroup"/>
                    </m:oMathParaPr>
                    <m:oMath xmlns:m="http://schemas.openxmlformats.org/officeDocument/2006/math">
                      <m:r>
                        <a:rPr lang="es-MX" i="1">
                          <a:latin typeface="Cambria Math" panose="02040503050406030204" pitchFamily="18" charset="0"/>
                          <a:cs typeface="Times New Roman" panose="02020603050405020304" pitchFamily="18" charset="0"/>
                        </a:rPr>
                        <m:t>𝐹</m:t>
                      </m:r>
                      <m:r>
                        <a:rPr lang="es-MX"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s-MX" i="1">
                              <a:latin typeface="Cambria Math" panose="02040503050406030204" pitchFamily="18" charset="0"/>
                              <a:ea typeface="Cambria Math" panose="02040503050406030204" pitchFamily="18" charset="0"/>
                              <a:cs typeface="Times New Roman" panose="02020603050405020304" pitchFamily="18" charset="0"/>
                            </a:rPr>
                          </m:ctrlPr>
                        </m:sSubPr>
                        <m:e>
                          <m:r>
                            <a:rPr lang="es-MX" i="1">
                              <a:latin typeface="Cambria Math" panose="02040503050406030204" pitchFamily="18" charset="0"/>
                              <a:ea typeface="Cambria Math" panose="02040503050406030204" pitchFamily="18" charset="0"/>
                              <a:cs typeface="Times New Roman" panose="02020603050405020304" pitchFamily="18" charset="0"/>
                            </a:rPr>
                            <m:t>𝐶</m:t>
                          </m:r>
                        </m:e>
                        <m:sub>
                          <m:r>
                            <a:rPr lang="es-MX" i="1">
                              <a:latin typeface="Cambria Math" panose="02040503050406030204" pitchFamily="18" charset="0"/>
                              <a:ea typeface="Cambria Math" panose="02040503050406030204" pitchFamily="18" charset="0"/>
                              <a:cs typeface="Times New Roman" panose="02020603050405020304" pitchFamily="18" charset="0"/>
                            </a:rPr>
                            <m:t>𝐹</m:t>
                          </m:r>
                        </m:sub>
                      </m:sSub>
                      <m:sSub>
                        <m:sSubPr>
                          <m:ctrlPr>
                            <a:rPr lang="es-MX" i="1">
                              <a:latin typeface="Cambria Math" panose="02040503050406030204" pitchFamily="18" charset="0"/>
                              <a:ea typeface="Cambria Math" panose="02040503050406030204" pitchFamily="18" charset="0"/>
                              <a:cs typeface="Times New Roman" panose="02020603050405020304" pitchFamily="18" charset="0"/>
                            </a:rPr>
                          </m:ctrlPr>
                        </m:sSubPr>
                        <m:e>
                          <m:r>
                            <a:rPr lang="es-MX" i="1">
                              <a:latin typeface="Cambria Math" panose="02040503050406030204" pitchFamily="18" charset="0"/>
                              <a:ea typeface="Cambria Math" panose="02040503050406030204" pitchFamily="18" charset="0"/>
                              <a:cs typeface="Times New Roman" panose="02020603050405020304" pitchFamily="18" charset="0"/>
                            </a:rPr>
                            <m:t>𝑝</m:t>
                          </m:r>
                        </m:e>
                        <m:sub>
                          <m:r>
                            <a:rPr lang="es-MX" i="1">
                              <a:latin typeface="Cambria Math" panose="02040503050406030204" pitchFamily="18" charset="0"/>
                              <a:ea typeface="Cambria Math" panose="02040503050406030204" pitchFamily="18" charset="0"/>
                              <a:cs typeface="Times New Roman" panose="02020603050405020304" pitchFamily="18" charset="0"/>
                            </a:rPr>
                            <m:t>𝑐h𝑎𝑚𝑏</m:t>
                          </m:r>
                        </m:sub>
                      </m:sSub>
                      <m:sSub>
                        <m:sSubPr>
                          <m:ctrlPr>
                            <a:rPr lang="es-MX" i="1">
                              <a:latin typeface="Cambria Math" panose="02040503050406030204" pitchFamily="18" charset="0"/>
                              <a:ea typeface="Cambria Math" panose="02040503050406030204" pitchFamily="18" charset="0"/>
                              <a:cs typeface="Times New Roman" panose="02020603050405020304" pitchFamily="18" charset="0"/>
                            </a:rPr>
                          </m:ctrlPr>
                        </m:sSubPr>
                        <m:e>
                          <m:r>
                            <a:rPr lang="es-MX" i="1">
                              <a:latin typeface="Cambria Math" panose="02040503050406030204" pitchFamily="18" charset="0"/>
                              <a:ea typeface="Cambria Math" panose="02040503050406030204" pitchFamily="18" charset="0"/>
                              <a:cs typeface="Times New Roman" panose="02020603050405020304" pitchFamily="18" charset="0"/>
                            </a:rPr>
                            <m:t>𝐴</m:t>
                          </m:r>
                        </m:e>
                        <m:sub>
                          <m:r>
                            <a:rPr lang="es-MX" i="1">
                              <a:latin typeface="Cambria Math" panose="02040503050406030204" pitchFamily="18" charset="0"/>
                              <a:ea typeface="Cambria Math" panose="02040503050406030204" pitchFamily="18" charset="0"/>
                              <a:cs typeface="Times New Roman" panose="02020603050405020304" pitchFamily="18" charset="0"/>
                            </a:rPr>
                            <m:t>𝑡h</m:t>
                          </m:r>
                        </m:sub>
                      </m:sSub>
                    </m:oMath>
                  </m:oMathPara>
                </a14:m>
                <a:endParaRPr lang="es-419" dirty="0">
                  <a:latin typeface="Times New Roman" panose="02020603050405020304" pitchFamily="18" charset="0"/>
                  <a:cs typeface="Times New Roman" panose="02020603050405020304" pitchFamily="18" charset="0"/>
                </a:endParaRPr>
              </a:p>
            </p:txBody>
          </p:sp>
        </mc:Choice>
        <mc:Fallback xmlns="">
          <p:sp>
            <p:nvSpPr>
              <p:cNvPr id="9" name="TextBox 8">
                <a:extLst>
                  <a:ext uri="{FF2B5EF4-FFF2-40B4-BE49-F238E27FC236}">
                    <a16:creationId xmlns:a16="http://schemas.microsoft.com/office/drawing/2014/main" id="{E6490F59-B497-671C-21CE-8607BE322CAB}"/>
                  </a:ext>
                </a:extLst>
              </p:cNvPr>
              <p:cNvSpPr txBox="1">
                <a:spLocks noRot="1" noChangeAspect="1" noMove="1" noResize="1" noEditPoints="1" noAdjustHandles="1" noChangeArrowheads="1" noChangeShapeType="1" noTextEdit="1"/>
              </p:cNvSpPr>
              <p:nvPr/>
            </p:nvSpPr>
            <p:spPr>
              <a:xfrm>
                <a:off x="1337930" y="2516369"/>
                <a:ext cx="4745665" cy="2210990"/>
              </a:xfrm>
              <a:prstGeom prst="rect">
                <a:avLst/>
              </a:prstGeom>
              <a:blipFill>
                <a:blip r:embed="rId6"/>
                <a:stretch>
                  <a:fillRect l="-1284" t="-1657" r="-2567" b="-552"/>
                </a:stretch>
              </a:blipFill>
            </p:spPr>
            <p:txBody>
              <a:bodyPr/>
              <a:lstStyle/>
              <a:p>
                <a:r>
                  <a:rPr lang="es-419">
                    <a:noFill/>
                  </a:rPr>
                  <a:t> </a:t>
                </a:r>
              </a:p>
            </p:txBody>
          </p:sp>
        </mc:Fallback>
      </mc:AlternateContent>
      <p:pic>
        <p:nvPicPr>
          <p:cNvPr id="10" name="Imagen 10">
            <a:extLst>
              <a:ext uri="{FF2B5EF4-FFF2-40B4-BE49-F238E27FC236}">
                <a16:creationId xmlns:a16="http://schemas.microsoft.com/office/drawing/2014/main" xmlns="" id="{06CD6875-AC60-6048-2FB4-12292553919A}"/>
              </a:ext>
            </a:extLst>
          </p:cNvPr>
          <p:cNvPicPr>
            <a:picLocks noChangeAspect="1"/>
          </p:cNvPicPr>
          <p:nvPr/>
        </p:nvPicPr>
        <p:blipFill>
          <a:blip r:embed="rId7"/>
          <a:stretch>
            <a:fillRect/>
          </a:stretch>
        </p:blipFill>
        <p:spPr>
          <a:xfrm>
            <a:off x="6453781" y="2345244"/>
            <a:ext cx="4084856" cy="2336155"/>
          </a:xfrm>
          <a:prstGeom prst="rect">
            <a:avLst/>
          </a:prstGeom>
        </p:spPr>
      </p:pic>
      <p:sp>
        <p:nvSpPr>
          <p:cNvPr id="11" name="CuadroTexto 18">
            <a:extLst>
              <a:ext uri="{FF2B5EF4-FFF2-40B4-BE49-F238E27FC236}">
                <a16:creationId xmlns:a16="http://schemas.microsoft.com/office/drawing/2014/main" xmlns="" id="{C3416965-6BAC-EF75-A0D8-44E244C820C1}"/>
              </a:ext>
            </a:extLst>
          </p:cNvPr>
          <p:cNvSpPr txBox="1"/>
          <p:nvPr/>
        </p:nvSpPr>
        <p:spPr>
          <a:xfrm>
            <a:off x="6997995" y="4634080"/>
            <a:ext cx="3540642" cy="369332"/>
          </a:xfrm>
          <a:prstGeom prst="rect">
            <a:avLst/>
          </a:prstGeom>
          <a:noFill/>
        </p:spPr>
        <p:txBody>
          <a:bodyPr wrap="square" rtlCol="0">
            <a:spAutoFit/>
          </a:bodyPr>
          <a:lstStyle/>
          <a:p>
            <a:pPr algn="r"/>
            <a:r>
              <a:rPr lang="es-MX" dirty="0">
                <a:latin typeface="Times New Roman" panose="02020603050405020304" pitchFamily="18" charset="0"/>
                <a:cs typeface="Times New Roman" panose="02020603050405020304" pitchFamily="18" charset="0"/>
              </a:rPr>
              <a:t>(Sutton &amp; </a:t>
            </a:r>
            <a:r>
              <a:rPr lang="es-MX" dirty="0" err="1">
                <a:latin typeface="Times New Roman" panose="02020603050405020304" pitchFamily="18" charset="0"/>
                <a:cs typeface="Times New Roman" panose="02020603050405020304" pitchFamily="18" charset="0"/>
              </a:rPr>
              <a:t>Biblarz</a:t>
            </a:r>
            <a:r>
              <a:rPr lang="es-MX" dirty="0">
                <a:latin typeface="Times New Roman" panose="02020603050405020304" pitchFamily="18" charset="0"/>
                <a:cs typeface="Times New Roman" panose="02020603050405020304" pitchFamily="18" charset="0"/>
              </a:rPr>
              <a:t>, 2017, p. 32)</a:t>
            </a:r>
          </a:p>
        </p:txBody>
      </p:sp>
      <p:sp>
        <p:nvSpPr>
          <p:cNvPr id="12" name="Rectangle 11">
            <a:extLst>
              <a:ext uri="{FF2B5EF4-FFF2-40B4-BE49-F238E27FC236}">
                <a16:creationId xmlns:a16="http://schemas.microsoft.com/office/drawing/2014/main" xmlns="" id="{F13DB901-9CD5-2CCD-4FCA-49F048534096}"/>
              </a:ext>
            </a:extLst>
          </p:cNvPr>
          <p:cNvSpPr/>
          <p:nvPr/>
        </p:nvSpPr>
        <p:spPr>
          <a:xfrm>
            <a:off x="2124127" y="5327007"/>
            <a:ext cx="1619645" cy="5198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419" dirty="0">
                <a:latin typeface="Times New Roman" panose="02020603050405020304" pitchFamily="18" charset="0"/>
                <a:cs typeface="Times New Roman" panose="02020603050405020304" pitchFamily="18" charset="0"/>
              </a:rPr>
              <a:t>Combustible solido</a:t>
            </a:r>
          </a:p>
        </p:txBody>
      </p:sp>
      <p:sp>
        <p:nvSpPr>
          <p:cNvPr id="13" name="Rectangle 12">
            <a:extLst>
              <a:ext uri="{FF2B5EF4-FFF2-40B4-BE49-F238E27FC236}">
                <a16:creationId xmlns:a16="http://schemas.microsoft.com/office/drawing/2014/main" xmlns="" id="{E29DA15F-4305-938B-F69A-CD80040B91CB}"/>
              </a:ext>
            </a:extLst>
          </p:cNvPr>
          <p:cNvSpPr/>
          <p:nvPr/>
        </p:nvSpPr>
        <p:spPr>
          <a:xfrm>
            <a:off x="4389082" y="5327007"/>
            <a:ext cx="1619645" cy="5198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419" dirty="0">
                <a:latin typeface="Times New Roman" panose="02020603050405020304" pitchFamily="18" charset="0"/>
                <a:cs typeface="Times New Roman" panose="02020603050405020304" pitchFamily="18" charset="0"/>
              </a:rPr>
              <a:t>Taza de quemado</a:t>
            </a:r>
          </a:p>
        </p:txBody>
      </p:sp>
      <p:sp>
        <p:nvSpPr>
          <p:cNvPr id="14" name="Rectangle 13">
            <a:extLst>
              <a:ext uri="{FF2B5EF4-FFF2-40B4-BE49-F238E27FC236}">
                <a16:creationId xmlns:a16="http://schemas.microsoft.com/office/drawing/2014/main" xmlns="" id="{ED1D1358-50A8-3A7E-EAAC-7E0D69D835DF}"/>
              </a:ext>
            </a:extLst>
          </p:cNvPr>
          <p:cNvSpPr/>
          <p:nvPr/>
        </p:nvSpPr>
        <p:spPr>
          <a:xfrm>
            <a:off x="6654037" y="5325426"/>
            <a:ext cx="1619645" cy="5198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419" dirty="0">
                <a:latin typeface="Times New Roman" panose="02020603050405020304" pitchFamily="18" charset="0"/>
                <a:cs typeface="Times New Roman" panose="02020603050405020304" pitchFamily="18" charset="0"/>
              </a:rPr>
              <a:t>Presión de cámara</a:t>
            </a:r>
          </a:p>
        </p:txBody>
      </p:sp>
      <p:sp>
        <p:nvSpPr>
          <p:cNvPr id="15" name="Rectangle 14">
            <a:extLst>
              <a:ext uri="{FF2B5EF4-FFF2-40B4-BE49-F238E27FC236}">
                <a16:creationId xmlns:a16="http://schemas.microsoft.com/office/drawing/2014/main" xmlns="" id="{C950D674-314E-B935-7B8F-15B589465341}"/>
              </a:ext>
            </a:extLst>
          </p:cNvPr>
          <p:cNvSpPr/>
          <p:nvPr/>
        </p:nvSpPr>
        <p:spPr>
          <a:xfrm>
            <a:off x="8918992" y="5325426"/>
            <a:ext cx="1619645" cy="5198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419" dirty="0">
                <a:latin typeface="Times New Roman" panose="02020603050405020304" pitchFamily="18" charset="0"/>
                <a:cs typeface="Times New Roman" panose="02020603050405020304" pitchFamily="18" charset="0"/>
              </a:rPr>
              <a:t>Empuje</a:t>
            </a:r>
          </a:p>
        </p:txBody>
      </p:sp>
      <p:sp>
        <p:nvSpPr>
          <p:cNvPr id="16" name="TextBox 15">
            <a:extLst>
              <a:ext uri="{FF2B5EF4-FFF2-40B4-BE49-F238E27FC236}">
                <a16:creationId xmlns:a16="http://schemas.microsoft.com/office/drawing/2014/main" xmlns="" id="{056E56E6-F9E1-2500-292B-F6D79B4682F2}"/>
              </a:ext>
            </a:extLst>
          </p:cNvPr>
          <p:cNvSpPr txBox="1"/>
          <p:nvPr/>
        </p:nvSpPr>
        <p:spPr>
          <a:xfrm>
            <a:off x="4484606" y="5900818"/>
            <a:ext cx="1428596" cy="369332"/>
          </a:xfrm>
          <a:prstGeom prst="rect">
            <a:avLst/>
          </a:prstGeom>
          <a:noFill/>
        </p:spPr>
        <p:txBody>
          <a:bodyPr wrap="none" rtlCol="0">
            <a:spAutoFit/>
          </a:bodyPr>
          <a:lstStyle/>
          <a:p>
            <a:r>
              <a:rPr lang="es-419" dirty="0">
                <a:latin typeface="Times New Roman" panose="02020603050405020304" pitchFamily="18" charset="0"/>
                <a:cs typeface="Times New Roman" panose="02020603050405020304" pitchFamily="18" charset="0"/>
              </a:rPr>
              <a:t>Experimental</a:t>
            </a:r>
          </a:p>
        </p:txBody>
      </p:sp>
      <p:cxnSp>
        <p:nvCxnSpPr>
          <p:cNvPr id="18" name="Straight Arrow Connector 17">
            <a:extLst>
              <a:ext uri="{FF2B5EF4-FFF2-40B4-BE49-F238E27FC236}">
                <a16:creationId xmlns:a16="http://schemas.microsoft.com/office/drawing/2014/main" xmlns="" id="{9D0F36FE-4B7D-646F-BAF4-A194CE2CABBD}"/>
              </a:ext>
            </a:extLst>
          </p:cNvPr>
          <p:cNvCxnSpPr>
            <a:stCxn id="12" idx="3"/>
            <a:endCxn id="13" idx="1"/>
          </p:cNvCxnSpPr>
          <p:nvPr/>
        </p:nvCxnSpPr>
        <p:spPr>
          <a:xfrm>
            <a:off x="3743772" y="5586943"/>
            <a:ext cx="645310" cy="0"/>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xmlns="" id="{99D3EFEC-0C2F-EA15-E129-DF44C5A24B73}"/>
              </a:ext>
            </a:extLst>
          </p:cNvPr>
          <p:cNvCxnSpPr>
            <a:stCxn id="13" idx="3"/>
            <a:endCxn id="14" idx="1"/>
          </p:cNvCxnSpPr>
          <p:nvPr/>
        </p:nvCxnSpPr>
        <p:spPr>
          <a:xfrm flipV="1">
            <a:off x="6008727" y="5585362"/>
            <a:ext cx="645310" cy="1581"/>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xmlns="" id="{6F348B4E-E3C0-ED92-A5BC-AB7CD463B260}"/>
              </a:ext>
            </a:extLst>
          </p:cNvPr>
          <p:cNvCxnSpPr>
            <a:stCxn id="14" idx="3"/>
            <a:endCxn id="15" idx="1"/>
          </p:cNvCxnSpPr>
          <p:nvPr/>
        </p:nvCxnSpPr>
        <p:spPr>
          <a:xfrm>
            <a:off x="8273682" y="5585362"/>
            <a:ext cx="645310" cy="0"/>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505549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AADE1A5-CCAC-1889-B55F-39C8C03560DA}"/>
              </a:ext>
            </a:extLst>
          </p:cNvPr>
          <p:cNvSpPr>
            <a:spLocks noGrp="1"/>
          </p:cNvSpPr>
          <p:nvPr>
            <p:ph type="title"/>
          </p:nvPr>
        </p:nvSpPr>
        <p:spPr/>
        <p:txBody>
          <a:bodyPr/>
          <a:lstStyle/>
          <a:p>
            <a:r>
              <a:rPr lang="es-419" dirty="0">
                <a:latin typeface="Times New Roman" panose="02020603050405020304" pitchFamily="18" charset="0"/>
                <a:cs typeface="Times New Roman" panose="02020603050405020304" pitchFamily="18" charset="0"/>
              </a:rPr>
              <a:t>Problemática – alcance y limitaciones</a:t>
            </a:r>
          </a:p>
        </p:txBody>
      </p:sp>
      <p:sp>
        <p:nvSpPr>
          <p:cNvPr id="4" name="Content Placeholder 2">
            <a:extLst>
              <a:ext uri="{FF2B5EF4-FFF2-40B4-BE49-F238E27FC236}">
                <a16:creationId xmlns:a16="http://schemas.microsoft.com/office/drawing/2014/main" xmlns="" id="{B79D1C2C-20AB-488B-22DA-C3FC060A49A7}"/>
              </a:ext>
            </a:extLst>
          </p:cNvPr>
          <p:cNvSpPr txBox="1">
            <a:spLocks/>
          </p:cNvSpPr>
          <p:nvPr/>
        </p:nvSpPr>
        <p:spPr>
          <a:xfrm>
            <a:off x="6253716" y="1825625"/>
            <a:ext cx="5257800" cy="52369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s-419" dirty="0">
                <a:latin typeface="Times New Roman" panose="02020603050405020304" pitchFamily="18" charset="0"/>
                <a:cs typeface="Times New Roman" panose="02020603050405020304" pitchFamily="18" charset="0"/>
              </a:rPr>
              <a:t>Sistema estático vs dinámico </a:t>
            </a:r>
          </a:p>
        </p:txBody>
      </p:sp>
      <p:pic>
        <p:nvPicPr>
          <p:cNvPr id="9" name="Picture 8">
            <a:extLst>
              <a:ext uri="{FF2B5EF4-FFF2-40B4-BE49-F238E27FC236}">
                <a16:creationId xmlns:a16="http://schemas.microsoft.com/office/drawing/2014/main" xmlns="" id="{13709654-5ACE-63E1-0D1D-970FBE294D67}"/>
              </a:ext>
            </a:extLst>
          </p:cNvPr>
          <p:cNvPicPr>
            <a:picLocks noChangeAspect="1"/>
          </p:cNvPicPr>
          <p:nvPr/>
        </p:nvPicPr>
        <p:blipFill>
          <a:blip r:embed="rId3"/>
          <a:stretch>
            <a:fillRect/>
          </a:stretch>
        </p:blipFill>
        <p:spPr>
          <a:xfrm>
            <a:off x="741629" y="1640975"/>
            <a:ext cx="5353869" cy="4170099"/>
          </a:xfrm>
          <a:prstGeom prst="rect">
            <a:avLst/>
          </a:prstGeom>
        </p:spPr>
      </p:pic>
      <p:grpSp>
        <p:nvGrpSpPr>
          <p:cNvPr id="3" name="Group 2">
            <a:extLst>
              <a:ext uri="{FF2B5EF4-FFF2-40B4-BE49-F238E27FC236}">
                <a16:creationId xmlns:a16="http://schemas.microsoft.com/office/drawing/2014/main" xmlns="" id="{44C831A7-8B55-BDDF-DF30-A1D6E4F496DD}"/>
              </a:ext>
            </a:extLst>
          </p:cNvPr>
          <p:cNvGrpSpPr/>
          <p:nvPr/>
        </p:nvGrpSpPr>
        <p:grpSpPr>
          <a:xfrm>
            <a:off x="4778004" y="2935279"/>
            <a:ext cx="894473" cy="520706"/>
            <a:chOff x="1148317" y="1731592"/>
            <a:chExt cx="1746397" cy="1270198"/>
          </a:xfrm>
        </p:grpSpPr>
        <p:grpSp>
          <p:nvGrpSpPr>
            <p:cNvPr id="12" name="Group 11">
              <a:extLst>
                <a:ext uri="{FF2B5EF4-FFF2-40B4-BE49-F238E27FC236}">
                  <a16:creationId xmlns:a16="http://schemas.microsoft.com/office/drawing/2014/main" xmlns="" id="{3C4561C3-4895-885C-5D3F-1AD1C8FD5D87}"/>
                </a:ext>
              </a:extLst>
            </p:cNvPr>
            <p:cNvGrpSpPr/>
            <p:nvPr/>
          </p:nvGrpSpPr>
          <p:grpSpPr>
            <a:xfrm>
              <a:off x="1148317" y="2268143"/>
              <a:ext cx="1746397" cy="733647"/>
              <a:chOff x="1233377" y="2268143"/>
              <a:chExt cx="1746397" cy="733647"/>
            </a:xfrm>
          </p:grpSpPr>
          <p:sp>
            <p:nvSpPr>
              <p:cNvPr id="11" name="Isosceles Triangle 10">
                <a:extLst>
                  <a:ext uri="{FF2B5EF4-FFF2-40B4-BE49-F238E27FC236}">
                    <a16:creationId xmlns:a16="http://schemas.microsoft.com/office/drawing/2014/main" xmlns="" id="{BD3211EC-E8F6-35E1-B966-B260D69B7662}"/>
                  </a:ext>
                </a:extLst>
              </p:cNvPr>
              <p:cNvSpPr/>
              <p:nvPr/>
            </p:nvSpPr>
            <p:spPr>
              <a:xfrm rot="16200000">
                <a:off x="2336504" y="2358520"/>
                <a:ext cx="733647" cy="552893"/>
              </a:xfrm>
              <a:prstGeom prst="triangle">
                <a:avLst/>
              </a:prstGeom>
              <a:solidFill>
                <a:schemeClr val="tx1">
                  <a:lumMod val="50000"/>
                  <a:lumOff val="5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10" name="Rectangle 9">
                <a:extLst>
                  <a:ext uri="{FF2B5EF4-FFF2-40B4-BE49-F238E27FC236}">
                    <a16:creationId xmlns:a16="http://schemas.microsoft.com/office/drawing/2014/main" xmlns="" id="{56D78A64-B132-9E5E-35BA-4F9105808455}"/>
                  </a:ext>
                </a:extLst>
              </p:cNvPr>
              <p:cNvSpPr/>
              <p:nvPr/>
            </p:nvSpPr>
            <p:spPr>
              <a:xfrm>
                <a:off x="1233377" y="2349795"/>
                <a:ext cx="1488558" cy="574158"/>
              </a:xfrm>
              <a:prstGeom prst="rect">
                <a:avLst/>
              </a:prstGeom>
              <a:solidFill>
                <a:schemeClr val="tx1">
                  <a:lumMod val="50000"/>
                  <a:lumOff val="5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gr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xmlns="" id="{30E75655-C86B-17C4-00D1-B2E30931A5F3}"/>
                    </a:ext>
                  </a:extLst>
                </p:cNvPr>
                <p:cNvSpPr txBox="1"/>
                <p:nvPr/>
              </p:nvSpPr>
              <p:spPr>
                <a:xfrm>
                  <a:off x="1210805" y="1731592"/>
                  <a:ext cx="651543" cy="4034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s-419" sz="1200" i="1" smtClean="0">
                                <a:latin typeface="Cambria Math" panose="02040503050406030204" pitchFamily="18" charset="0"/>
                              </a:rPr>
                            </m:ctrlPr>
                          </m:accPr>
                          <m:e>
                            <m:r>
                              <a:rPr lang="es-419" sz="1200" b="0" i="1" smtClean="0">
                                <a:latin typeface="Cambria Math" panose="02040503050406030204" pitchFamily="18" charset="0"/>
                              </a:rPr>
                              <m:t>𝑉</m:t>
                            </m:r>
                          </m:e>
                        </m:acc>
                        <m:r>
                          <a:rPr lang="es-419" sz="1200" b="0" i="1" smtClean="0">
                            <a:latin typeface="Cambria Math" panose="02040503050406030204" pitchFamily="18" charset="0"/>
                          </a:rPr>
                          <m:t>=0</m:t>
                        </m:r>
                      </m:oMath>
                    </m:oMathPara>
                  </a14:m>
                  <a:endParaRPr lang="es-419" sz="1200" dirty="0"/>
                </a:p>
              </p:txBody>
            </p:sp>
          </mc:Choice>
          <mc:Fallback xmlns="">
            <p:sp>
              <p:nvSpPr>
                <p:cNvPr id="17" name="TextBox 16">
                  <a:extLst>
                    <a:ext uri="{FF2B5EF4-FFF2-40B4-BE49-F238E27FC236}">
                      <a16:creationId xmlns:a16="http://schemas.microsoft.com/office/drawing/2014/main" id="{30E75655-C86B-17C4-00D1-B2E30931A5F3}"/>
                    </a:ext>
                  </a:extLst>
                </p:cNvPr>
                <p:cNvSpPr txBox="1">
                  <a:spLocks noRot="1" noChangeAspect="1" noMove="1" noResize="1" noEditPoints="1" noAdjustHandles="1" noChangeArrowheads="1" noChangeShapeType="1" noTextEdit="1"/>
                </p:cNvSpPr>
                <p:nvPr/>
              </p:nvSpPr>
              <p:spPr>
                <a:xfrm>
                  <a:off x="1210805" y="1731592"/>
                  <a:ext cx="651543" cy="403432"/>
                </a:xfrm>
                <a:prstGeom prst="rect">
                  <a:avLst/>
                </a:prstGeom>
                <a:blipFill>
                  <a:blip r:embed="rId4"/>
                  <a:stretch>
                    <a:fillRect l="-16364" r="-30909" b="-33333"/>
                  </a:stretch>
                </a:blipFill>
              </p:spPr>
              <p:txBody>
                <a:bodyPr/>
                <a:lstStyle/>
                <a:p>
                  <a:r>
                    <a:rPr lang="es-419">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xmlns="" id="{146E18D6-91E9-B427-5774-5AE9A4C2A4CD}"/>
                    </a:ext>
                  </a:extLst>
                </p:cNvPr>
                <p:cNvSpPr txBox="1"/>
                <p:nvPr/>
              </p:nvSpPr>
              <p:spPr>
                <a:xfrm>
                  <a:off x="2159897" y="1770422"/>
                  <a:ext cx="674175" cy="35971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s-419" sz="1200" i="1" smtClean="0">
                                <a:latin typeface="Cambria Math" panose="02040503050406030204" pitchFamily="18" charset="0"/>
                              </a:rPr>
                            </m:ctrlPr>
                          </m:accPr>
                          <m:e>
                            <m:r>
                              <a:rPr lang="es-419" sz="1200" i="1" smtClean="0">
                                <a:latin typeface="Cambria Math" panose="02040503050406030204" pitchFamily="18" charset="0"/>
                                <a:ea typeface="Cambria Math" panose="02040503050406030204" pitchFamily="18" charset="0"/>
                              </a:rPr>
                              <m:t>𝜔</m:t>
                            </m:r>
                          </m:e>
                        </m:acc>
                        <m:r>
                          <a:rPr lang="es-419" sz="1200" b="0" i="1" smtClean="0">
                            <a:latin typeface="Cambria Math" panose="02040503050406030204" pitchFamily="18" charset="0"/>
                          </a:rPr>
                          <m:t>=0</m:t>
                        </m:r>
                      </m:oMath>
                    </m:oMathPara>
                  </a14:m>
                  <a:endParaRPr lang="es-419" sz="1200" dirty="0"/>
                </a:p>
              </p:txBody>
            </p:sp>
          </mc:Choice>
          <mc:Fallback xmlns="">
            <p:sp>
              <p:nvSpPr>
                <p:cNvPr id="19" name="TextBox 18">
                  <a:extLst>
                    <a:ext uri="{FF2B5EF4-FFF2-40B4-BE49-F238E27FC236}">
                      <a16:creationId xmlns:a16="http://schemas.microsoft.com/office/drawing/2014/main" id="{146E18D6-91E9-B427-5774-5AE9A4C2A4CD}"/>
                    </a:ext>
                  </a:extLst>
                </p:cNvPr>
                <p:cNvSpPr txBox="1">
                  <a:spLocks noRot="1" noChangeAspect="1" noMove="1" noResize="1" noEditPoints="1" noAdjustHandles="1" noChangeArrowheads="1" noChangeShapeType="1" noTextEdit="1"/>
                </p:cNvSpPr>
                <p:nvPr/>
              </p:nvSpPr>
              <p:spPr>
                <a:xfrm>
                  <a:off x="2159897" y="1770422"/>
                  <a:ext cx="674175" cy="359715"/>
                </a:xfrm>
                <a:prstGeom prst="rect">
                  <a:avLst/>
                </a:prstGeom>
                <a:blipFill>
                  <a:blip r:embed="rId5"/>
                  <a:stretch>
                    <a:fillRect l="-12500" r="-32143" b="-33333"/>
                  </a:stretch>
                </a:blipFill>
              </p:spPr>
              <p:txBody>
                <a:bodyPr/>
                <a:lstStyle/>
                <a:p>
                  <a:r>
                    <a:rPr lang="es-419">
                      <a:noFill/>
                    </a:rPr>
                    <a:t> </a:t>
                  </a:r>
                </a:p>
              </p:txBody>
            </p:sp>
          </mc:Fallback>
        </mc:AlternateContent>
      </p:grpSp>
      <p:grpSp>
        <p:nvGrpSpPr>
          <p:cNvPr id="5" name="Group 4">
            <a:extLst>
              <a:ext uri="{FF2B5EF4-FFF2-40B4-BE49-F238E27FC236}">
                <a16:creationId xmlns:a16="http://schemas.microsoft.com/office/drawing/2014/main" xmlns="" id="{D7E7E744-3E3E-26D1-23A2-AE537B8C174A}"/>
              </a:ext>
            </a:extLst>
          </p:cNvPr>
          <p:cNvGrpSpPr/>
          <p:nvPr/>
        </p:nvGrpSpPr>
        <p:grpSpPr>
          <a:xfrm>
            <a:off x="4627788" y="2170093"/>
            <a:ext cx="1099347" cy="579234"/>
            <a:chOff x="3215525" y="1613167"/>
            <a:chExt cx="2295326" cy="1367181"/>
          </a:xfrm>
        </p:grpSpPr>
        <p:grpSp>
          <p:nvGrpSpPr>
            <p:cNvPr id="13" name="Group 12">
              <a:extLst>
                <a:ext uri="{FF2B5EF4-FFF2-40B4-BE49-F238E27FC236}">
                  <a16:creationId xmlns:a16="http://schemas.microsoft.com/office/drawing/2014/main" xmlns="" id="{6072978C-BFD8-3690-827F-7703F392C4F8}"/>
                </a:ext>
              </a:extLst>
            </p:cNvPr>
            <p:cNvGrpSpPr/>
            <p:nvPr/>
          </p:nvGrpSpPr>
          <p:grpSpPr>
            <a:xfrm>
              <a:off x="3764454" y="2246701"/>
              <a:ext cx="1746397" cy="733647"/>
              <a:chOff x="1233377" y="2268143"/>
              <a:chExt cx="1746397" cy="733647"/>
            </a:xfrm>
          </p:grpSpPr>
          <p:sp>
            <p:nvSpPr>
              <p:cNvPr id="14" name="Isosceles Triangle 13">
                <a:extLst>
                  <a:ext uri="{FF2B5EF4-FFF2-40B4-BE49-F238E27FC236}">
                    <a16:creationId xmlns:a16="http://schemas.microsoft.com/office/drawing/2014/main" xmlns="" id="{C05116A4-8318-B460-3BF6-D9C1209BC116}"/>
                  </a:ext>
                </a:extLst>
              </p:cNvPr>
              <p:cNvSpPr/>
              <p:nvPr/>
            </p:nvSpPr>
            <p:spPr>
              <a:xfrm rot="16200000">
                <a:off x="2336504" y="2358520"/>
                <a:ext cx="733647" cy="552893"/>
              </a:xfrm>
              <a:prstGeom prst="triangle">
                <a:avLst/>
              </a:prstGeom>
              <a:solidFill>
                <a:schemeClr val="tx1">
                  <a:lumMod val="50000"/>
                  <a:lumOff val="5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15" name="Rectangle 14">
                <a:extLst>
                  <a:ext uri="{FF2B5EF4-FFF2-40B4-BE49-F238E27FC236}">
                    <a16:creationId xmlns:a16="http://schemas.microsoft.com/office/drawing/2014/main" xmlns="" id="{4C4084B4-9EEE-37EA-F2E7-47C43FE45F98}"/>
                  </a:ext>
                </a:extLst>
              </p:cNvPr>
              <p:cNvSpPr/>
              <p:nvPr/>
            </p:nvSpPr>
            <p:spPr>
              <a:xfrm>
                <a:off x="1233377" y="2349795"/>
                <a:ext cx="1488558" cy="574158"/>
              </a:xfrm>
              <a:prstGeom prst="rect">
                <a:avLst/>
              </a:prstGeom>
              <a:solidFill>
                <a:schemeClr val="tx1">
                  <a:lumMod val="50000"/>
                  <a:lumOff val="5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gr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xmlns="" id="{24A543EA-E6F8-1E0F-4E74-2502BA9A6B8C}"/>
                    </a:ext>
                  </a:extLst>
                </p:cNvPr>
                <p:cNvSpPr txBox="1"/>
                <p:nvPr/>
              </p:nvSpPr>
              <p:spPr>
                <a:xfrm>
                  <a:off x="4629254" y="1613167"/>
                  <a:ext cx="657404" cy="22206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s-419" sz="1200" i="1" smtClean="0">
                                <a:latin typeface="Cambria Math" panose="02040503050406030204" pitchFamily="18" charset="0"/>
                              </a:rPr>
                            </m:ctrlPr>
                          </m:accPr>
                          <m:e>
                            <m:r>
                              <a:rPr lang="es-419" sz="1200" b="0" i="1" smtClean="0">
                                <a:latin typeface="Cambria Math" panose="02040503050406030204" pitchFamily="18" charset="0"/>
                              </a:rPr>
                              <m:t>𝑉</m:t>
                            </m:r>
                          </m:e>
                        </m:acc>
                        <m:r>
                          <a:rPr lang="es-419" sz="1200" i="1">
                            <a:latin typeface="Cambria Math" panose="02040503050406030204" pitchFamily="18" charset="0"/>
                            <a:ea typeface="Cambria Math" panose="02040503050406030204" pitchFamily="18" charset="0"/>
                          </a:rPr>
                          <m:t>≠</m:t>
                        </m:r>
                        <m:r>
                          <a:rPr lang="es-419" sz="1200" b="0" i="1" smtClean="0">
                            <a:latin typeface="Cambria Math" panose="02040503050406030204" pitchFamily="18" charset="0"/>
                            <a:ea typeface="Cambria Math" panose="02040503050406030204" pitchFamily="18" charset="0"/>
                          </a:rPr>
                          <m:t>0</m:t>
                        </m:r>
                      </m:oMath>
                    </m:oMathPara>
                  </a14:m>
                  <a:endParaRPr lang="es-419" sz="1200" dirty="0"/>
                </a:p>
              </p:txBody>
            </p:sp>
          </mc:Choice>
          <mc:Fallback xmlns="">
            <p:sp>
              <p:nvSpPr>
                <p:cNvPr id="18" name="TextBox 17">
                  <a:extLst>
                    <a:ext uri="{FF2B5EF4-FFF2-40B4-BE49-F238E27FC236}">
                      <a16:creationId xmlns:a16="http://schemas.microsoft.com/office/drawing/2014/main" id="{24A543EA-E6F8-1E0F-4E74-2502BA9A6B8C}"/>
                    </a:ext>
                  </a:extLst>
                </p:cNvPr>
                <p:cNvSpPr txBox="1">
                  <a:spLocks noRot="1" noChangeAspect="1" noMove="1" noResize="1" noEditPoints="1" noAdjustHandles="1" noChangeArrowheads="1" noChangeShapeType="1" noTextEdit="1"/>
                </p:cNvSpPr>
                <p:nvPr/>
              </p:nvSpPr>
              <p:spPr>
                <a:xfrm>
                  <a:off x="4629254" y="1613167"/>
                  <a:ext cx="657404" cy="222062"/>
                </a:xfrm>
                <a:prstGeom prst="rect">
                  <a:avLst/>
                </a:prstGeom>
                <a:blipFill>
                  <a:blip r:embed="rId6"/>
                  <a:stretch>
                    <a:fillRect l="-17308" r="-38462" b="-140000"/>
                  </a:stretch>
                </a:blipFill>
              </p:spPr>
              <p:txBody>
                <a:bodyPr/>
                <a:lstStyle/>
                <a:p>
                  <a:r>
                    <a:rPr lang="es-419">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xmlns="" id="{529127DD-860C-7770-BCA4-82DD807FFCD8}"/>
                    </a:ext>
                  </a:extLst>
                </p:cNvPr>
                <p:cNvSpPr txBox="1"/>
                <p:nvPr/>
              </p:nvSpPr>
              <p:spPr>
                <a:xfrm>
                  <a:off x="3394482" y="1664007"/>
                  <a:ext cx="680240" cy="19800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s-419" sz="1200" i="1" smtClean="0">
                                <a:latin typeface="Cambria Math" panose="02040503050406030204" pitchFamily="18" charset="0"/>
                              </a:rPr>
                            </m:ctrlPr>
                          </m:accPr>
                          <m:e>
                            <m:r>
                              <a:rPr lang="es-419" sz="1200" i="1" smtClean="0">
                                <a:latin typeface="Cambria Math" panose="02040503050406030204" pitchFamily="18" charset="0"/>
                                <a:ea typeface="Cambria Math" panose="02040503050406030204" pitchFamily="18" charset="0"/>
                              </a:rPr>
                              <m:t>𝜔</m:t>
                            </m:r>
                          </m:e>
                        </m:acc>
                        <m:r>
                          <a:rPr lang="es-419" sz="1200" i="1">
                            <a:latin typeface="Cambria Math" panose="02040503050406030204" pitchFamily="18" charset="0"/>
                            <a:ea typeface="Cambria Math" panose="02040503050406030204" pitchFamily="18" charset="0"/>
                          </a:rPr>
                          <m:t>≠</m:t>
                        </m:r>
                        <m:r>
                          <a:rPr lang="es-419" sz="1200" b="0" i="1" smtClean="0">
                            <a:latin typeface="Cambria Math" panose="02040503050406030204" pitchFamily="18" charset="0"/>
                          </a:rPr>
                          <m:t>0</m:t>
                        </m:r>
                      </m:oMath>
                    </m:oMathPara>
                  </a14:m>
                  <a:endParaRPr lang="es-419" sz="1200" dirty="0"/>
                </a:p>
              </p:txBody>
            </p:sp>
          </mc:Choice>
          <mc:Fallback xmlns="">
            <p:sp>
              <p:nvSpPr>
                <p:cNvPr id="20" name="TextBox 19">
                  <a:extLst>
                    <a:ext uri="{FF2B5EF4-FFF2-40B4-BE49-F238E27FC236}">
                      <a16:creationId xmlns:a16="http://schemas.microsoft.com/office/drawing/2014/main" id="{529127DD-860C-7770-BCA4-82DD807FFCD8}"/>
                    </a:ext>
                  </a:extLst>
                </p:cNvPr>
                <p:cNvSpPr txBox="1">
                  <a:spLocks noRot="1" noChangeAspect="1" noMove="1" noResize="1" noEditPoints="1" noAdjustHandles="1" noChangeArrowheads="1" noChangeShapeType="1" noTextEdit="1"/>
                </p:cNvSpPr>
                <p:nvPr/>
              </p:nvSpPr>
              <p:spPr>
                <a:xfrm>
                  <a:off x="3394482" y="1664007"/>
                  <a:ext cx="680240" cy="198001"/>
                </a:xfrm>
                <a:prstGeom prst="rect">
                  <a:avLst/>
                </a:prstGeom>
                <a:blipFill>
                  <a:blip r:embed="rId7"/>
                  <a:stretch>
                    <a:fillRect l="-11111" r="-37037" b="-146154"/>
                  </a:stretch>
                </a:blipFill>
              </p:spPr>
              <p:txBody>
                <a:bodyPr/>
                <a:lstStyle/>
                <a:p>
                  <a:r>
                    <a:rPr lang="es-419">
                      <a:noFill/>
                    </a:rPr>
                    <a:t> </a:t>
                  </a:r>
                </a:p>
              </p:txBody>
            </p:sp>
          </mc:Fallback>
        </mc:AlternateContent>
        <p:cxnSp>
          <p:nvCxnSpPr>
            <p:cNvPr id="22" name="Straight Arrow Connector 21">
              <a:extLst>
                <a:ext uri="{FF2B5EF4-FFF2-40B4-BE49-F238E27FC236}">
                  <a16:creationId xmlns:a16="http://schemas.microsoft.com/office/drawing/2014/main" xmlns="" id="{5C6E93B4-2171-D8DC-1359-0C40672405DF}"/>
                </a:ext>
              </a:extLst>
            </p:cNvPr>
            <p:cNvCxnSpPr>
              <a:stCxn id="15" idx="1"/>
            </p:cNvCxnSpPr>
            <p:nvPr/>
          </p:nvCxnSpPr>
          <p:spPr>
            <a:xfrm flipH="1" flipV="1">
              <a:off x="3215525" y="2613525"/>
              <a:ext cx="548929" cy="1907"/>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4" name="Connector: Curved 23">
              <a:extLst>
                <a:ext uri="{FF2B5EF4-FFF2-40B4-BE49-F238E27FC236}">
                  <a16:creationId xmlns:a16="http://schemas.microsoft.com/office/drawing/2014/main" xmlns="" id="{E6C853A7-CF8E-BFFC-BF6F-6913FADDA371}"/>
                </a:ext>
              </a:extLst>
            </p:cNvPr>
            <p:cNvCxnSpPr>
              <a:cxnSpLocks/>
              <a:stCxn id="15" idx="2"/>
            </p:cNvCxnSpPr>
            <p:nvPr/>
          </p:nvCxnSpPr>
          <p:spPr>
            <a:xfrm rot="5400000" flipH="1" flipV="1">
              <a:off x="4456750" y="2401301"/>
              <a:ext cx="553192" cy="449227"/>
            </a:xfrm>
            <a:prstGeom prst="curvedConnector3">
              <a:avLst>
                <a:gd name="adj1" fmla="val -41324"/>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sp>
        <p:nvSpPr>
          <p:cNvPr id="28" name="CuadroTexto 18">
            <a:extLst>
              <a:ext uri="{FF2B5EF4-FFF2-40B4-BE49-F238E27FC236}">
                <a16:creationId xmlns:a16="http://schemas.microsoft.com/office/drawing/2014/main" xmlns="" id="{0E43CF0E-5556-E695-89C5-87900A390E37}"/>
              </a:ext>
            </a:extLst>
          </p:cNvPr>
          <p:cNvSpPr txBox="1"/>
          <p:nvPr/>
        </p:nvSpPr>
        <p:spPr>
          <a:xfrm>
            <a:off x="7813158" y="5661952"/>
            <a:ext cx="3540642" cy="369332"/>
          </a:xfrm>
          <a:prstGeom prst="rect">
            <a:avLst/>
          </a:prstGeom>
          <a:noFill/>
        </p:spPr>
        <p:txBody>
          <a:bodyPr wrap="square" rtlCol="0">
            <a:spAutoFit/>
          </a:bodyPr>
          <a:lstStyle/>
          <a:p>
            <a:pPr algn="r"/>
            <a:r>
              <a:rPr lang="es-MX" dirty="0">
                <a:latin typeface="Times New Roman" panose="02020603050405020304" pitchFamily="18" charset="0"/>
                <a:cs typeface="Times New Roman" panose="02020603050405020304" pitchFamily="18" charset="0"/>
              </a:rPr>
              <a:t>(Sutton &amp; </a:t>
            </a:r>
            <a:r>
              <a:rPr lang="es-MX" dirty="0" err="1">
                <a:latin typeface="Times New Roman" panose="02020603050405020304" pitchFamily="18" charset="0"/>
                <a:cs typeface="Times New Roman" panose="02020603050405020304" pitchFamily="18" charset="0"/>
              </a:rPr>
              <a:t>Biblarz</a:t>
            </a:r>
            <a:r>
              <a:rPr lang="es-MX" dirty="0">
                <a:latin typeface="Times New Roman" panose="02020603050405020304" pitchFamily="18" charset="0"/>
                <a:cs typeface="Times New Roman" panose="02020603050405020304" pitchFamily="18" charset="0"/>
              </a:rPr>
              <a:t>, 2017, p. 115)</a:t>
            </a:r>
          </a:p>
        </p:txBody>
      </p:sp>
      <p:graphicFrame>
        <p:nvGraphicFramePr>
          <p:cNvPr id="29" name="Table 28">
            <a:extLst>
              <a:ext uri="{FF2B5EF4-FFF2-40B4-BE49-F238E27FC236}">
                <a16:creationId xmlns:a16="http://schemas.microsoft.com/office/drawing/2014/main" xmlns="" id="{D4639491-FC5C-40CA-F9F3-9ACC69C5486C}"/>
              </a:ext>
            </a:extLst>
          </p:cNvPr>
          <p:cNvGraphicFramePr>
            <a:graphicFrameLocks noGrp="1"/>
          </p:cNvGraphicFramePr>
          <p:nvPr>
            <p:extLst>
              <p:ext uri="{D42A27DB-BD31-4B8C-83A1-F6EECF244321}">
                <p14:modId xmlns:p14="http://schemas.microsoft.com/office/powerpoint/2010/main" val="3979870329"/>
              </p:ext>
            </p:extLst>
          </p:nvPr>
        </p:nvGraphicFramePr>
        <p:xfrm>
          <a:off x="6704355" y="2494887"/>
          <a:ext cx="4136946" cy="1483360"/>
        </p:xfrm>
        <a:graphic>
          <a:graphicData uri="http://schemas.openxmlformats.org/drawingml/2006/table">
            <a:tbl>
              <a:tblPr firstRow="1" bandRow="1">
                <a:tableStyleId>{9D7B26C5-4107-4FEC-AEDC-1716B250A1EF}</a:tableStyleId>
              </a:tblPr>
              <a:tblGrid>
                <a:gridCol w="1378982">
                  <a:extLst>
                    <a:ext uri="{9D8B030D-6E8A-4147-A177-3AD203B41FA5}">
                      <a16:colId xmlns:a16="http://schemas.microsoft.com/office/drawing/2014/main" xmlns="" val="3086435517"/>
                    </a:ext>
                  </a:extLst>
                </a:gridCol>
                <a:gridCol w="1378982">
                  <a:extLst>
                    <a:ext uri="{9D8B030D-6E8A-4147-A177-3AD203B41FA5}">
                      <a16:colId xmlns:a16="http://schemas.microsoft.com/office/drawing/2014/main" xmlns="" val="3910736875"/>
                    </a:ext>
                  </a:extLst>
                </a:gridCol>
                <a:gridCol w="1378982">
                  <a:extLst>
                    <a:ext uri="{9D8B030D-6E8A-4147-A177-3AD203B41FA5}">
                      <a16:colId xmlns:a16="http://schemas.microsoft.com/office/drawing/2014/main" xmlns="" val="914235034"/>
                    </a:ext>
                  </a:extLst>
                </a:gridCol>
              </a:tblGrid>
              <a:tr h="370840">
                <a:tc>
                  <a:txBody>
                    <a:bodyPr/>
                    <a:lstStyle/>
                    <a:p>
                      <a:pPr algn="ctr"/>
                      <a:r>
                        <a:rPr lang="es-419" dirty="0">
                          <a:latin typeface="Times New Roman" panose="02020603050405020304" pitchFamily="18" charset="0"/>
                          <a:cs typeface="Times New Roman" panose="02020603050405020304" pitchFamily="18" charset="0"/>
                        </a:rPr>
                        <a:t>Aspecto</a:t>
                      </a:r>
                    </a:p>
                  </a:txBody>
                  <a:tcPr/>
                </a:tc>
                <a:tc>
                  <a:txBody>
                    <a:bodyPr/>
                    <a:lstStyle/>
                    <a:p>
                      <a:pPr algn="ctr"/>
                      <a:r>
                        <a:rPr lang="es-419" dirty="0">
                          <a:latin typeface="Times New Roman" panose="02020603050405020304" pitchFamily="18" charset="0"/>
                          <a:cs typeface="Times New Roman" panose="02020603050405020304" pitchFamily="18" charset="0"/>
                        </a:rPr>
                        <a:t>Estático</a:t>
                      </a:r>
                    </a:p>
                  </a:txBody>
                  <a:tcPr/>
                </a:tc>
                <a:tc>
                  <a:txBody>
                    <a:bodyPr/>
                    <a:lstStyle/>
                    <a:p>
                      <a:pPr algn="ctr"/>
                      <a:r>
                        <a:rPr lang="es-419" dirty="0">
                          <a:latin typeface="Times New Roman" panose="02020603050405020304" pitchFamily="18" charset="0"/>
                          <a:cs typeface="Times New Roman" panose="02020603050405020304" pitchFamily="18" charset="0"/>
                        </a:rPr>
                        <a:t>Dinámico</a:t>
                      </a:r>
                    </a:p>
                  </a:txBody>
                  <a:tcPr/>
                </a:tc>
                <a:extLst>
                  <a:ext uri="{0D108BD9-81ED-4DB2-BD59-A6C34878D82A}">
                    <a16:rowId xmlns:a16="http://schemas.microsoft.com/office/drawing/2014/main" xmlns="" val="3638040687"/>
                  </a:ext>
                </a:extLst>
              </a:tr>
              <a:tr h="370840">
                <a:tc>
                  <a:txBody>
                    <a:bodyPr/>
                    <a:lstStyle/>
                    <a:p>
                      <a:pPr algn="ctr"/>
                      <a:r>
                        <a:rPr lang="es-419" dirty="0">
                          <a:latin typeface="Times New Roman" panose="02020603050405020304" pitchFamily="18" charset="0"/>
                          <a:cs typeface="Times New Roman" panose="02020603050405020304" pitchFamily="18" charset="0"/>
                        </a:rPr>
                        <a:t>Presión</a:t>
                      </a:r>
                    </a:p>
                  </a:txBody>
                  <a:tcPr/>
                </a:tc>
                <a:tc>
                  <a:txBody>
                    <a:bodyPr/>
                    <a:lstStyle/>
                    <a:p>
                      <a:pPr algn="ctr"/>
                      <a:r>
                        <a:rPr lang="es-419" dirty="0">
                          <a:latin typeface="Times New Roman" panose="02020603050405020304" pitchFamily="18" charset="0"/>
                          <a:cs typeface="Times New Roman" panose="02020603050405020304" pitchFamily="18" charset="0"/>
                        </a:rPr>
                        <a:t>Medible</a:t>
                      </a:r>
                    </a:p>
                  </a:txBody>
                  <a:tcPr/>
                </a:tc>
                <a:tc>
                  <a:txBody>
                    <a:bodyPr/>
                    <a:lstStyle/>
                    <a:p>
                      <a:pPr algn="ctr"/>
                      <a:r>
                        <a:rPr lang="es-419" dirty="0">
                          <a:latin typeface="Times New Roman" panose="02020603050405020304" pitchFamily="18" charset="0"/>
                          <a:cs typeface="Times New Roman" panose="02020603050405020304" pitchFamily="18" charset="0"/>
                        </a:rPr>
                        <a:t>Variable</a:t>
                      </a:r>
                    </a:p>
                  </a:txBody>
                  <a:tcPr/>
                </a:tc>
                <a:extLst>
                  <a:ext uri="{0D108BD9-81ED-4DB2-BD59-A6C34878D82A}">
                    <a16:rowId xmlns:a16="http://schemas.microsoft.com/office/drawing/2014/main" xmlns="" val="181376308"/>
                  </a:ext>
                </a:extLst>
              </a:tr>
              <a:tr h="370840">
                <a:tc>
                  <a:txBody>
                    <a:bodyPr/>
                    <a:lstStyle/>
                    <a:p>
                      <a:pPr algn="ctr"/>
                      <a:r>
                        <a:rPr lang="es-419" dirty="0">
                          <a:latin typeface="Times New Roman" panose="02020603050405020304" pitchFamily="18" charset="0"/>
                          <a:cs typeface="Times New Roman" panose="02020603050405020304" pitchFamily="18" charset="0"/>
                        </a:rPr>
                        <a:t>Temperatura</a:t>
                      </a:r>
                    </a:p>
                  </a:txBody>
                  <a:tcPr/>
                </a:tc>
                <a:tc>
                  <a:txBody>
                    <a:bodyPr/>
                    <a:lstStyle/>
                    <a:p>
                      <a:pPr algn="ctr"/>
                      <a:r>
                        <a:rPr lang="es-419" dirty="0">
                          <a:latin typeface="Times New Roman" panose="02020603050405020304" pitchFamily="18" charset="0"/>
                          <a:cs typeface="Times New Roman" panose="02020603050405020304" pitchFamily="18" charset="0"/>
                        </a:rPr>
                        <a:t>Estable</a:t>
                      </a:r>
                    </a:p>
                  </a:txBody>
                  <a:tcPr/>
                </a:tc>
                <a:tc>
                  <a:txBody>
                    <a:bodyPr/>
                    <a:lstStyle/>
                    <a:p>
                      <a:pPr algn="ctr"/>
                      <a:r>
                        <a:rPr lang="es-419" dirty="0">
                          <a:latin typeface="Times New Roman" panose="02020603050405020304" pitchFamily="18" charset="0"/>
                          <a:cs typeface="Times New Roman" panose="02020603050405020304" pitchFamily="18" charset="0"/>
                        </a:rPr>
                        <a:t>Fluctúa</a:t>
                      </a:r>
                    </a:p>
                  </a:txBody>
                  <a:tcPr/>
                </a:tc>
                <a:extLst>
                  <a:ext uri="{0D108BD9-81ED-4DB2-BD59-A6C34878D82A}">
                    <a16:rowId xmlns:a16="http://schemas.microsoft.com/office/drawing/2014/main" xmlns="" val="950152723"/>
                  </a:ext>
                </a:extLst>
              </a:tr>
              <a:tr h="370840">
                <a:tc>
                  <a:txBody>
                    <a:bodyPr/>
                    <a:lstStyle/>
                    <a:p>
                      <a:pPr algn="ctr"/>
                      <a:r>
                        <a:rPr lang="es-419" dirty="0">
                          <a:latin typeface="Times New Roman" panose="02020603050405020304" pitchFamily="18" charset="0"/>
                          <a:cs typeface="Times New Roman" panose="02020603050405020304" pitchFamily="18" charset="0"/>
                        </a:rPr>
                        <a:t>Empuje</a:t>
                      </a:r>
                    </a:p>
                  </a:txBody>
                  <a:tcPr/>
                </a:tc>
                <a:tc>
                  <a:txBody>
                    <a:bodyPr/>
                    <a:lstStyle/>
                    <a:p>
                      <a:pPr algn="ctr"/>
                      <a:r>
                        <a:rPr lang="es-419" dirty="0">
                          <a:latin typeface="Times New Roman" panose="02020603050405020304" pitchFamily="18" charset="0"/>
                          <a:cs typeface="Times New Roman" panose="02020603050405020304" pitchFamily="18" charset="0"/>
                        </a:rPr>
                        <a:t>Constante</a:t>
                      </a:r>
                    </a:p>
                  </a:txBody>
                  <a:tcPr/>
                </a:tc>
                <a:tc>
                  <a:txBody>
                    <a:bodyPr/>
                    <a:lstStyle/>
                    <a:p>
                      <a:pPr algn="ctr"/>
                      <a:r>
                        <a:rPr lang="es-419" dirty="0">
                          <a:latin typeface="Times New Roman" panose="02020603050405020304" pitchFamily="18" charset="0"/>
                          <a:cs typeface="Times New Roman" panose="02020603050405020304" pitchFamily="18" charset="0"/>
                        </a:rPr>
                        <a:t>Cambia</a:t>
                      </a:r>
                    </a:p>
                  </a:txBody>
                  <a:tcPr/>
                </a:tc>
                <a:extLst>
                  <a:ext uri="{0D108BD9-81ED-4DB2-BD59-A6C34878D82A}">
                    <a16:rowId xmlns:a16="http://schemas.microsoft.com/office/drawing/2014/main" xmlns="" val="4281954304"/>
                  </a:ext>
                </a:extLst>
              </a:tr>
            </a:tbl>
          </a:graphicData>
        </a:graphic>
      </p:graphicFrame>
      <p:sp>
        <p:nvSpPr>
          <p:cNvPr id="30" name="Content Placeholder 2">
            <a:extLst>
              <a:ext uri="{FF2B5EF4-FFF2-40B4-BE49-F238E27FC236}">
                <a16:creationId xmlns:a16="http://schemas.microsoft.com/office/drawing/2014/main" xmlns="" id="{451FD492-0018-D7B2-CA7F-630627968CCE}"/>
              </a:ext>
            </a:extLst>
          </p:cNvPr>
          <p:cNvSpPr txBox="1">
            <a:spLocks/>
          </p:cNvSpPr>
          <p:nvPr/>
        </p:nvSpPr>
        <p:spPr>
          <a:xfrm>
            <a:off x="6143928" y="4217689"/>
            <a:ext cx="5257800" cy="1640851"/>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20000"/>
              </a:lnSpc>
              <a:buFont typeface="Arial" panose="020B0604020202020204" pitchFamily="34" charset="0"/>
              <a:buNone/>
            </a:pPr>
            <a:r>
              <a:rPr lang="es-419" dirty="0">
                <a:latin typeface="Times New Roman" panose="02020603050405020304" pitchFamily="18" charset="0"/>
                <a:cs typeface="Times New Roman" panose="02020603050405020304" pitchFamily="18" charset="0"/>
              </a:rPr>
              <a:t>El estudio solo cubrirá los aspectos estáticos. Hay desafíos experimentales como las vibraciones que comprometen la adquisición de datos y los materiales involucrados.</a:t>
            </a:r>
          </a:p>
        </p:txBody>
      </p:sp>
      <p:grpSp>
        <p:nvGrpSpPr>
          <p:cNvPr id="33" name="Group 32">
            <a:extLst>
              <a:ext uri="{FF2B5EF4-FFF2-40B4-BE49-F238E27FC236}">
                <a16:creationId xmlns:a16="http://schemas.microsoft.com/office/drawing/2014/main" xmlns="" id="{D7890EE4-B884-4D03-43ED-DB4605AB0DD1}"/>
              </a:ext>
            </a:extLst>
          </p:cNvPr>
          <p:cNvGrpSpPr/>
          <p:nvPr/>
        </p:nvGrpSpPr>
        <p:grpSpPr>
          <a:xfrm>
            <a:off x="89986" y="5761361"/>
            <a:ext cx="3979742" cy="1463028"/>
            <a:chOff x="270740" y="5676661"/>
            <a:chExt cx="3979742" cy="1463028"/>
          </a:xfrm>
        </p:grpSpPr>
        <p:pic>
          <p:nvPicPr>
            <p:cNvPr id="34" name="Imagen 7">
              <a:extLst>
                <a:ext uri="{FF2B5EF4-FFF2-40B4-BE49-F238E27FC236}">
                  <a16:creationId xmlns:a16="http://schemas.microsoft.com/office/drawing/2014/main" xmlns="" id="{AEB0B488-037E-7A80-5E40-D5CAEA25D8F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70740" y="6185450"/>
              <a:ext cx="1134919" cy="480672"/>
            </a:xfrm>
            <a:prstGeom prst="rect">
              <a:avLst/>
            </a:prstGeom>
          </p:spPr>
        </p:pic>
        <p:pic>
          <p:nvPicPr>
            <p:cNvPr id="35" name="Imagen 11">
              <a:extLst>
                <a:ext uri="{FF2B5EF4-FFF2-40B4-BE49-F238E27FC236}">
                  <a16:creationId xmlns:a16="http://schemas.microsoft.com/office/drawing/2014/main" xmlns="" id="{1451A40C-27A8-3FBF-990B-EFC417A7F098}"/>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529097" y="6050127"/>
              <a:ext cx="1134919" cy="512597"/>
            </a:xfrm>
            <a:prstGeom prst="rect">
              <a:avLst/>
            </a:prstGeom>
          </p:spPr>
        </p:pic>
        <p:pic>
          <p:nvPicPr>
            <p:cNvPr id="36" name="Imagen 13">
              <a:extLst>
                <a:ext uri="{FF2B5EF4-FFF2-40B4-BE49-F238E27FC236}">
                  <a16:creationId xmlns:a16="http://schemas.microsoft.com/office/drawing/2014/main" xmlns="" id="{C0ED2446-4492-0808-2E2F-05300DC6F41B}"/>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2787454" y="5676661"/>
              <a:ext cx="1463028" cy="1463028"/>
            </a:xfrm>
            <a:prstGeom prst="rect">
              <a:avLst/>
            </a:prstGeom>
          </p:spPr>
        </p:pic>
      </p:grpSp>
    </p:spTree>
    <p:extLst>
      <p:ext uri="{BB962C8B-B14F-4D97-AF65-F5344CB8AC3E}">
        <p14:creationId xmlns:p14="http://schemas.microsoft.com/office/powerpoint/2010/main" val="21700970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07EEC96-4058-9E35-DC4A-F9ACEEE72D62}"/>
              </a:ext>
            </a:extLst>
          </p:cNvPr>
          <p:cNvSpPr>
            <a:spLocks noGrp="1"/>
          </p:cNvSpPr>
          <p:nvPr>
            <p:ph type="title"/>
          </p:nvPr>
        </p:nvSpPr>
        <p:spPr/>
        <p:txBody>
          <a:bodyPr/>
          <a:lstStyle/>
          <a:p>
            <a:r>
              <a:rPr lang="es-419" dirty="0">
                <a:latin typeface="Times New Roman" panose="02020603050405020304" pitchFamily="18" charset="0"/>
                <a:cs typeface="Times New Roman" panose="02020603050405020304" pitchFamily="18" charset="0"/>
              </a:rPr>
              <a:t>Contexto y objetivo</a:t>
            </a:r>
          </a:p>
        </p:txBody>
      </p:sp>
      <p:sp>
        <p:nvSpPr>
          <p:cNvPr id="3" name="Content Placeholder 2">
            <a:extLst>
              <a:ext uri="{FF2B5EF4-FFF2-40B4-BE49-F238E27FC236}">
                <a16:creationId xmlns:a16="http://schemas.microsoft.com/office/drawing/2014/main" xmlns="" id="{D31401BC-DA16-D8A5-B385-B6265F65DD43}"/>
              </a:ext>
            </a:extLst>
          </p:cNvPr>
          <p:cNvSpPr>
            <a:spLocks noGrp="1"/>
          </p:cNvSpPr>
          <p:nvPr>
            <p:ph idx="1"/>
          </p:nvPr>
        </p:nvSpPr>
        <p:spPr>
          <a:xfrm>
            <a:off x="995916" y="1533637"/>
            <a:ext cx="5541335" cy="4478922"/>
          </a:xfrm>
        </p:spPr>
        <p:txBody>
          <a:bodyPr>
            <a:normAutofit fontScale="92500"/>
          </a:bodyPr>
          <a:lstStyle/>
          <a:p>
            <a:pPr marL="0" indent="0">
              <a:buNone/>
            </a:pPr>
            <a:r>
              <a:rPr lang="es-419" sz="2400" dirty="0">
                <a:latin typeface="Times New Roman" panose="02020603050405020304" pitchFamily="18" charset="0"/>
                <a:cs typeface="Times New Roman" panose="02020603050405020304" pitchFamily="18" charset="0"/>
              </a:rPr>
              <a:t>¿Por qué la criticidad de la correcta medición?</a:t>
            </a:r>
          </a:p>
          <a:p>
            <a:r>
              <a:rPr lang="es-419" sz="2400" dirty="0">
                <a:latin typeface="Times New Roman" panose="02020603050405020304" pitchFamily="18" charset="0"/>
                <a:cs typeface="Times New Roman" panose="02020603050405020304" pitchFamily="18" charset="0"/>
              </a:rPr>
              <a:t>Validar modelos teóricos </a:t>
            </a:r>
          </a:p>
          <a:p>
            <a:r>
              <a:rPr lang="es-419" sz="2400" dirty="0">
                <a:latin typeface="Times New Roman" panose="02020603050405020304" pitchFamily="18" charset="0"/>
                <a:cs typeface="Times New Roman" panose="02020603050405020304" pitchFamily="18" charset="0"/>
              </a:rPr>
              <a:t>Correlacionar presión con empuje generado</a:t>
            </a:r>
          </a:p>
          <a:p>
            <a:r>
              <a:rPr lang="es-419" sz="2400" dirty="0">
                <a:latin typeface="Times New Roman" panose="02020603050405020304" pitchFamily="18" charset="0"/>
                <a:cs typeface="Times New Roman" panose="02020603050405020304" pitchFamily="18" charset="0"/>
              </a:rPr>
              <a:t>Garantizar integridad termo-mecánica del sistema</a:t>
            </a:r>
          </a:p>
          <a:p>
            <a:r>
              <a:rPr lang="es-419" sz="2400" dirty="0">
                <a:latin typeface="Times New Roman" panose="02020603050405020304" pitchFamily="18" charset="0"/>
                <a:cs typeface="Times New Roman" panose="02020603050405020304" pitchFamily="18" charset="0"/>
              </a:rPr>
              <a:t>Metodología escalable para instituciones académicas </a:t>
            </a:r>
          </a:p>
          <a:p>
            <a:pPr marL="0" indent="0">
              <a:buNone/>
            </a:pPr>
            <a:r>
              <a:rPr lang="es-419" sz="2400" dirty="0">
                <a:latin typeface="Times New Roman" panose="02020603050405020304" pitchFamily="18" charset="0"/>
                <a:cs typeface="Times New Roman" panose="02020603050405020304" pitchFamily="18" charset="0"/>
              </a:rPr>
              <a:t>De no hacerlo tendremos:</a:t>
            </a:r>
          </a:p>
          <a:p>
            <a:r>
              <a:rPr lang="es-419" sz="2400" dirty="0">
                <a:latin typeface="Times New Roman" panose="02020603050405020304" pitchFamily="18" charset="0"/>
                <a:cs typeface="Times New Roman" panose="02020603050405020304" pitchFamily="18" charset="0"/>
              </a:rPr>
              <a:t>Predicciones erróneas de </a:t>
            </a:r>
            <a:r>
              <a:rPr lang="es-419" sz="2400" i="1" dirty="0">
                <a:latin typeface="Times New Roman" panose="02020603050405020304" pitchFamily="18" charset="0"/>
                <a:cs typeface="Times New Roman" panose="02020603050405020304" pitchFamily="18" charset="0"/>
              </a:rPr>
              <a:t>performance</a:t>
            </a:r>
          </a:p>
          <a:p>
            <a:r>
              <a:rPr lang="es-419" sz="2400" dirty="0">
                <a:latin typeface="Times New Roman" panose="02020603050405020304" pitchFamily="18" charset="0"/>
                <a:cs typeface="Times New Roman" panose="02020603050405020304" pitchFamily="18" charset="0"/>
              </a:rPr>
              <a:t>Fallas de diseño no detectadas</a:t>
            </a:r>
          </a:p>
          <a:p>
            <a:r>
              <a:rPr lang="es-419" sz="2400" dirty="0">
                <a:latin typeface="Times New Roman" panose="02020603050405020304" pitchFamily="18" charset="0"/>
                <a:cs typeface="Times New Roman" panose="02020603050405020304" pitchFamily="18" charset="0"/>
              </a:rPr>
              <a:t>Perdida de trazabilidad científica </a:t>
            </a:r>
          </a:p>
          <a:p>
            <a:pPr marL="0" indent="0">
              <a:buNone/>
            </a:pPr>
            <a:endParaRPr lang="es-419" sz="2400" dirty="0">
              <a:latin typeface="Times New Roman" panose="02020603050405020304" pitchFamily="18" charset="0"/>
              <a:cs typeface="Times New Roman" panose="02020603050405020304" pitchFamily="18" charset="0"/>
            </a:endParaRPr>
          </a:p>
        </p:txBody>
      </p:sp>
      <p:graphicFrame>
        <p:nvGraphicFramePr>
          <p:cNvPr id="4" name="Chart 3">
            <a:extLst>
              <a:ext uri="{FF2B5EF4-FFF2-40B4-BE49-F238E27FC236}">
                <a16:creationId xmlns:a16="http://schemas.microsoft.com/office/drawing/2014/main" xmlns="" id="{00000000-0008-0000-0800-000077B97000}"/>
              </a:ext>
            </a:extLst>
          </p:cNvPr>
          <p:cNvGraphicFramePr>
            <a:graphicFrameLocks/>
          </p:cNvGraphicFramePr>
          <p:nvPr>
            <p:extLst>
              <p:ext uri="{D42A27DB-BD31-4B8C-83A1-F6EECF244321}">
                <p14:modId xmlns:p14="http://schemas.microsoft.com/office/powerpoint/2010/main" val="1777715581"/>
              </p:ext>
            </p:extLst>
          </p:nvPr>
        </p:nvGraphicFramePr>
        <p:xfrm>
          <a:off x="7249810" y="1533637"/>
          <a:ext cx="3946274" cy="3006466"/>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Box 4">
            <a:extLst>
              <a:ext uri="{FF2B5EF4-FFF2-40B4-BE49-F238E27FC236}">
                <a16:creationId xmlns:a16="http://schemas.microsoft.com/office/drawing/2014/main" xmlns="" id="{91CD0AD6-F36B-6965-88ED-1AA7B9450210}"/>
              </a:ext>
            </a:extLst>
          </p:cNvPr>
          <p:cNvSpPr txBox="1"/>
          <p:nvPr/>
        </p:nvSpPr>
        <p:spPr>
          <a:xfrm>
            <a:off x="7335668" y="4540103"/>
            <a:ext cx="3774558" cy="1200329"/>
          </a:xfrm>
          <a:prstGeom prst="rect">
            <a:avLst/>
          </a:prstGeom>
          <a:noFill/>
        </p:spPr>
        <p:txBody>
          <a:bodyPr wrap="square" rtlCol="0">
            <a:spAutoFit/>
          </a:bodyPr>
          <a:lstStyle/>
          <a:p>
            <a:pPr algn="ctr"/>
            <a:r>
              <a:rPr lang="es-419" dirty="0" err="1">
                <a:latin typeface="Times New Roman" panose="02020603050405020304" pitchFamily="18" charset="0"/>
                <a:cs typeface="Times New Roman" panose="02020603050405020304" pitchFamily="18" charset="0"/>
              </a:rPr>
              <a:t>Fig</a:t>
            </a:r>
            <a:r>
              <a:rPr lang="es-419" dirty="0">
                <a:latin typeface="Times New Roman" panose="02020603050405020304" pitchFamily="18" charset="0"/>
                <a:cs typeface="Times New Roman" panose="02020603050405020304" pitchFamily="18" charset="0"/>
              </a:rPr>
              <a:t> #. Curva de empuje en el tiempo, la sumatorio de los puntos define el impulso y eficiencia del motor en N-</a:t>
            </a:r>
            <a:r>
              <a:rPr lang="es-419" dirty="0" err="1">
                <a:latin typeface="Times New Roman" panose="02020603050405020304" pitchFamily="18" charset="0"/>
                <a:cs typeface="Times New Roman" panose="02020603050405020304" pitchFamily="18" charset="0"/>
              </a:rPr>
              <a:t>seg</a:t>
            </a:r>
            <a:r>
              <a:rPr lang="es-419" dirty="0">
                <a:latin typeface="Times New Roman" panose="02020603050405020304" pitchFamily="18" charset="0"/>
                <a:cs typeface="Times New Roman" panose="02020603050405020304" pitchFamily="18" charset="0"/>
              </a:rPr>
              <a:t>. (Richard </a:t>
            </a:r>
            <a:r>
              <a:rPr lang="es-419" dirty="0" err="1">
                <a:latin typeface="Times New Roman" panose="02020603050405020304" pitchFamily="18" charset="0"/>
                <a:cs typeface="Times New Roman" panose="02020603050405020304" pitchFamily="18" charset="0"/>
              </a:rPr>
              <a:t>Nakka</a:t>
            </a:r>
            <a:r>
              <a:rPr lang="es-419" dirty="0">
                <a:latin typeface="Times New Roman" panose="02020603050405020304" pitchFamily="18" charset="0"/>
                <a:cs typeface="Times New Roman" panose="02020603050405020304" pitchFamily="18" charset="0"/>
              </a:rPr>
              <a:t>, SRM Tool).</a:t>
            </a:r>
          </a:p>
        </p:txBody>
      </p:sp>
      <p:grpSp>
        <p:nvGrpSpPr>
          <p:cNvPr id="6" name="Group 5">
            <a:extLst>
              <a:ext uri="{FF2B5EF4-FFF2-40B4-BE49-F238E27FC236}">
                <a16:creationId xmlns:a16="http://schemas.microsoft.com/office/drawing/2014/main" xmlns="" id="{CCC0A7EA-2F84-9D48-1730-87EF316B7022}"/>
              </a:ext>
            </a:extLst>
          </p:cNvPr>
          <p:cNvGrpSpPr/>
          <p:nvPr/>
        </p:nvGrpSpPr>
        <p:grpSpPr>
          <a:xfrm>
            <a:off x="89986" y="5761361"/>
            <a:ext cx="3979742" cy="1463028"/>
            <a:chOff x="270740" y="5676661"/>
            <a:chExt cx="3979742" cy="1463028"/>
          </a:xfrm>
        </p:grpSpPr>
        <p:pic>
          <p:nvPicPr>
            <p:cNvPr id="7" name="Imagen 7">
              <a:extLst>
                <a:ext uri="{FF2B5EF4-FFF2-40B4-BE49-F238E27FC236}">
                  <a16:creationId xmlns:a16="http://schemas.microsoft.com/office/drawing/2014/main" xmlns="" id="{3B75A6AE-3365-FFF9-5BF5-62B61F1DBA6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0740" y="6185450"/>
              <a:ext cx="1134919" cy="480672"/>
            </a:xfrm>
            <a:prstGeom prst="rect">
              <a:avLst/>
            </a:prstGeom>
          </p:spPr>
        </p:pic>
        <p:pic>
          <p:nvPicPr>
            <p:cNvPr id="8" name="Imagen 11">
              <a:extLst>
                <a:ext uri="{FF2B5EF4-FFF2-40B4-BE49-F238E27FC236}">
                  <a16:creationId xmlns:a16="http://schemas.microsoft.com/office/drawing/2014/main" xmlns="" id="{B6D1A21C-CDC6-B42C-C081-7EF8ECEDD2F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529097" y="6050127"/>
              <a:ext cx="1134919" cy="512597"/>
            </a:xfrm>
            <a:prstGeom prst="rect">
              <a:avLst/>
            </a:prstGeom>
          </p:spPr>
        </p:pic>
        <p:pic>
          <p:nvPicPr>
            <p:cNvPr id="9" name="Imagen 13">
              <a:extLst>
                <a:ext uri="{FF2B5EF4-FFF2-40B4-BE49-F238E27FC236}">
                  <a16:creationId xmlns:a16="http://schemas.microsoft.com/office/drawing/2014/main" xmlns="" id="{000081EF-0524-82B9-8325-619A99A5CB3A}"/>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787454" y="5676661"/>
              <a:ext cx="1463028" cy="1463028"/>
            </a:xfrm>
            <a:prstGeom prst="rect">
              <a:avLst/>
            </a:prstGeom>
          </p:spPr>
        </p:pic>
      </p:grpSp>
    </p:spTree>
    <p:extLst>
      <p:ext uri="{BB962C8B-B14F-4D97-AF65-F5344CB8AC3E}">
        <p14:creationId xmlns:p14="http://schemas.microsoft.com/office/powerpoint/2010/main" val="41369080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428637B-D9FD-C011-0B5C-5148F711F602}"/>
              </a:ext>
            </a:extLst>
          </p:cNvPr>
          <p:cNvSpPr>
            <a:spLocks noGrp="1"/>
          </p:cNvSpPr>
          <p:nvPr>
            <p:ph type="title"/>
          </p:nvPr>
        </p:nvSpPr>
        <p:spPr/>
        <p:txBody>
          <a:bodyPr/>
          <a:lstStyle/>
          <a:p>
            <a:r>
              <a:rPr lang="es-419" dirty="0">
                <a:latin typeface="Times New Roman" panose="02020603050405020304" pitchFamily="18" charset="0"/>
                <a:cs typeface="Times New Roman" panose="02020603050405020304" pitchFamily="18" charset="0"/>
              </a:rPr>
              <a:t>Marco </a:t>
            </a:r>
            <a:r>
              <a:rPr lang="es-419" dirty="0" err="1">
                <a:latin typeface="Times New Roman" panose="02020603050405020304" pitchFamily="18" charset="0"/>
                <a:cs typeface="Times New Roman" panose="02020603050405020304" pitchFamily="18" charset="0"/>
              </a:rPr>
              <a:t>teorico</a:t>
            </a:r>
            <a:endParaRPr lang="es-419"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xmlns="" id="{AB073959-2245-5A24-9C94-FB0FF250D7CA}"/>
                  </a:ext>
                </a:extLst>
              </p:cNvPr>
              <p:cNvSpPr>
                <a:spLocks noGrp="1"/>
              </p:cNvSpPr>
              <p:nvPr>
                <p:ph idx="1"/>
              </p:nvPr>
            </p:nvSpPr>
            <p:spPr>
              <a:xfrm>
                <a:off x="838201" y="1825625"/>
                <a:ext cx="5257799" cy="4351338"/>
              </a:xfrm>
            </p:spPr>
            <p:txBody>
              <a:bodyPr>
                <a:normAutofit/>
              </a:bodyPr>
              <a:lstStyle/>
              <a:p>
                <a:pPr marL="0" indent="0">
                  <a:buNone/>
                </a:pPr>
                <a:r>
                  <a:rPr lang="es-419" dirty="0">
                    <a:latin typeface="Times New Roman" panose="02020603050405020304" pitchFamily="18" charset="0"/>
                    <a:cs typeface="Times New Roman" panose="02020603050405020304" pitchFamily="18" charset="0"/>
                  </a:rPr>
                  <a:t>Reduciendo a:</a:t>
                </a:r>
              </a:p>
              <a:p>
                <a:pPr marL="0" indent="0">
                  <a:buNone/>
                </a:pPr>
                <a14:m>
                  <m:oMathPara xmlns:m="http://schemas.openxmlformats.org/officeDocument/2006/math">
                    <m:oMathParaPr>
                      <m:jc m:val="centerGroup"/>
                    </m:oMathParaPr>
                    <m:oMath xmlns:m="http://schemas.openxmlformats.org/officeDocument/2006/math">
                      <m:r>
                        <a:rPr lang="es-MX" i="1">
                          <a:latin typeface="Cambria Math" panose="02040503050406030204" pitchFamily="18" charset="0"/>
                          <a:cs typeface="Times New Roman" panose="02020603050405020304" pitchFamily="18" charset="0"/>
                        </a:rPr>
                        <m:t>𝐹</m:t>
                      </m:r>
                      <m:r>
                        <a:rPr lang="es-MX"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s-MX" i="1">
                              <a:latin typeface="Cambria Math" panose="02040503050406030204" pitchFamily="18" charset="0"/>
                              <a:ea typeface="Cambria Math" panose="02040503050406030204" pitchFamily="18" charset="0"/>
                              <a:cs typeface="Times New Roman" panose="02020603050405020304" pitchFamily="18" charset="0"/>
                            </a:rPr>
                          </m:ctrlPr>
                        </m:sSubPr>
                        <m:e>
                          <m:r>
                            <a:rPr lang="es-MX" i="1">
                              <a:latin typeface="Cambria Math" panose="02040503050406030204" pitchFamily="18" charset="0"/>
                              <a:ea typeface="Cambria Math" panose="02040503050406030204" pitchFamily="18" charset="0"/>
                              <a:cs typeface="Times New Roman" panose="02020603050405020304" pitchFamily="18" charset="0"/>
                            </a:rPr>
                            <m:t>𝐶</m:t>
                          </m:r>
                        </m:e>
                        <m:sub>
                          <m:r>
                            <a:rPr lang="es-MX" i="1">
                              <a:latin typeface="Cambria Math" panose="02040503050406030204" pitchFamily="18" charset="0"/>
                              <a:ea typeface="Cambria Math" panose="02040503050406030204" pitchFamily="18" charset="0"/>
                              <a:cs typeface="Times New Roman" panose="02020603050405020304" pitchFamily="18" charset="0"/>
                            </a:rPr>
                            <m:t>𝐹</m:t>
                          </m:r>
                        </m:sub>
                      </m:sSub>
                      <m:sSub>
                        <m:sSubPr>
                          <m:ctrlPr>
                            <a:rPr lang="es-MX" i="1">
                              <a:latin typeface="Cambria Math" panose="02040503050406030204" pitchFamily="18" charset="0"/>
                              <a:ea typeface="Cambria Math" panose="02040503050406030204" pitchFamily="18" charset="0"/>
                              <a:cs typeface="Times New Roman" panose="02020603050405020304" pitchFamily="18" charset="0"/>
                            </a:rPr>
                          </m:ctrlPr>
                        </m:sSubPr>
                        <m:e>
                          <m:r>
                            <a:rPr lang="es-MX" i="1">
                              <a:latin typeface="Cambria Math" panose="02040503050406030204" pitchFamily="18" charset="0"/>
                              <a:ea typeface="Cambria Math" panose="02040503050406030204" pitchFamily="18" charset="0"/>
                              <a:cs typeface="Times New Roman" panose="02020603050405020304" pitchFamily="18" charset="0"/>
                            </a:rPr>
                            <m:t>𝑝</m:t>
                          </m:r>
                        </m:e>
                        <m:sub>
                          <m:r>
                            <a:rPr lang="es-MX" i="1">
                              <a:latin typeface="Cambria Math" panose="02040503050406030204" pitchFamily="18" charset="0"/>
                              <a:ea typeface="Cambria Math" panose="02040503050406030204" pitchFamily="18" charset="0"/>
                              <a:cs typeface="Times New Roman" panose="02020603050405020304" pitchFamily="18" charset="0"/>
                            </a:rPr>
                            <m:t>𝑐h𝑎𝑚𝑏</m:t>
                          </m:r>
                        </m:sub>
                      </m:sSub>
                      <m:sSub>
                        <m:sSubPr>
                          <m:ctrlPr>
                            <a:rPr lang="es-MX" i="1">
                              <a:latin typeface="Cambria Math" panose="02040503050406030204" pitchFamily="18" charset="0"/>
                              <a:ea typeface="Cambria Math" panose="02040503050406030204" pitchFamily="18" charset="0"/>
                              <a:cs typeface="Times New Roman" panose="02020603050405020304" pitchFamily="18" charset="0"/>
                            </a:rPr>
                          </m:ctrlPr>
                        </m:sSubPr>
                        <m:e>
                          <m:r>
                            <a:rPr lang="es-MX" i="1">
                              <a:latin typeface="Cambria Math" panose="02040503050406030204" pitchFamily="18" charset="0"/>
                              <a:ea typeface="Cambria Math" panose="02040503050406030204" pitchFamily="18" charset="0"/>
                              <a:cs typeface="Times New Roman" panose="02020603050405020304" pitchFamily="18" charset="0"/>
                            </a:rPr>
                            <m:t>𝐴</m:t>
                          </m:r>
                        </m:e>
                        <m:sub>
                          <m:r>
                            <a:rPr lang="es-MX" i="1">
                              <a:latin typeface="Cambria Math" panose="02040503050406030204" pitchFamily="18" charset="0"/>
                              <a:ea typeface="Cambria Math" panose="02040503050406030204" pitchFamily="18" charset="0"/>
                              <a:cs typeface="Times New Roman" panose="02020603050405020304" pitchFamily="18" charset="0"/>
                            </a:rPr>
                            <m:t>𝑡h</m:t>
                          </m:r>
                        </m:sub>
                      </m:sSub>
                    </m:oMath>
                  </m:oMathPara>
                </a14:m>
                <a:endParaRPr lang="es-419" dirty="0">
                  <a:latin typeface="Times New Roman" panose="02020603050405020304" pitchFamily="18" charset="0"/>
                  <a:cs typeface="Times New Roman" panose="02020603050405020304" pitchFamily="18" charset="0"/>
                </a:endParaRPr>
              </a:p>
              <a:p>
                <a:pPr marL="0" indent="0">
                  <a:buNone/>
                </a:pPr>
                <a:r>
                  <a:rPr lang="es-419" dirty="0">
                    <a:latin typeface="Times New Roman" panose="02020603050405020304" pitchFamily="18" charset="0"/>
                    <a:cs typeface="Times New Roman" panose="02020603050405020304" pitchFamily="18" charset="0"/>
                  </a:rPr>
                  <a:t>La generación de presión y fuerza es de nuestro interés, por lo que se siguieron los siguientes criterios:</a:t>
                </a:r>
              </a:p>
              <a:p>
                <a:pPr marL="0" indent="0">
                  <a:buNone/>
                </a:pPr>
                <a:r>
                  <a:rPr lang="es-419" dirty="0">
                    <a:latin typeface="Times New Roman" panose="02020603050405020304" pitchFamily="18" charset="0"/>
                    <a:cs typeface="Times New Roman" panose="02020603050405020304" pitchFamily="18" charset="0"/>
                  </a:rPr>
                  <a:t>A. </a:t>
                </a:r>
                <a:r>
                  <a:rPr lang="es-419" b="1" dirty="0">
                    <a:latin typeface="Times New Roman" panose="02020603050405020304" pitchFamily="18" charset="0"/>
                    <a:cs typeface="Times New Roman" panose="02020603050405020304" pitchFamily="18" charset="0"/>
                  </a:rPr>
                  <a:t>Factor de seguridad </a:t>
                </a:r>
                <a:r>
                  <a:rPr lang="es-419" dirty="0">
                    <a:latin typeface="Times New Roman" panose="02020603050405020304" pitchFamily="18" charset="0"/>
                    <a:cs typeface="Times New Roman" panose="02020603050405020304" pitchFamily="18" charset="0"/>
                  </a:rPr>
                  <a:t>de 1.5, estandarizado por estándar IEEE-STD-1058 y evitar picos de saturación. (</a:t>
                </a:r>
                <a:r>
                  <a:rPr lang="es-419" dirty="0" err="1">
                    <a:latin typeface="Times New Roman" panose="02020603050405020304" pitchFamily="18" charset="0"/>
                    <a:cs typeface="Times New Roman" panose="02020603050405020304" pitchFamily="18" charset="0"/>
                  </a:rPr>
                  <a:t>Figliola</a:t>
                </a:r>
                <a:r>
                  <a:rPr lang="es-419" dirty="0">
                    <a:latin typeface="Times New Roman" panose="02020603050405020304" pitchFamily="18" charset="0"/>
                    <a:cs typeface="Times New Roman" panose="02020603050405020304" pitchFamily="18" charset="0"/>
                  </a:rPr>
                  <a:t> &amp; Beasley, 2020)</a:t>
                </a:r>
              </a:p>
            </p:txBody>
          </p:sp>
        </mc:Choice>
        <mc:Fallback xmlns="">
          <p:sp>
            <p:nvSpPr>
              <p:cNvPr id="3" name="Content Placeholder 2">
                <a:extLst>
                  <a:ext uri="{FF2B5EF4-FFF2-40B4-BE49-F238E27FC236}">
                    <a16:creationId xmlns:a16="http://schemas.microsoft.com/office/drawing/2014/main" id="{AB073959-2245-5A24-9C94-FB0FF250D7CA}"/>
                  </a:ext>
                </a:extLst>
              </p:cNvPr>
              <p:cNvSpPr>
                <a:spLocks noGrp="1" noRot="1" noChangeAspect="1" noMove="1" noResize="1" noEditPoints="1" noAdjustHandles="1" noChangeArrowheads="1" noChangeShapeType="1" noTextEdit="1"/>
              </p:cNvSpPr>
              <p:nvPr>
                <p:ph idx="1"/>
              </p:nvPr>
            </p:nvSpPr>
            <p:spPr>
              <a:xfrm>
                <a:off x="838201" y="1825625"/>
                <a:ext cx="5257799" cy="4351338"/>
              </a:xfrm>
              <a:blipFill>
                <a:blip r:embed="rId3"/>
                <a:stretch>
                  <a:fillRect l="-2436" t="-2381" r="-580" b="-140"/>
                </a:stretch>
              </a:blipFill>
            </p:spPr>
            <p:txBody>
              <a:bodyPr/>
              <a:lstStyle/>
              <a:p>
                <a:r>
                  <a:rPr lang="es-419">
                    <a:noFill/>
                  </a:rPr>
                  <a:t> </a:t>
                </a:r>
              </a:p>
            </p:txBody>
          </p:sp>
        </mc:Fallback>
      </mc:AlternateContent>
      <p:grpSp>
        <p:nvGrpSpPr>
          <p:cNvPr id="5" name="Group 4">
            <a:extLst>
              <a:ext uri="{FF2B5EF4-FFF2-40B4-BE49-F238E27FC236}">
                <a16:creationId xmlns:a16="http://schemas.microsoft.com/office/drawing/2014/main" xmlns="" id="{456702EC-B038-7337-7400-306497CE0888}"/>
              </a:ext>
            </a:extLst>
          </p:cNvPr>
          <p:cNvGrpSpPr/>
          <p:nvPr/>
        </p:nvGrpSpPr>
        <p:grpSpPr>
          <a:xfrm>
            <a:off x="89986" y="5761361"/>
            <a:ext cx="3979742" cy="1463028"/>
            <a:chOff x="270740" y="5676661"/>
            <a:chExt cx="3979742" cy="1463028"/>
          </a:xfrm>
        </p:grpSpPr>
        <p:pic>
          <p:nvPicPr>
            <p:cNvPr id="6" name="Imagen 7">
              <a:extLst>
                <a:ext uri="{FF2B5EF4-FFF2-40B4-BE49-F238E27FC236}">
                  <a16:creationId xmlns:a16="http://schemas.microsoft.com/office/drawing/2014/main" xmlns="" id="{A883BE8C-B8C3-0FFB-6771-C2802989512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0740" y="6185450"/>
              <a:ext cx="1134919" cy="480672"/>
            </a:xfrm>
            <a:prstGeom prst="rect">
              <a:avLst/>
            </a:prstGeom>
          </p:spPr>
        </p:pic>
        <p:pic>
          <p:nvPicPr>
            <p:cNvPr id="7" name="Imagen 11">
              <a:extLst>
                <a:ext uri="{FF2B5EF4-FFF2-40B4-BE49-F238E27FC236}">
                  <a16:creationId xmlns:a16="http://schemas.microsoft.com/office/drawing/2014/main" xmlns="" id="{A3F6DBD8-B75A-C3EF-6E20-B99FFAFF87E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529097" y="6050127"/>
              <a:ext cx="1134919" cy="512597"/>
            </a:xfrm>
            <a:prstGeom prst="rect">
              <a:avLst/>
            </a:prstGeom>
          </p:spPr>
        </p:pic>
        <p:pic>
          <p:nvPicPr>
            <p:cNvPr id="8" name="Imagen 13">
              <a:extLst>
                <a:ext uri="{FF2B5EF4-FFF2-40B4-BE49-F238E27FC236}">
                  <a16:creationId xmlns:a16="http://schemas.microsoft.com/office/drawing/2014/main" xmlns="" id="{5E0D62F0-ECC0-CF60-3130-9D214B5A898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787454" y="5676661"/>
              <a:ext cx="1463028" cy="1463028"/>
            </a:xfrm>
            <a:prstGeom prst="rect">
              <a:avLst/>
            </a:prstGeom>
          </p:spPr>
        </p:pic>
      </p:grpSp>
      <p:pic>
        <p:nvPicPr>
          <p:cNvPr id="1026" name="Picture 2" descr="S-type load cell YZC-528C weighing sensor high-pre... – Vicedeal"/>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202421" y="1690688"/>
            <a:ext cx="4049932" cy="4049932"/>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xmlns="" id="{91CD0AD6-F36B-6965-88ED-1AA7B9450210}"/>
              </a:ext>
            </a:extLst>
          </p:cNvPr>
          <p:cNvSpPr txBox="1"/>
          <p:nvPr/>
        </p:nvSpPr>
        <p:spPr>
          <a:xfrm>
            <a:off x="7477795" y="5052952"/>
            <a:ext cx="3774558" cy="1200329"/>
          </a:xfrm>
          <a:prstGeom prst="rect">
            <a:avLst/>
          </a:prstGeom>
          <a:noFill/>
        </p:spPr>
        <p:txBody>
          <a:bodyPr wrap="square" rtlCol="0">
            <a:spAutoFit/>
          </a:bodyPr>
          <a:lstStyle/>
          <a:p>
            <a:pPr algn="ctr"/>
            <a:r>
              <a:rPr lang="es-419" dirty="0" err="1">
                <a:latin typeface="Times New Roman" panose="02020603050405020304" pitchFamily="18" charset="0"/>
                <a:cs typeface="Times New Roman" panose="02020603050405020304" pitchFamily="18" charset="0"/>
              </a:rPr>
              <a:t>Fig</a:t>
            </a:r>
            <a:r>
              <a:rPr lang="es-419" dirty="0">
                <a:latin typeface="Times New Roman" panose="02020603050405020304" pitchFamily="18" charset="0"/>
                <a:cs typeface="Times New Roman" panose="02020603050405020304" pitchFamily="18" charset="0"/>
              </a:rPr>
              <a:t> #. </a:t>
            </a:r>
            <a:r>
              <a:rPr lang="es-419" dirty="0" smtClean="0">
                <a:latin typeface="Times New Roman" panose="02020603050405020304" pitchFamily="18" charset="0"/>
                <a:cs typeface="Times New Roman" panose="02020603050405020304" pitchFamily="18" charset="0"/>
              </a:rPr>
              <a:t>Este factor de seguridad se ve implicado más en la selección de la celda de carga, pero aplica para cualquier otro sensor.</a:t>
            </a:r>
            <a:endParaRPr lang="es-419"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786210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428637B-D9FD-C011-0B5C-5148F711F602}"/>
              </a:ext>
            </a:extLst>
          </p:cNvPr>
          <p:cNvSpPr>
            <a:spLocks noGrp="1"/>
          </p:cNvSpPr>
          <p:nvPr>
            <p:ph type="title"/>
          </p:nvPr>
        </p:nvSpPr>
        <p:spPr/>
        <p:txBody>
          <a:bodyPr/>
          <a:lstStyle/>
          <a:p>
            <a:r>
              <a:rPr lang="es-419" dirty="0">
                <a:latin typeface="Times New Roman" panose="02020603050405020304" pitchFamily="18" charset="0"/>
                <a:cs typeface="Times New Roman" panose="02020603050405020304" pitchFamily="18" charset="0"/>
              </a:rPr>
              <a:t>Marco </a:t>
            </a:r>
            <a:r>
              <a:rPr lang="es-419" dirty="0" err="1">
                <a:latin typeface="Times New Roman" panose="02020603050405020304" pitchFamily="18" charset="0"/>
                <a:cs typeface="Times New Roman" panose="02020603050405020304" pitchFamily="18" charset="0"/>
              </a:rPr>
              <a:t>teorico</a:t>
            </a:r>
            <a:endParaRPr lang="es-419"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4" name="Content Placeholder 2">
                <a:extLst>
                  <a:ext uri="{FF2B5EF4-FFF2-40B4-BE49-F238E27FC236}">
                    <a16:creationId xmlns:a16="http://schemas.microsoft.com/office/drawing/2014/main" xmlns="" id="{DB0CBA15-C345-8680-21BE-797F433AA71B}"/>
                  </a:ext>
                </a:extLst>
              </p:cNvPr>
              <p:cNvSpPr txBox="1">
                <a:spLocks/>
              </p:cNvSpPr>
              <p:nvPr/>
            </p:nvSpPr>
            <p:spPr>
              <a:xfrm>
                <a:off x="838201" y="1533637"/>
                <a:ext cx="5257799"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419" dirty="0">
                    <a:latin typeface="Times New Roman" panose="02020603050405020304" pitchFamily="18" charset="0"/>
                    <a:cs typeface="Times New Roman" panose="02020603050405020304" pitchFamily="18" charset="0"/>
                  </a:rPr>
                  <a:t>B. </a:t>
                </a:r>
                <a:r>
                  <a:rPr lang="es-419" b="1" dirty="0">
                    <a:latin typeface="Times New Roman" panose="02020603050405020304" pitchFamily="18" charset="0"/>
                    <a:cs typeface="Times New Roman" panose="02020603050405020304" pitchFamily="18" charset="0"/>
                  </a:rPr>
                  <a:t>Precisión</a:t>
                </a:r>
                <a:r>
                  <a:rPr lang="es-419" dirty="0">
                    <a:latin typeface="Times New Roman" panose="02020603050405020304" pitchFamily="18" charset="0"/>
                    <a:cs typeface="Times New Roman" panose="02020603050405020304" pitchFamily="18" charset="0"/>
                  </a:rPr>
                  <a:t> (&lt;5% incertidumbre) por un análisis de incertidumbre GUM (ISO/IEC guide 98-3).</a:t>
                </a:r>
              </a:p>
              <a:p>
                <a:pPr marL="0" indent="0">
                  <a:buNone/>
                </a:pPr>
                <a:r>
                  <a:rPr lang="es-419" dirty="0">
                    <a:latin typeface="Times New Roman" panose="02020603050405020304" pitchFamily="18" charset="0"/>
                    <a:cs typeface="Times New Roman" panose="02020603050405020304" pitchFamily="18" charset="0"/>
                  </a:rPr>
                  <a:t>C. </a:t>
                </a:r>
                <a:r>
                  <a:rPr lang="es-419" b="1" dirty="0">
                    <a:latin typeface="Times New Roman" panose="02020603050405020304" pitchFamily="18" charset="0"/>
                    <a:cs typeface="Times New Roman" panose="02020603050405020304" pitchFamily="18" charset="0"/>
                  </a:rPr>
                  <a:t>Tiempo de respuesta </a:t>
                </a:r>
                <a:r>
                  <a:rPr lang="es-419" dirty="0">
                    <a:latin typeface="Times New Roman" panose="02020603050405020304" pitchFamily="18" charset="0"/>
                    <a:cs typeface="Times New Roman" panose="02020603050405020304" pitchFamily="18" charset="0"/>
                  </a:rPr>
                  <a:t>de &lt;1/10 que el fenómeno, por criterio de </a:t>
                </a:r>
                <a:r>
                  <a:rPr lang="es-419" dirty="0" err="1">
                    <a:latin typeface="Times New Roman" panose="02020603050405020304" pitchFamily="18" charset="0"/>
                    <a:cs typeface="Times New Roman" panose="02020603050405020304" pitchFamily="18" charset="0"/>
                  </a:rPr>
                  <a:t>Tustin</a:t>
                </a:r>
                <a:r>
                  <a:rPr lang="es-419" dirty="0">
                    <a:latin typeface="Times New Roman" panose="02020603050405020304" pitchFamily="18" charset="0"/>
                    <a:cs typeface="Times New Roman" panose="02020603050405020304" pitchFamily="18" charset="0"/>
                  </a:rPr>
                  <a:t>.</a:t>
                </a:r>
              </a:p>
              <a:p>
                <a:pPr marL="0" indent="0">
                  <a:buNone/>
                </a:pPr>
                <a:r>
                  <a:rPr lang="es-419" dirty="0">
                    <a:latin typeface="Times New Roman" panose="02020603050405020304" pitchFamily="18" charset="0"/>
                    <a:cs typeface="Times New Roman" panose="02020603050405020304" pitchFamily="18" charset="0"/>
                  </a:rPr>
                  <a:t>D. </a:t>
                </a:r>
                <a:r>
                  <a:rPr lang="es-419" b="1" dirty="0">
                    <a:latin typeface="Times New Roman" panose="02020603050405020304" pitchFamily="18" charset="0"/>
                    <a:cs typeface="Times New Roman" panose="02020603050405020304" pitchFamily="18" charset="0"/>
                  </a:rPr>
                  <a:t>S/N ratio </a:t>
                </a:r>
                <a:r>
                  <a:rPr lang="es-419" dirty="0">
                    <a:latin typeface="Times New Roman" panose="02020603050405020304" pitchFamily="18" charset="0"/>
                    <a:cs typeface="Times New Roman" panose="02020603050405020304" pitchFamily="18" charset="0"/>
                  </a:rPr>
                  <a:t>&gt;40 dB (Shannon, 1948)</a:t>
                </a:r>
              </a:p>
              <a:p>
                <a:pPr marL="0" indent="0">
                  <a:buNone/>
                </a:pPr>
                <a:r>
                  <a:rPr lang="es-419" dirty="0">
                    <a:latin typeface="Times New Roman" panose="02020603050405020304" pitchFamily="18" charset="0"/>
                    <a:cs typeface="Times New Roman" panose="02020603050405020304" pitchFamily="18" charset="0"/>
                  </a:rPr>
                  <a:t>E. </a:t>
                </a:r>
                <a:r>
                  <a:rPr lang="es-419" b="1" dirty="0">
                    <a:latin typeface="Times New Roman" panose="02020603050405020304" pitchFamily="18" charset="0"/>
                    <a:cs typeface="Times New Roman" panose="02020603050405020304" pitchFamily="18" charset="0"/>
                  </a:rPr>
                  <a:t>Muestreo de datos</a:t>
                </a:r>
                <a:r>
                  <a:rPr lang="es-419" dirty="0">
                    <a:latin typeface="Times New Roman" panose="02020603050405020304" pitchFamily="18" charset="0"/>
                    <a:cs typeface="Times New Roman" panose="02020603050405020304" pitchFamily="18" charset="0"/>
                  </a:rPr>
                  <a:t> por Nyquist </a:t>
                </a:r>
              </a:p>
              <a:p>
                <a:pPr marL="0" indent="0">
                  <a:buNone/>
                </a:pPr>
                <a14:m>
                  <m:oMathPara xmlns:m="http://schemas.openxmlformats.org/officeDocument/2006/math">
                    <m:oMathParaPr>
                      <m:jc m:val="centerGroup"/>
                    </m:oMathParaPr>
                    <m:oMath xmlns:m="http://schemas.openxmlformats.org/officeDocument/2006/math">
                      <m:sSub>
                        <m:sSubPr>
                          <m:ctrlPr>
                            <a:rPr lang="es-419" b="0" i="1" smtClean="0">
                              <a:latin typeface="Cambria Math" panose="02040503050406030204" pitchFamily="18" charset="0"/>
                              <a:cs typeface="Times New Roman" panose="02020603050405020304" pitchFamily="18" charset="0"/>
                            </a:rPr>
                          </m:ctrlPr>
                        </m:sSubPr>
                        <m:e>
                          <m:r>
                            <a:rPr lang="es-419" b="0" i="1" smtClean="0">
                              <a:latin typeface="Cambria Math" panose="02040503050406030204" pitchFamily="18" charset="0"/>
                              <a:cs typeface="Times New Roman" panose="02020603050405020304" pitchFamily="18" charset="0"/>
                            </a:rPr>
                            <m:t>𝑓</m:t>
                          </m:r>
                        </m:e>
                        <m:sub>
                          <m:r>
                            <a:rPr lang="es-419" b="0" i="1" smtClean="0">
                              <a:latin typeface="Cambria Math" panose="02040503050406030204" pitchFamily="18" charset="0"/>
                              <a:cs typeface="Times New Roman" panose="02020603050405020304" pitchFamily="18" charset="0"/>
                            </a:rPr>
                            <m:t>𝑠</m:t>
                          </m:r>
                        </m:sub>
                      </m:sSub>
                      <m:r>
                        <a:rPr lang="es-419" b="0" i="1" smtClean="0">
                          <a:latin typeface="Cambria Math" panose="02040503050406030204" pitchFamily="18" charset="0"/>
                          <a:cs typeface="Times New Roman" panose="02020603050405020304" pitchFamily="18" charset="0"/>
                        </a:rPr>
                        <m:t>=2</m:t>
                      </m:r>
                      <m:sSub>
                        <m:sSubPr>
                          <m:ctrlPr>
                            <a:rPr lang="es-419" b="0" i="1" smtClean="0">
                              <a:latin typeface="Cambria Math" panose="02040503050406030204" pitchFamily="18" charset="0"/>
                              <a:cs typeface="Times New Roman" panose="02020603050405020304" pitchFamily="18" charset="0"/>
                            </a:rPr>
                          </m:ctrlPr>
                        </m:sSubPr>
                        <m:e>
                          <m:r>
                            <a:rPr lang="es-419" b="0" i="1" smtClean="0">
                              <a:latin typeface="Cambria Math" panose="02040503050406030204" pitchFamily="18" charset="0"/>
                              <a:cs typeface="Times New Roman" panose="02020603050405020304" pitchFamily="18" charset="0"/>
                            </a:rPr>
                            <m:t>𝑓</m:t>
                          </m:r>
                        </m:e>
                        <m:sub>
                          <m:r>
                            <a:rPr lang="es-419" b="0" i="1" smtClean="0">
                              <a:latin typeface="Cambria Math" panose="02040503050406030204" pitchFamily="18" charset="0"/>
                              <a:cs typeface="Times New Roman" panose="02020603050405020304" pitchFamily="18" charset="0"/>
                            </a:rPr>
                            <m:t>𝑚</m:t>
                          </m:r>
                        </m:sub>
                      </m:sSub>
                    </m:oMath>
                  </m:oMathPara>
                </a14:m>
                <a:endParaRPr lang="es-419" dirty="0">
                  <a:latin typeface="Times New Roman" panose="02020603050405020304" pitchFamily="18" charset="0"/>
                  <a:cs typeface="Times New Roman" panose="02020603050405020304" pitchFamily="18" charset="0"/>
                </a:endParaRPr>
              </a:p>
            </p:txBody>
          </p:sp>
        </mc:Choice>
        <mc:Fallback>
          <p:sp>
            <p:nvSpPr>
              <p:cNvPr id="4" name="Content Placeholder 2">
                <a:extLst>
                  <a:ext uri="{FF2B5EF4-FFF2-40B4-BE49-F238E27FC236}">
                    <a16:creationId xmlns:a16="http://schemas.microsoft.com/office/drawing/2014/main" xmlns:a14="http://schemas.microsoft.com/office/drawing/2010/main" xmlns="" id="{DB0CBA15-C345-8680-21BE-797F433AA71B}"/>
                  </a:ext>
                </a:extLst>
              </p:cNvPr>
              <p:cNvSpPr txBox="1">
                <a:spLocks noRot="1" noChangeAspect="1" noMove="1" noResize="1" noEditPoints="1" noAdjustHandles="1" noChangeArrowheads="1" noChangeShapeType="1" noTextEdit="1"/>
              </p:cNvSpPr>
              <p:nvPr/>
            </p:nvSpPr>
            <p:spPr>
              <a:xfrm>
                <a:off x="838201" y="1533637"/>
                <a:ext cx="5257799" cy="4351338"/>
              </a:xfrm>
              <a:prstGeom prst="rect">
                <a:avLst/>
              </a:prstGeom>
              <a:blipFill rotWithShape="0">
                <a:blip r:embed="rId3"/>
                <a:stretch>
                  <a:fillRect l="-2436" t="-2525" r="-1740" b="-1683"/>
                </a:stretch>
              </a:blipFill>
            </p:spPr>
            <p:txBody>
              <a:bodyPr/>
              <a:lstStyle/>
              <a:p>
                <a:r>
                  <a:rPr lang="en-US">
                    <a:noFill/>
                  </a:rPr>
                  <a:t> </a:t>
                </a:r>
              </a:p>
            </p:txBody>
          </p:sp>
        </mc:Fallback>
      </mc:AlternateContent>
      <p:grpSp>
        <p:nvGrpSpPr>
          <p:cNvPr id="5" name="Group 4">
            <a:extLst>
              <a:ext uri="{FF2B5EF4-FFF2-40B4-BE49-F238E27FC236}">
                <a16:creationId xmlns:a16="http://schemas.microsoft.com/office/drawing/2014/main" xmlns="" id="{456702EC-B038-7337-7400-306497CE0888}"/>
              </a:ext>
            </a:extLst>
          </p:cNvPr>
          <p:cNvGrpSpPr/>
          <p:nvPr/>
        </p:nvGrpSpPr>
        <p:grpSpPr>
          <a:xfrm>
            <a:off x="89986" y="5761361"/>
            <a:ext cx="3979742" cy="1463028"/>
            <a:chOff x="270740" y="5676661"/>
            <a:chExt cx="3979742" cy="1463028"/>
          </a:xfrm>
        </p:grpSpPr>
        <p:pic>
          <p:nvPicPr>
            <p:cNvPr id="6" name="Imagen 7">
              <a:extLst>
                <a:ext uri="{FF2B5EF4-FFF2-40B4-BE49-F238E27FC236}">
                  <a16:creationId xmlns:a16="http://schemas.microsoft.com/office/drawing/2014/main" xmlns="" id="{A883BE8C-B8C3-0FFB-6771-C2802989512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0740" y="6185450"/>
              <a:ext cx="1134919" cy="480672"/>
            </a:xfrm>
            <a:prstGeom prst="rect">
              <a:avLst/>
            </a:prstGeom>
          </p:spPr>
        </p:pic>
        <p:pic>
          <p:nvPicPr>
            <p:cNvPr id="7" name="Imagen 11">
              <a:extLst>
                <a:ext uri="{FF2B5EF4-FFF2-40B4-BE49-F238E27FC236}">
                  <a16:creationId xmlns:a16="http://schemas.microsoft.com/office/drawing/2014/main" xmlns="" id="{A3F6DBD8-B75A-C3EF-6E20-B99FFAFF87E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529097" y="6050127"/>
              <a:ext cx="1134919" cy="512597"/>
            </a:xfrm>
            <a:prstGeom prst="rect">
              <a:avLst/>
            </a:prstGeom>
          </p:spPr>
        </p:pic>
        <p:pic>
          <p:nvPicPr>
            <p:cNvPr id="8" name="Imagen 13">
              <a:extLst>
                <a:ext uri="{FF2B5EF4-FFF2-40B4-BE49-F238E27FC236}">
                  <a16:creationId xmlns:a16="http://schemas.microsoft.com/office/drawing/2014/main" xmlns="" id="{5E0D62F0-ECC0-CF60-3130-9D214B5A898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787454" y="5676661"/>
              <a:ext cx="1463028" cy="1463028"/>
            </a:xfrm>
            <a:prstGeom prst="rect">
              <a:avLst/>
            </a:prstGeom>
          </p:spPr>
        </p:pic>
      </p:grpSp>
      <p:graphicFrame>
        <p:nvGraphicFramePr>
          <p:cNvPr id="10" name="Chart 9">
            <a:extLst>
              <a:ext uri="{FF2B5EF4-FFF2-40B4-BE49-F238E27FC236}">
                <a16:creationId xmlns:a16="http://schemas.microsoft.com/office/drawing/2014/main" xmlns="" id="{00000000-0008-0000-0800-000077B97000}"/>
              </a:ext>
            </a:extLst>
          </p:cNvPr>
          <p:cNvGraphicFramePr>
            <a:graphicFrameLocks/>
          </p:cNvGraphicFramePr>
          <p:nvPr>
            <p:extLst>
              <p:ext uri="{D42A27DB-BD31-4B8C-83A1-F6EECF244321}">
                <p14:modId xmlns:p14="http://schemas.microsoft.com/office/powerpoint/2010/main" val="3754174017"/>
              </p:ext>
            </p:extLst>
          </p:nvPr>
        </p:nvGraphicFramePr>
        <p:xfrm>
          <a:off x="7249810" y="1533637"/>
          <a:ext cx="3946274" cy="3006466"/>
        </p:xfrm>
        <a:graphic>
          <a:graphicData uri="http://schemas.openxmlformats.org/drawingml/2006/chart">
            <c:chart xmlns:c="http://schemas.openxmlformats.org/drawingml/2006/chart" xmlns:r="http://schemas.openxmlformats.org/officeDocument/2006/relationships" r:id="rId7"/>
          </a:graphicData>
        </a:graphic>
      </p:graphicFrame>
      <p:sp>
        <p:nvSpPr>
          <p:cNvPr id="11" name="TextBox 10">
            <a:extLst>
              <a:ext uri="{FF2B5EF4-FFF2-40B4-BE49-F238E27FC236}">
                <a16:creationId xmlns:a16="http://schemas.microsoft.com/office/drawing/2014/main" xmlns="" id="{91CD0AD6-F36B-6965-88ED-1AA7B9450210}"/>
              </a:ext>
            </a:extLst>
          </p:cNvPr>
          <p:cNvSpPr txBox="1"/>
          <p:nvPr/>
        </p:nvSpPr>
        <p:spPr>
          <a:xfrm>
            <a:off x="7335668" y="4540103"/>
            <a:ext cx="3774558" cy="1200329"/>
          </a:xfrm>
          <a:prstGeom prst="rect">
            <a:avLst/>
          </a:prstGeom>
          <a:noFill/>
        </p:spPr>
        <p:txBody>
          <a:bodyPr wrap="square" rtlCol="0">
            <a:spAutoFit/>
          </a:bodyPr>
          <a:lstStyle/>
          <a:p>
            <a:pPr algn="ctr"/>
            <a:r>
              <a:rPr lang="es-419" dirty="0" err="1">
                <a:latin typeface="Times New Roman" panose="02020603050405020304" pitchFamily="18" charset="0"/>
                <a:cs typeface="Times New Roman" panose="02020603050405020304" pitchFamily="18" charset="0"/>
              </a:rPr>
              <a:t>Fig</a:t>
            </a:r>
            <a:r>
              <a:rPr lang="es-419" dirty="0">
                <a:latin typeface="Times New Roman" panose="02020603050405020304" pitchFamily="18" charset="0"/>
                <a:cs typeface="Times New Roman" panose="02020603050405020304" pitchFamily="18" charset="0"/>
              </a:rPr>
              <a:t> #. Curva de empuje en el tiempo, la sumatorio de los puntos define el impulso y eficiencia del motor en N-</a:t>
            </a:r>
            <a:r>
              <a:rPr lang="es-419" dirty="0" err="1">
                <a:latin typeface="Times New Roman" panose="02020603050405020304" pitchFamily="18" charset="0"/>
                <a:cs typeface="Times New Roman" panose="02020603050405020304" pitchFamily="18" charset="0"/>
              </a:rPr>
              <a:t>seg</a:t>
            </a:r>
            <a:r>
              <a:rPr lang="es-419" dirty="0">
                <a:latin typeface="Times New Roman" panose="02020603050405020304" pitchFamily="18" charset="0"/>
                <a:cs typeface="Times New Roman" panose="02020603050405020304" pitchFamily="18" charset="0"/>
              </a:rPr>
              <a:t>. (Richard </a:t>
            </a:r>
            <a:r>
              <a:rPr lang="es-419" dirty="0" err="1">
                <a:latin typeface="Times New Roman" panose="02020603050405020304" pitchFamily="18" charset="0"/>
                <a:cs typeface="Times New Roman" panose="02020603050405020304" pitchFamily="18" charset="0"/>
              </a:rPr>
              <a:t>Nakka</a:t>
            </a:r>
            <a:r>
              <a:rPr lang="es-419" dirty="0">
                <a:latin typeface="Times New Roman" panose="02020603050405020304" pitchFamily="18" charset="0"/>
                <a:cs typeface="Times New Roman" panose="02020603050405020304" pitchFamily="18" charset="0"/>
              </a:rPr>
              <a:t>, SRM Tool).</a:t>
            </a:r>
          </a:p>
        </p:txBody>
      </p:sp>
    </p:spTree>
    <p:extLst>
      <p:ext uri="{BB962C8B-B14F-4D97-AF65-F5344CB8AC3E}">
        <p14:creationId xmlns:p14="http://schemas.microsoft.com/office/powerpoint/2010/main" val="32302786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5141A958-D6BA-E085-B2BC-9DB0D8E227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9DC3FC39-DA89-78EA-38B0-B40B2CDC217E}"/>
              </a:ext>
            </a:extLst>
          </p:cNvPr>
          <p:cNvSpPr>
            <a:spLocks noGrp="1"/>
          </p:cNvSpPr>
          <p:nvPr>
            <p:ph type="title"/>
          </p:nvPr>
        </p:nvSpPr>
        <p:spPr/>
        <p:txBody>
          <a:bodyPr/>
          <a:lstStyle/>
          <a:p>
            <a:r>
              <a:rPr lang="es-419" dirty="0" smtClean="0">
                <a:latin typeface="Times New Roman" panose="02020603050405020304" pitchFamily="18" charset="0"/>
                <a:cs typeface="Times New Roman" panose="02020603050405020304" pitchFamily="18" charset="0"/>
              </a:rPr>
              <a:t>Metodología </a:t>
            </a:r>
            <a:r>
              <a:rPr lang="es-419" dirty="0">
                <a:latin typeface="Times New Roman" panose="02020603050405020304" pitchFamily="18" charset="0"/>
                <a:cs typeface="Times New Roman" panose="02020603050405020304" pitchFamily="18" charset="0"/>
              </a:rPr>
              <a:t>– Enfoque </a:t>
            </a:r>
          </a:p>
        </p:txBody>
      </p:sp>
      <p:sp>
        <p:nvSpPr>
          <p:cNvPr id="4" name="Content Placeholder 2">
            <a:extLst>
              <a:ext uri="{FF2B5EF4-FFF2-40B4-BE49-F238E27FC236}">
                <a16:creationId xmlns:a16="http://schemas.microsoft.com/office/drawing/2014/main" xmlns="" id="{E292828F-3C56-EF9E-06C3-57D2E5F316A1}"/>
              </a:ext>
            </a:extLst>
          </p:cNvPr>
          <p:cNvSpPr txBox="1">
            <a:spLocks/>
          </p:cNvSpPr>
          <p:nvPr/>
        </p:nvSpPr>
        <p:spPr>
          <a:xfrm>
            <a:off x="1055583" y="1827895"/>
            <a:ext cx="7835754" cy="4351338"/>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419" sz="3200" dirty="0">
                <a:latin typeface="Times New Roman" panose="02020603050405020304" pitchFamily="18" charset="0"/>
                <a:cs typeface="Times New Roman" panose="02020603050405020304" pitchFamily="18" charset="0"/>
              </a:rPr>
              <a:t>Enfoque cuasi-experimental con mediciones directas</a:t>
            </a:r>
          </a:p>
          <a:p>
            <a:r>
              <a:rPr lang="es-419" sz="3200" dirty="0">
                <a:latin typeface="Times New Roman" panose="02020603050405020304" pitchFamily="18" charset="0"/>
                <a:cs typeface="Times New Roman" panose="02020603050405020304" pitchFamily="18" charset="0"/>
              </a:rPr>
              <a:t>Validación empírica de teoría vs medido</a:t>
            </a:r>
          </a:p>
          <a:p>
            <a:r>
              <a:rPr lang="es-419" sz="3200" dirty="0">
                <a:latin typeface="Times New Roman" panose="02020603050405020304" pitchFamily="18" charset="0"/>
                <a:cs typeface="Times New Roman" panose="02020603050405020304" pitchFamily="18" charset="0"/>
              </a:rPr>
              <a:t>Correlación Presión – Fuerza como variable de respuesta</a:t>
            </a:r>
          </a:p>
          <a:p>
            <a:endParaRPr lang="es-419" sz="3200" dirty="0">
              <a:latin typeface="Times New Roman" panose="02020603050405020304" pitchFamily="18" charset="0"/>
              <a:cs typeface="Times New Roman" panose="02020603050405020304" pitchFamily="18" charset="0"/>
            </a:endParaRPr>
          </a:p>
        </p:txBody>
      </p:sp>
      <p:grpSp>
        <p:nvGrpSpPr>
          <p:cNvPr id="5" name="Group 4">
            <a:extLst>
              <a:ext uri="{FF2B5EF4-FFF2-40B4-BE49-F238E27FC236}">
                <a16:creationId xmlns:a16="http://schemas.microsoft.com/office/drawing/2014/main" xmlns="" id="{424E729D-3A2D-840F-A022-CD16D84C6691}"/>
              </a:ext>
            </a:extLst>
          </p:cNvPr>
          <p:cNvGrpSpPr/>
          <p:nvPr/>
        </p:nvGrpSpPr>
        <p:grpSpPr>
          <a:xfrm>
            <a:off x="89986" y="5761361"/>
            <a:ext cx="3979742" cy="1463028"/>
            <a:chOff x="270740" y="5676661"/>
            <a:chExt cx="3979742" cy="1463028"/>
          </a:xfrm>
        </p:grpSpPr>
        <p:pic>
          <p:nvPicPr>
            <p:cNvPr id="6" name="Imagen 7">
              <a:extLst>
                <a:ext uri="{FF2B5EF4-FFF2-40B4-BE49-F238E27FC236}">
                  <a16:creationId xmlns:a16="http://schemas.microsoft.com/office/drawing/2014/main" xmlns="" id="{8FF50577-7AF3-238D-81B7-9A007F4280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0740" y="6185450"/>
              <a:ext cx="1134919" cy="480672"/>
            </a:xfrm>
            <a:prstGeom prst="rect">
              <a:avLst/>
            </a:prstGeom>
          </p:spPr>
        </p:pic>
        <p:pic>
          <p:nvPicPr>
            <p:cNvPr id="7" name="Imagen 11">
              <a:extLst>
                <a:ext uri="{FF2B5EF4-FFF2-40B4-BE49-F238E27FC236}">
                  <a16:creationId xmlns:a16="http://schemas.microsoft.com/office/drawing/2014/main" xmlns="" id="{C4DF7D64-0225-F62A-B37F-93672CB17F5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29097" y="6050127"/>
              <a:ext cx="1134919" cy="512597"/>
            </a:xfrm>
            <a:prstGeom prst="rect">
              <a:avLst/>
            </a:prstGeom>
          </p:spPr>
        </p:pic>
        <p:pic>
          <p:nvPicPr>
            <p:cNvPr id="8" name="Imagen 13">
              <a:extLst>
                <a:ext uri="{FF2B5EF4-FFF2-40B4-BE49-F238E27FC236}">
                  <a16:creationId xmlns:a16="http://schemas.microsoft.com/office/drawing/2014/main" xmlns="" id="{03B9FD00-466B-26C1-7381-4E0DFA96A70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787454" y="5676661"/>
              <a:ext cx="1463028" cy="1463028"/>
            </a:xfrm>
            <a:prstGeom prst="rect">
              <a:avLst/>
            </a:prstGeom>
          </p:spPr>
        </p:pic>
      </p:grpSp>
    </p:spTree>
    <p:extLst>
      <p:ext uri="{BB962C8B-B14F-4D97-AF65-F5344CB8AC3E}">
        <p14:creationId xmlns:p14="http://schemas.microsoft.com/office/powerpoint/2010/main" val="9170271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C01BC309-78D1-8419-CFC6-50795D7189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42055AFD-42DC-B5B3-5D5A-83ED0CBFB5D0}"/>
              </a:ext>
            </a:extLst>
          </p:cNvPr>
          <p:cNvSpPr>
            <a:spLocks noGrp="1"/>
          </p:cNvSpPr>
          <p:nvPr>
            <p:ph type="title"/>
          </p:nvPr>
        </p:nvSpPr>
        <p:spPr/>
        <p:txBody>
          <a:bodyPr/>
          <a:lstStyle/>
          <a:p>
            <a:r>
              <a:rPr lang="es-419" dirty="0">
                <a:latin typeface="Times New Roman" panose="02020603050405020304" pitchFamily="18" charset="0"/>
                <a:cs typeface="Times New Roman" panose="02020603050405020304" pitchFamily="18" charset="0"/>
              </a:rPr>
              <a:t>Metodología – F,D,A</a:t>
            </a:r>
          </a:p>
        </p:txBody>
      </p:sp>
      <p:sp>
        <p:nvSpPr>
          <p:cNvPr id="5" name="Rectangle: Rounded Corners 4">
            <a:extLst>
              <a:ext uri="{FF2B5EF4-FFF2-40B4-BE49-F238E27FC236}">
                <a16:creationId xmlns:a16="http://schemas.microsoft.com/office/drawing/2014/main" xmlns="" id="{B738D648-EBB1-5079-7E81-CFD7B5389771}"/>
              </a:ext>
            </a:extLst>
          </p:cNvPr>
          <p:cNvSpPr/>
          <p:nvPr/>
        </p:nvSpPr>
        <p:spPr>
          <a:xfrm>
            <a:off x="1794138" y="1690688"/>
            <a:ext cx="3088150" cy="157397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419" dirty="0">
                <a:latin typeface="Times New Roman" panose="02020603050405020304" pitchFamily="18" charset="0"/>
                <a:cs typeface="Times New Roman" panose="02020603050405020304" pitchFamily="18" charset="0"/>
              </a:rPr>
              <a:t>Validez experimental directa</a:t>
            </a:r>
          </a:p>
          <a:p>
            <a:pPr algn="ctr"/>
            <a:r>
              <a:rPr lang="es-419" dirty="0">
                <a:latin typeface="Times New Roman" panose="02020603050405020304" pitchFamily="18" charset="0"/>
                <a:cs typeface="Times New Roman" panose="02020603050405020304" pitchFamily="18" charset="0"/>
              </a:rPr>
              <a:t>Trazabilidad de sensores</a:t>
            </a:r>
          </a:p>
          <a:p>
            <a:pPr algn="ctr"/>
            <a:r>
              <a:rPr lang="es-419" dirty="0">
                <a:latin typeface="Times New Roman" panose="02020603050405020304" pitchFamily="18" charset="0"/>
                <a:cs typeface="Times New Roman" panose="02020603050405020304" pitchFamily="18" charset="0"/>
              </a:rPr>
              <a:t>Redundancia</a:t>
            </a:r>
          </a:p>
          <a:p>
            <a:pPr algn="ctr"/>
            <a:r>
              <a:rPr lang="es-419" dirty="0">
                <a:latin typeface="Times New Roman" panose="02020603050405020304" pitchFamily="18" charset="0"/>
                <a:cs typeface="Times New Roman" panose="02020603050405020304" pitchFamily="18" charset="0"/>
              </a:rPr>
              <a:t>Tiempo real</a:t>
            </a:r>
          </a:p>
          <a:p>
            <a:pPr algn="ctr"/>
            <a:r>
              <a:rPr lang="es-419" dirty="0">
                <a:latin typeface="Times New Roman" panose="02020603050405020304" pitchFamily="18" charset="0"/>
                <a:cs typeface="Times New Roman" panose="02020603050405020304" pitchFamily="18" charset="0"/>
              </a:rPr>
              <a:t>Repetibilidad</a:t>
            </a:r>
          </a:p>
        </p:txBody>
      </p:sp>
      <p:sp>
        <p:nvSpPr>
          <p:cNvPr id="6" name="Rectangle: Rounded Corners 5">
            <a:extLst>
              <a:ext uri="{FF2B5EF4-FFF2-40B4-BE49-F238E27FC236}">
                <a16:creationId xmlns:a16="http://schemas.microsoft.com/office/drawing/2014/main" xmlns="" id="{80333EBA-2A91-405D-B322-AA136B4F7F88}"/>
              </a:ext>
            </a:extLst>
          </p:cNvPr>
          <p:cNvSpPr/>
          <p:nvPr/>
        </p:nvSpPr>
        <p:spPr>
          <a:xfrm>
            <a:off x="1378278" y="3412372"/>
            <a:ext cx="3919871" cy="2427038"/>
          </a:xfrm>
          <a:prstGeom prst="roundRect">
            <a:avLst/>
          </a:prstGeom>
          <a:solidFill>
            <a:schemeClr val="tx2">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s-ES" dirty="0">
                <a:latin typeface="Times New Roman" panose="02020603050405020304" pitchFamily="18" charset="0"/>
                <a:cs typeface="Times New Roman" panose="02020603050405020304" pitchFamily="18" charset="0"/>
              </a:rPr>
              <a:t>Escalabilidad limitada</a:t>
            </a:r>
          </a:p>
          <a:p>
            <a:pPr algn="ctr"/>
            <a:r>
              <a:rPr lang="es-ES" dirty="0">
                <a:latin typeface="Times New Roman" panose="02020603050405020304" pitchFamily="18" charset="0"/>
                <a:cs typeface="Times New Roman" panose="02020603050405020304" pitchFamily="18" charset="0"/>
              </a:rPr>
              <a:t>Solo condiciones estáticas</a:t>
            </a:r>
          </a:p>
          <a:p>
            <a:pPr algn="ctr"/>
            <a:r>
              <a:rPr lang="es-ES" dirty="0">
                <a:latin typeface="Times New Roman" panose="02020603050405020304" pitchFamily="18" charset="0"/>
                <a:cs typeface="Times New Roman" panose="02020603050405020304" pitchFamily="18" charset="0"/>
              </a:rPr>
              <a:t>Precisión de sensores</a:t>
            </a:r>
          </a:p>
          <a:p>
            <a:pPr algn="ctr"/>
            <a:r>
              <a:rPr lang="es-ES" dirty="0">
                <a:latin typeface="Times New Roman" panose="02020603050405020304" pitchFamily="18" charset="0"/>
                <a:cs typeface="Times New Roman" panose="02020603050405020304" pitchFamily="18" charset="0"/>
              </a:rPr>
              <a:t>Frecuencia de muestreo</a:t>
            </a:r>
          </a:p>
          <a:p>
            <a:pPr algn="ctr"/>
            <a:r>
              <a:rPr lang="es-ES" dirty="0">
                <a:latin typeface="Times New Roman" panose="02020603050405020304" pitchFamily="18" charset="0"/>
                <a:cs typeface="Times New Roman" panose="02020603050405020304" pitchFamily="18" charset="0"/>
              </a:rPr>
              <a:t>Seguridad</a:t>
            </a:r>
          </a:p>
          <a:p>
            <a:pPr algn="ctr"/>
            <a:r>
              <a:rPr lang="es-ES" dirty="0">
                <a:latin typeface="Times New Roman" panose="02020603050405020304" pitchFamily="18" charset="0"/>
                <a:cs typeface="Times New Roman" panose="02020603050405020304" pitchFamily="18" charset="0"/>
              </a:rPr>
              <a:t>Costo</a:t>
            </a:r>
          </a:p>
          <a:p>
            <a:pPr algn="ctr"/>
            <a:r>
              <a:rPr lang="es-ES" dirty="0">
                <a:latin typeface="Times New Roman" panose="02020603050405020304" pitchFamily="18" charset="0"/>
                <a:cs typeface="Times New Roman" panose="02020603050405020304" pitchFamily="18" charset="0"/>
              </a:rPr>
              <a:t>Disponibilidad </a:t>
            </a:r>
          </a:p>
          <a:p>
            <a:pPr algn="ctr"/>
            <a:r>
              <a:rPr lang="es-ES" dirty="0">
                <a:latin typeface="Times New Roman" panose="02020603050405020304" pitchFamily="18" charset="0"/>
                <a:cs typeface="Times New Roman" panose="02020603050405020304" pitchFamily="18" charset="0"/>
              </a:rPr>
              <a:t>Variables ambientales</a:t>
            </a:r>
          </a:p>
          <a:p>
            <a:pPr algn="ctr"/>
            <a:endParaRPr lang="es-419" dirty="0">
              <a:latin typeface="Times New Roman" panose="02020603050405020304" pitchFamily="18" charset="0"/>
              <a:cs typeface="Times New Roman" panose="02020603050405020304" pitchFamily="18" charset="0"/>
            </a:endParaRPr>
          </a:p>
        </p:txBody>
      </p:sp>
      <p:sp>
        <p:nvSpPr>
          <p:cNvPr id="9" name="Rectangle 8">
            <a:extLst>
              <a:ext uri="{FF2B5EF4-FFF2-40B4-BE49-F238E27FC236}">
                <a16:creationId xmlns:a16="http://schemas.microsoft.com/office/drawing/2014/main" xmlns="" id="{1A821767-952C-002D-24D2-C73AD700EE10}"/>
              </a:ext>
            </a:extLst>
          </p:cNvPr>
          <p:cNvSpPr/>
          <p:nvPr/>
        </p:nvSpPr>
        <p:spPr>
          <a:xfrm>
            <a:off x="6096000" y="1690688"/>
            <a:ext cx="5185611" cy="4753224"/>
          </a:xfrm>
          <a:prstGeom prst="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57200" indent="-457200" algn="ctr">
              <a:buFont typeface="Wingdings" panose="05000000000000000000" pitchFamily="2" charset="2"/>
              <a:buChar char="§"/>
            </a:pPr>
            <a:r>
              <a:rPr lang="es-ES" sz="3200" dirty="0">
                <a:latin typeface="Times New Roman" panose="02020603050405020304" pitchFamily="18" charset="0"/>
                <a:cs typeface="Times New Roman" panose="02020603050405020304" pitchFamily="18" charset="0"/>
              </a:rPr>
              <a:t>Base empírica para la validación de sistemas propulsivos</a:t>
            </a:r>
          </a:p>
          <a:p>
            <a:pPr marL="457200" indent="-457200" algn="ctr">
              <a:buFont typeface="Wingdings" panose="05000000000000000000" pitchFamily="2" charset="2"/>
              <a:buChar char="§"/>
            </a:pPr>
            <a:r>
              <a:rPr lang="es-ES" sz="3200" dirty="0">
                <a:latin typeface="Times New Roman" panose="02020603050405020304" pitchFamily="18" charset="0"/>
                <a:cs typeface="Times New Roman" panose="02020603050405020304" pitchFamily="18" charset="0"/>
              </a:rPr>
              <a:t>Optimización en el diseño de motores</a:t>
            </a:r>
          </a:p>
          <a:p>
            <a:pPr marL="457200" indent="-457200" algn="ctr">
              <a:buFont typeface="Wingdings" panose="05000000000000000000" pitchFamily="2" charset="2"/>
              <a:buChar char="§"/>
            </a:pPr>
            <a:r>
              <a:rPr lang="es-ES" sz="3200" dirty="0">
                <a:latin typeface="Times New Roman" panose="02020603050405020304" pitchFamily="18" charset="0"/>
                <a:cs typeface="Times New Roman" panose="02020603050405020304" pitchFamily="18" charset="0"/>
              </a:rPr>
              <a:t>Correlaciones y modelado para sistemas propulsivos</a:t>
            </a:r>
          </a:p>
          <a:p>
            <a:pPr algn="ctr"/>
            <a:endParaRPr lang="es-419" sz="3200" dirty="0">
              <a:latin typeface="Times New Roman" panose="02020603050405020304" pitchFamily="18" charset="0"/>
              <a:cs typeface="Times New Roman" panose="02020603050405020304" pitchFamily="18" charset="0"/>
            </a:endParaRPr>
          </a:p>
        </p:txBody>
      </p:sp>
      <p:grpSp>
        <p:nvGrpSpPr>
          <p:cNvPr id="10" name="Group 9">
            <a:extLst>
              <a:ext uri="{FF2B5EF4-FFF2-40B4-BE49-F238E27FC236}">
                <a16:creationId xmlns:a16="http://schemas.microsoft.com/office/drawing/2014/main" xmlns="" id="{8563204A-DF45-EB29-4681-B3CFEDEBFC35}"/>
              </a:ext>
            </a:extLst>
          </p:cNvPr>
          <p:cNvGrpSpPr/>
          <p:nvPr/>
        </p:nvGrpSpPr>
        <p:grpSpPr>
          <a:xfrm>
            <a:off x="89986" y="5761361"/>
            <a:ext cx="3979742" cy="1463028"/>
            <a:chOff x="270740" y="5676661"/>
            <a:chExt cx="3979742" cy="1463028"/>
          </a:xfrm>
        </p:grpSpPr>
        <p:pic>
          <p:nvPicPr>
            <p:cNvPr id="11" name="Imagen 7">
              <a:extLst>
                <a:ext uri="{FF2B5EF4-FFF2-40B4-BE49-F238E27FC236}">
                  <a16:creationId xmlns:a16="http://schemas.microsoft.com/office/drawing/2014/main" xmlns="" id="{3AB3D370-4B51-EB66-743B-FF02E67D47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0740" y="6185450"/>
              <a:ext cx="1134919" cy="480672"/>
            </a:xfrm>
            <a:prstGeom prst="rect">
              <a:avLst/>
            </a:prstGeom>
          </p:spPr>
        </p:pic>
        <p:pic>
          <p:nvPicPr>
            <p:cNvPr id="12" name="Imagen 11">
              <a:extLst>
                <a:ext uri="{FF2B5EF4-FFF2-40B4-BE49-F238E27FC236}">
                  <a16:creationId xmlns:a16="http://schemas.microsoft.com/office/drawing/2014/main" xmlns="" id="{8D1D7F90-8334-2C16-56B9-C4317B78014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29097" y="6050127"/>
              <a:ext cx="1134919" cy="512597"/>
            </a:xfrm>
            <a:prstGeom prst="rect">
              <a:avLst/>
            </a:prstGeom>
          </p:spPr>
        </p:pic>
        <p:pic>
          <p:nvPicPr>
            <p:cNvPr id="13" name="Imagen 13">
              <a:extLst>
                <a:ext uri="{FF2B5EF4-FFF2-40B4-BE49-F238E27FC236}">
                  <a16:creationId xmlns:a16="http://schemas.microsoft.com/office/drawing/2014/main" xmlns="" id="{CF962F7F-39A6-B947-17F3-F801E3B8C08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787454" y="5676661"/>
              <a:ext cx="1463028" cy="1463028"/>
            </a:xfrm>
            <a:prstGeom prst="rect">
              <a:avLst/>
            </a:prstGeom>
          </p:spPr>
        </p:pic>
      </p:grpSp>
    </p:spTree>
    <p:extLst>
      <p:ext uri="{BB962C8B-B14F-4D97-AF65-F5344CB8AC3E}">
        <p14:creationId xmlns:p14="http://schemas.microsoft.com/office/powerpoint/2010/main" val="32054547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4C7E5AE-08D6-B96B-8301-045B2C6DFE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C5536BF4-4445-AE1F-8F74-9CFD0B4B62ED}"/>
              </a:ext>
            </a:extLst>
          </p:cNvPr>
          <p:cNvSpPr>
            <a:spLocks noGrp="1"/>
          </p:cNvSpPr>
          <p:nvPr>
            <p:ph type="title"/>
          </p:nvPr>
        </p:nvSpPr>
        <p:spPr>
          <a:xfrm>
            <a:off x="838200" y="340665"/>
            <a:ext cx="10515600" cy="1325563"/>
          </a:xfrm>
        </p:spPr>
        <p:txBody>
          <a:bodyPr/>
          <a:lstStyle/>
          <a:p>
            <a:r>
              <a:rPr lang="es-419" dirty="0">
                <a:latin typeface="Times New Roman" panose="02020603050405020304" pitchFamily="18" charset="0"/>
                <a:cs typeface="Times New Roman" panose="02020603050405020304" pitchFamily="18" charset="0"/>
              </a:rPr>
              <a:t>Metodología - Instrumentación</a:t>
            </a:r>
          </a:p>
        </p:txBody>
      </p:sp>
      <p:sp>
        <p:nvSpPr>
          <p:cNvPr id="3" name="Content Placeholder 2">
            <a:extLst>
              <a:ext uri="{FF2B5EF4-FFF2-40B4-BE49-F238E27FC236}">
                <a16:creationId xmlns:a16="http://schemas.microsoft.com/office/drawing/2014/main" xmlns="" id="{1DC75133-9FF6-3CD8-279C-11F7EA1D0534}"/>
              </a:ext>
            </a:extLst>
          </p:cNvPr>
          <p:cNvSpPr>
            <a:spLocks noGrp="1"/>
          </p:cNvSpPr>
          <p:nvPr>
            <p:ph idx="1"/>
          </p:nvPr>
        </p:nvSpPr>
        <p:spPr>
          <a:xfrm>
            <a:off x="838200" y="1582402"/>
            <a:ext cx="4467720" cy="4594561"/>
          </a:xfrm>
        </p:spPr>
        <p:txBody>
          <a:bodyPr>
            <a:normAutofit/>
          </a:bodyPr>
          <a:lstStyle/>
          <a:p>
            <a:pPr marL="514350" indent="-514350">
              <a:buFont typeface="+mj-lt"/>
              <a:buAutoNum type="arabicPeriod"/>
            </a:pPr>
            <a:r>
              <a:rPr lang="es-419" dirty="0">
                <a:latin typeface="Times New Roman" panose="02020603050405020304" pitchFamily="18" charset="0"/>
                <a:cs typeface="Times New Roman" panose="02020603050405020304" pitchFamily="18" charset="0"/>
              </a:rPr>
              <a:t>Protocolo de validación</a:t>
            </a:r>
          </a:p>
          <a:p>
            <a:pPr marL="971550" lvl="1" indent="-514350">
              <a:buFont typeface="+mj-lt"/>
              <a:buAutoNum type="arabicPeriod"/>
            </a:pPr>
            <a:r>
              <a:rPr lang="es-419" dirty="0">
                <a:latin typeface="Times New Roman" panose="02020603050405020304" pitchFamily="18" charset="0"/>
                <a:cs typeface="Times New Roman" panose="02020603050405020304" pitchFamily="18" charset="0"/>
              </a:rPr>
              <a:t>Calibración previa</a:t>
            </a:r>
          </a:p>
          <a:p>
            <a:pPr marL="971550" lvl="1" indent="-514350">
              <a:buFont typeface="+mj-lt"/>
              <a:buAutoNum type="arabicPeriod"/>
            </a:pPr>
            <a:r>
              <a:rPr lang="es-419" dirty="0">
                <a:latin typeface="Times New Roman" panose="02020603050405020304" pitchFamily="18" charset="0"/>
                <a:cs typeface="Times New Roman" panose="02020603050405020304" pitchFamily="18" charset="0"/>
              </a:rPr>
              <a:t>Validación experimental</a:t>
            </a:r>
          </a:p>
          <a:p>
            <a:pPr marL="971550" lvl="1" indent="-514350">
              <a:buFont typeface="+mj-lt"/>
              <a:buAutoNum type="arabicPeriod"/>
            </a:pPr>
            <a:r>
              <a:rPr lang="es-419" dirty="0">
                <a:latin typeface="Times New Roman" panose="02020603050405020304" pitchFamily="18" charset="0"/>
                <a:cs typeface="Times New Roman" panose="02020603050405020304" pitchFamily="18" charset="0"/>
              </a:rPr>
              <a:t>Análisis coherente</a:t>
            </a:r>
          </a:p>
          <a:p>
            <a:pPr marL="514350" indent="-514350">
              <a:buFont typeface="+mj-lt"/>
              <a:buAutoNum type="arabicPeriod"/>
            </a:pPr>
            <a:r>
              <a:rPr lang="es-419" dirty="0">
                <a:latin typeface="Times New Roman" panose="02020603050405020304" pitchFamily="18" charset="0"/>
                <a:cs typeface="Times New Roman" panose="02020603050405020304" pitchFamily="18" charset="0"/>
              </a:rPr>
              <a:t>Criterios de éxito</a:t>
            </a:r>
          </a:p>
          <a:p>
            <a:pPr marL="971550" lvl="1" indent="-514350">
              <a:buFont typeface="+mj-lt"/>
              <a:buAutoNum type="arabicPeriod"/>
            </a:pPr>
            <a:r>
              <a:rPr lang="es-419" dirty="0" smtClean="0">
                <a:latin typeface="Times New Roman" panose="02020603050405020304" pitchFamily="18" charset="0"/>
                <a:cs typeface="Times New Roman" panose="02020603050405020304" pitchFamily="18" charset="0"/>
              </a:rPr>
              <a:t>Calibración previa</a:t>
            </a:r>
          </a:p>
          <a:p>
            <a:pPr marL="971550" lvl="1" indent="-514350">
              <a:buFont typeface="+mj-lt"/>
              <a:buAutoNum type="arabicPeriod"/>
            </a:pPr>
            <a:r>
              <a:rPr lang="es-419" dirty="0" smtClean="0">
                <a:latin typeface="Times New Roman" panose="02020603050405020304" pitchFamily="18" charset="0"/>
                <a:cs typeface="Times New Roman" panose="02020603050405020304" pitchFamily="18" charset="0"/>
              </a:rPr>
              <a:t>Validación experimental</a:t>
            </a:r>
          </a:p>
          <a:p>
            <a:pPr marL="971550" lvl="1" indent="-514350">
              <a:buFont typeface="+mj-lt"/>
              <a:buAutoNum type="arabicPeriod"/>
            </a:pPr>
            <a:r>
              <a:rPr lang="es-419" dirty="0" smtClean="0">
                <a:latin typeface="Times New Roman" panose="02020603050405020304" pitchFamily="18" charset="0"/>
                <a:cs typeface="Times New Roman" panose="02020603050405020304" pitchFamily="18" charset="0"/>
              </a:rPr>
              <a:t>Análisis coherente </a:t>
            </a:r>
          </a:p>
          <a:p>
            <a:pPr marL="971550" lvl="1" indent="-514350">
              <a:buFont typeface="+mj-lt"/>
              <a:buAutoNum type="arabicPeriod"/>
            </a:pPr>
            <a:r>
              <a:rPr lang="es-419" dirty="0" smtClean="0">
                <a:latin typeface="Times New Roman" panose="02020603050405020304" pitchFamily="18" charset="0"/>
                <a:cs typeface="Times New Roman" panose="02020603050405020304" pitchFamily="18" charset="0"/>
              </a:rPr>
              <a:t>Muestreo </a:t>
            </a:r>
            <a:endParaRPr lang="es-419" dirty="0" smtClean="0">
              <a:latin typeface="Times New Roman" panose="02020603050405020304" pitchFamily="18" charset="0"/>
              <a:cs typeface="Times New Roman" panose="02020603050405020304" pitchFamily="18" charset="0"/>
            </a:endParaRPr>
          </a:p>
          <a:p>
            <a:pPr marL="971550" lvl="1" indent="-514350">
              <a:buFont typeface="+mj-lt"/>
              <a:buAutoNum type="arabicPeriod"/>
            </a:pPr>
            <a:endParaRPr lang="es-419" dirty="0">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xmlns="" id="{6E633BC8-6FE1-5A7A-34BD-06AB24D4E6C6}"/>
              </a:ext>
            </a:extLst>
          </p:cNvPr>
          <p:cNvSpPr/>
          <p:nvPr/>
        </p:nvSpPr>
        <p:spPr>
          <a:xfrm>
            <a:off x="7371344" y="2346156"/>
            <a:ext cx="1600200" cy="119317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419" sz="1600" dirty="0">
                <a:latin typeface="Times New Roman" panose="02020603050405020304" pitchFamily="18" charset="0"/>
                <a:cs typeface="Times New Roman" panose="02020603050405020304" pitchFamily="18" charset="0"/>
              </a:rPr>
              <a:t>Sistema DAQ y Logging – Raspberry Pi 4B</a:t>
            </a:r>
          </a:p>
        </p:txBody>
      </p:sp>
      <p:grpSp>
        <p:nvGrpSpPr>
          <p:cNvPr id="5" name="Group 4">
            <a:extLst>
              <a:ext uri="{FF2B5EF4-FFF2-40B4-BE49-F238E27FC236}">
                <a16:creationId xmlns:a16="http://schemas.microsoft.com/office/drawing/2014/main" xmlns="" id="{5F9D13D1-1C38-A72A-8529-669A1C270BB5}"/>
              </a:ext>
            </a:extLst>
          </p:cNvPr>
          <p:cNvGrpSpPr/>
          <p:nvPr/>
        </p:nvGrpSpPr>
        <p:grpSpPr>
          <a:xfrm>
            <a:off x="89986" y="5761361"/>
            <a:ext cx="3979742" cy="1463028"/>
            <a:chOff x="270740" y="5676661"/>
            <a:chExt cx="3979742" cy="1463028"/>
          </a:xfrm>
        </p:grpSpPr>
        <p:pic>
          <p:nvPicPr>
            <p:cNvPr id="6" name="Imagen 7">
              <a:extLst>
                <a:ext uri="{FF2B5EF4-FFF2-40B4-BE49-F238E27FC236}">
                  <a16:creationId xmlns:a16="http://schemas.microsoft.com/office/drawing/2014/main" xmlns="" id="{99B318A0-B87A-7179-42A5-AF2814918F7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0740" y="6185450"/>
              <a:ext cx="1134919" cy="480672"/>
            </a:xfrm>
            <a:prstGeom prst="rect">
              <a:avLst/>
            </a:prstGeom>
          </p:spPr>
        </p:pic>
        <p:pic>
          <p:nvPicPr>
            <p:cNvPr id="7" name="Imagen 11">
              <a:extLst>
                <a:ext uri="{FF2B5EF4-FFF2-40B4-BE49-F238E27FC236}">
                  <a16:creationId xmlns:a16="http://schemas.microsoft.com/office/drawing/2014/main" xmlns="" id="{21767101-A64F-7AEC-C268-8BA9DE05293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29097" y="6050127"/>
              <a:ext cx="1134919" cy="512597"/>
            </a:xfrm>
            <a:prstGeom prst="rect">
              <a:avLst/>
            </a:prstGeom>
          </p:spPr>
        </p:pic>
        <p:pic>
          <p:nvPicPr>
            <p:cNvPr id="8" name="Imagen 13">
              <a:extLst>
                <a:ext uri="{FF2B5EF4-FFF2-40B4-BE49-F238E27FC236}">
                  <a16:creationId xmlns:a16="http://schemas.microsoft.com/office/drawing/2014/main" xmlns="" id="{6B1B3E6B-2614-529D-6A7A-E5F0C28A3CB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787454" y="5676661"/>
              <a:ext cx="1463028" cy="1463028"/>
            </a:xfrm>
            <a:prstGeom prst="rect">
              <a:avLst/>
            </a:prstGeom>
          </p:spPr>
        </p:pic>
      </p:grpSp>
      <p:sp>
        <p:nvSpPr>
          <p:cNvPr id="9" name="Rectangle 8">
            <a:extLst>
              <a:ext uri="{FF2B5EF4-FFF2-40B4-BE49-F238E27FC236}">
                <a16:creationId xmlns:a16="http://schemas.microsoft.com/office/drawing/2014/main" xmlns="" id="{C4C8CB2C-292F-EFD6-763A-54DC22464E52}"/>
              </a:ext>
            </a:extLst>
          </p:cNvPr>
          <p:cNvSpPr/>
          <p:nvPr/>
        </p:nvSpPr>
        <p:spPr>
          <a:xfrm>
            <a:off x="7573875" y="1385449"/>
            <a:ext cx="1195137" cy="61047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419" sz="1600" dirty="0">
                <a:latin typeface="Times New Roman" panose="02020603050405020304" pitchFamily="18" charset="0"/>
                <a:cs typeface="Times New Roman" panose="02020603050405020304" pitchFamily="18" charset="0"/>
              </a:rPr>
              <a:t>BMP280</a:t>
            </a:r>
          </a:p>
        </p:txBody>
      </p:sp>
      <p:sp>
        <p:nvSpPr>
          <p:cNvPr id="11" name="Rectangle 10">
            <a:extLst>
              <a:ext uri="{FF2B5EF4-FFF2-40B4-BE49-F238E27FC236}">
                <a16:creationId xmlns:a16="http://schemas.microsoft.com/office/drawing/2014/main" xmlns="" id="{4756DF98-0092-CAA0-1E19-FAF07472F4FF}"/>
              </a:ext>
            </a:extLst>
          </p:cNvPr>
          <p:cNvSpPr/>
          <p:nvPr/>
        </p:nvSpPr>
        <p:spPr>
          <a:xfrm>
            <a:off x="5305923" y="2395306"/>
            <a:ext cx="1600200" cy="109487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419" sz="1600" dirty="0">
                <a:latin typeface="Times New Roman" panose="02020603050405020304" pitchFamily="18" charset="0"/>
                <a:cs typeface="Times New Roman" panose="02020603050405020304" pitchFamily="18" charset="0"/>
              </a:rPr>
              <a:t>Interfaz – LabVIEW </a:t>
            </a:r>
            <a:br>
              <a:rPr lang="es-419" sz="1600" dirty="0">
                <a:latin typeface="Times New Roman" panose="02020603050405020304" pitchFamily="18" charset="0"/>
                <a:cs typeface="Times New Roman" panose="02020603050405020304" pitchFamily="18" charset="0"/>
              </a:rPr>
            </a:br>
            <a:r>
              <a:rPr lang="es-419" sz="1600" dirty="0">
                <a:latin typeface="Times New Roman" panose="02020603050405020304" pitchFamily="18" charset="0"/>
                <a:cs typeface="Times New Roman" panose="02020603050405020304" pitchFamily="18" charset="0"/>
              </a:rPr>
              <a:t>Logging – CSV </a:t>
            </a:r>
          </a:p>
        </p:txBody>
      </p:sp>
      <p:grpSp>
        <p:nvGrpSpPr>
          <p:cNvPr id="15" name="Group 14">
            <a:extLst>
              <a:ext uri="{FF2B5EF4-FFF2-40B4-BE49-F238E27FC236}">
                <a16:creationId xmlns:a16="http://schemas.microsoft.com/office/drawing/2014/main" xmlns="" id="{A4687F14-B0EB-D00D-83B6-02EB421959CB}"/>
              </a:ext>
            </a:extLst>
          </p:cNvPr>
          <p:cNvGrpSpPr/>
          <p:nvPr/>
        </p:nvGrpSpPr>
        <p:grpSpPr>
          <a:xfrm>
            <a:off x="9613225" y="1277165"/>
            <a:ext cx="1195139" cy="3622945"/>
            <a:chOff x="9938078" y="1385449"/>
            <a:chExt cx="1195139" cy="3622945"/>
          </a:xfrm>
        </p:grpSpPr>
        <p:sp>
          <p:nvSpPr>
            <p:cNvPr id="10" name="Rectangle 9">
              <a:extLst>
                <a:ext uri="{FF2B5EF4-FFF2-40B4-BE49-F238E27FC236}">
                  <a16:creationId xmlns:a16="http://schemas.microsoft.com/office/drawing/2014/main" xmlns="" id="{32C3EFB7-B5CB-2BB2-CDE6-34743896A00F}"/>
                </a:ext>
              </a:extLst>
            </p:cNvPr>
            <p:cNvSpPr/>
            <p:nvPr/>
          </p:nvSpPr>
          <p:spPr>
            <a:xfrm>
              <a:off x="9938080" y="1385449"/>
              <a:ext cx="1195137" cy="61047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419" sz="1600" dirty="0">
                  <a:latin typeface="Times New Roman" panose="02020603050405020304" pitchFamily="18" charset="0"/>
                  <a:cs typeface="Times New Roman" panose="02020603050405020304" pitchFamily="18" charset="0"/>
                </a:rPr>
                <a:t>YCZ-516</a:t>
              </a:r>
              <a:br>
                <a:rPr lang="es-419" sz="1600" dirty="0">
                  <a:latin typeface="Times New Roman" panose="02020603050405020304" pitchFamily="18" charset="0"/>
                  <a:cs typeface="Times New Roman" panose="02020603050405020304" pitchFamily="18" charset="0"/>
                </a:rPr>
              </a:br>
              <a:r>
                <a:rPr lang="es-419" sz="1600" dirty="0">
                  <a:latin typeface="Times New Roman" panose="02020603050405020304" pitchFamily="18" charset="0"/>
                  <a:cs typeface="Times New Roman" panose="02020603050405020304" pitchFamily="18" charset="0"/>
                </a:rPr>
                <a:t>300kgf</a:t>
              </a:r>
            </a:p>
          </p:txBody>
        </p:sp>
        <p:sp>
          <p:nvSpPr>
            <p:cNvPr id="12" name="Rectangle 11">
              <a:extLst>
                <a:ext uri="{FF2B5EF4-FFF2-40B4-BE49-F238E27FC236}">
                  <a16:creationId xmlns:a16="http://schemas.microsoft.com/office/drawing/2014/main" xmlns="" id="{C539DCBD-B73A-24D8-0050-30A40B722292}"/>
                </a:ext>
              </a:extLst>
            </p:cNvPr>
            <p:cNvSpPr/>
            <p:nvPr/>
          </p:nvSpPr>
          <p:spPr>
            <a:xfrm>
              <a:off x="9938080" y="2137901"/>
              <a:ext cx="1195137" cy="86218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419" sz="1600" dirty="0">
                  <a:latin typeface="Times New Roman" panose="02020603050405020304" pitchFamily="18" charset="0"/>
                  <a:cs typeface="Times New Roman" panose="02020603050405020304" pitchFamily="18" charset="0"/>
                </a:rPr>
                <a:t>Sensor de presión - </a:t>
              </a:r>
              <a:r>
                <a:rPr lang="es-419" sz="1600" dirty="0">
                  <a:solidFill>
                    <a:srgbClr val="FF0000"/>
                  </a:solidFill>
                  <a:latin typeface="Times New Roman" panose="02020603050405020304" pitchFamily="18" charset="0"/>
                  <a:cs typeface="Times New Roman" panose="02020603050405020304" pitchFamily="18" charset="0"/>
                </a:rPr>
                <a:t>Falla</a:t>
              </a:r>
            </a:p>
          </p:txBody>
        </p:sp>
        <p:sp>
          <p:nvSpPr>
            <p:cNvPr id="13" name="Rectangle 12">
              <a:extLst>
                <a:ext uri="{FF2B5EF4-FFF2-40B4-BE49-F238E27FC236}">
                  <a16:creationId xmlns:a16="http://schemas.microsoft.com/office/drawing/2014/main" xmlns="" id="{C5E13218-3B62-CD68-287A-FF06D00BE3CF}"/>
                </a:ext>
              </a:extLst>
            </p:cNvPr>
            <p:cNvSpPr/>
            <p:nvPr/>
          </p:nvSpPr>
          <p:spPr>
            <a:xfrm>
              <a:off x="9938079" y="3142057"/>
              <a:ext cx="1195137" cy="86218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419" sz="1600" dirty="0">
                  <a:latin typeface="Times New Roman" panose="02020603050405020304" pitchFamily="18" charset="0"/>
                  <a:cs typeface="Times New Roman" panose="02020603050405020304" pitchFamily="18" charset="0"/>
                </a:rPr>
                <a:t>Termopar OKY3076 (x4)</a:t>
              </a:r>
              <a:endParaRPr lang="es-419" sz="1600" dirty="0">
                <a:solidFill>
                  <a:srgbClr val="FF0000"/>
                </a:solidFill>
                <a:latin typeface="Times New Roman" panose="02020603050405020304" pitchFamily="18" charset="0"/>
                <a:cs typeface="Times New Roman" panose="02020603050405020304" pitchFamily="18" charset="0"/>
              </a:endParaRPr>
            </a:p>
          </p:txBody>
        </p:sp>
        <p:sp>
          <p:nvSpPr>
            <p:cNvPr id="14" name="Rectangle 13">
              <a:extLst>
                <a:ext uri="{FF2B5EF4-FFF2-40B4-BE49-F238E27FC236}">
                  <a16:creationId xmlns:a16="http://schemas.microsoft.com/office/drawing/2014/main" xmlns="" id="{BBF1A13B-8BF8-7948-E3FD-FC5177E084EE}"/>
                </a:ext>
              </a:extLst>
            </p:cNvPr>
            <p:cNvSpPr/>
            <p:nvPr/>
          </p:nvSpPr>
          <p:spPr>
            <a:xfrm>
              <a:off x="9938078" y="4146213"/>
              <a:ext cx="1195137" cy="86218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419" sz="1600" dirty="0">
                  <a:latin typeface="Times New Roman" panose="02020603050405020304" pitchFamily="18" charset="0"/>
                  <a:cs typeface="Times New Roman" panose="02020603050405020304" pitchFamily="18" charset="0"/>
                </a:rPr>
                <a:t>Termopar interno – </a:t>
              </a:r>
              <a:r>
                <a:rPr lang="es-419" sz="1600" dirty="0">
                  <a:solidFill>
                    <a:srgbClr val="FF0000"/>
                  </a:solidFill>
                  <a:latin typeface="Times New Roman" panose="02020603050405020304" pitchFamily="18" charset="0"/>
                  <a:cs typeface="Times New Roman" panose="02020603050405020304" pitchFamily="18" charset="0"/>
                </a:rPr>
                <a:t>Falla </a:t>
              </a:r>
            </a:p>
          </p:txBody>
        </p:sp>
      </p:grpSp>
      <p:cxnSp>
        <p:nvCxnSpPr>
          <p:cNvPr id="17" name="Straight Connector 16">
            <a:extLst>
              <a:ext uri="{FF2B5EF4-FFF2-40B4-BE49-F238E27FC236}">
                <a16:creationId xmlns:a16="http://schemas.microsoft.com/office/drawing/2014/main" xmlns="" id="{9CFCE19D-6E7D-2F09-F07F-67584C55EB9E}"/>
              </a:ext>
            </a:extLst>
          </p:cNvPr>
          <p:cNvCxnSpPr>
            <a:stCxn id="9" idx="2"/>
            <a:endCxn id="4" idx="0"/>
          </p:cNvCxnSpPr>
          <p:nvPr/>
        </p:nvCxnSpPr>
        <p:spPr>
          <a:xfrm>
            <a:off x="8171444" y="1995926"/>
            <a:ext cx="0" cy="350230"/>
          </a:xfrm>
          <a:prstGeom prst="line">
            <a:avLst/>
          </a:prstGeom>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xmlns="" id="{0D6950CD-3457-B6C2-8994-2A7BAF25E74E}"/>
              </a:ext>
            </a:extLst>
          </p:cNvPr>
          <p:cNvCxnSpPr>
            <a:stCxn id="11" idx="3"/>
            <a:endCxn id="4" idx="1"/>
          </p:cNvCxnSpPr>
          <p:nvPr/>
        </p:nvCxnSpPr>
        <p:spPr>
          <a:xfrm>
            <a:off x="6906123" y="2942743"/>
            <a:ext cx="46522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1" name="Connector: Elbow 20">
            <a:extLst>
              <a:ext uri="{FF2B5EF4-FFF2-40B4-BE49-F238E27FC236}">
                <a16:creationId xmlns:a16="http://schemas.microsoft.com/office/drawing/2014/main" xmlns="" id="{2B6755D1-E14A-C45A-6CE8-0339EDBE196D}"/>
              </a:ext>
            </a:extLst>
          </p:cNvPr>
          <p:cNvCxnSpPr>
            <a:stCxn id="10" idx="1"/>
            <a:endCxn id="4" idx="3"/>
          </p:cNvCxnSpPr>
          <p:nvPr/>
        </p:nvCxnSpPr>
        <p:spPr>
          <a:xfrm rot="10800000" flipV="1">
            <a:off x="8971545" y="1582403"/>
            <a:ext cx="641683" cy="1360339"/>
          </a:xfrm>
          <a:prstGeom prst="bentConnector3">
            <a:avLst/>
          </a:prstGeom>
        </p:spPr>
        <p:style>
          <a:lnRef idx="2">
            <a:schemeClr val="accent1"/>
          </a:lnRef>
          <a:fillRef idx="0">
            <a:schemeClr val="accent1"/>
          </a:fillRef>
          <a:effectRef idx="1">
            <a:schemeClr val="accent1"/>
          </a:effectRef>
          <a:fontRef idx="minor">
            <a:schemeClr val="tx1"/>
          </a:fontRef>
        </p:style>
      </p:cxnSp>
      <p:cxnSp>
        <p:nvCxnSpPr>
          <p:cNvPr id="23" name="Connector: Elbow 22">
            <a:extLst>
              <a:ext uri="{FF2B5EF4-FFF2-40B4-BE49-F238E27FC236}">
                <a16:creationId xmlns:a16="http://schemas.microsoft.com/office/drawing/2014/main" xmlns="" id="{664BE055-53B4-98F8-7ACD-4E5D4AAC9A7C}"/>
              </a:ext>
            </a:extLst>
          </p:cNvPr>
          <p:cNvCxnSpPr>
            <a:stCxn id="12" idx="1"/>
            <a:endCxn id="4" idx="3"/>
          </p:cNvCxnSpPr>
          <p:nvPr/>
        </p:nvCxnSpPr>
        <p:spPr>
          <a:xfrm rot="10800000" flipV="1">
            <a:off x="8971545" y="2460707"/>
            <a:ext cx="641683" cy="482035"/>
          </a:xfrm>
          <a:prstGeom prst="bentConnector3">
            <a:avLst/>
          </a:prstGeom>
        </p:spPr>
        <p:style>
          <a:lnRef idx="2">
            <a:schemeClr val="accent1"/>
          </a:lnRef>
          <a:fillRef idx="0">
            <a:schemeClr val="accent1"/>
          </a:fillRef>
          <a:effectRef idx="1">
            <a:schemeClr val="accent1"/>
          </a:effectRef>
          <a:fontRef idx="minor">
            <a:schemeClr val="tx1"/>
          </a:fontRef>
        </p:style>
      </p:cxnSp>
      <p:cxnSp>
        <p:nvCxnSpPr>
          <p:cNvPr id="25" name="Connector: Elbow 24">
            <a:extLst>
              <a:ext uri="{FF2B5EF4-FFF2-40B4-BE49-F238E27FC236}">
                <a16:creationId xmlns:a16="http://schemas.microsoft.com/office/drawing/2014/main" xmlns="" id="{A80AF53D-28D6-4494-F59A-6A53AEF467D3}"/>
              </a:ext>
            </a:extLst>
          </p:cNvPr>
          <p:cNvCxnSpPr>
            <a:stCxn id="13" idx="1"/>
            <a:endCxn id="4" idx="3"/>
          </p:cNvCxnSpPr>
          <p:nvPr/>
        </p:nvCxnSpPr>
        <p:spPr>
          <a:xfrm rot="10800000">
            <a:off x="8971544" y="2942744"/>
            <a:ext cx="641682" cy="522121"/>
          </a:xfrm>
          <a:prstGeom prst="bentConnector3">
            <a:avLst/>
          </a:prstGeom>
        </p:spPr>
        <p:style>
          <a:lnRef idx="2">
            <a:schemeClr val="accent1"/>
          </a:lnRef>
          <a:fillRef idx="0">
            <a:schemeClr val="accent1"/>
          </a:fillRef>
          <a:effectRef idx="1">
            <a:schemeClr val="accent1"/>
          </a:effectRef>
          <a:fontRef idx="minor">
            <a:schemeClr val="tx1"/>
          </a:fontRef>
        </p:style>
      </p:cxnSp>
      <p:cxnSp>
        <p:nvCxnSpPr>
          <p:cNvPr id="27" name="Connector: Elbow 26">
            <a:extLst>
              <a:ext uri="{FF2B5EF4-FFF2-40B4-BE49-F238E27FC236}">
                <a16:creationId xmlns:a16="http://schemas.microsoft.com/office/drawing/2014/main" xmlns="" id="{12F83CC4-8ADE-D37B-8AF1-57C00908BBBA}"/>
              </a:ext>
            </a:extLst>
          </p:cNvPr>
          <p:cNvCxnSpPr>
            <a:stCxn id="14" idx="1"/>
            <a:endCxn id="4" idx="3"/>
          </p:cNvCxnSpPr>
          <p:nvPr/>
        </p:nvCxnSpPr>
        <p:spPr>
          <a:xfrm rot="10800000">
            <a:off x="8971545" y="2942744"/>
            <a:ext cx="641681" cy="1526277"/>
          </a:xfrm>
          <a:prstGeom prst="bentConnector3">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039611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C302207A-2695-A13B-9076-23B0150F28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A3CD7458-75C7-4F16-DC52-31D9B301C40D}"/>
              </a:ext>
            </a:extLst>
          </p:cNvPr>
          <p:cNvSpPr>
            <a:spLocks noGrp="1"/>
          </p:cNvSpPr>
          <p:nvPr>
            <p:ph type="title"/>
          </p:nvPr>
        </p:nvSpPr>
        <p:spPr/>
        <p:txBody>
          <a:bodyPr>
            <a:normAutofit/>
          </a:bodyPr>
          <a:lstStyle/>
          <a:p>
            <a:r>
              <a:rPr lang="es-419" sz="4200" dirty="0">
                <a:latin typeface="Times New Roman" panose="02020603050405020304" pitchFamily="18" charset="0"/>
                <a:cs typeface="Times New Roman" panose="02020603050405020304" pitchFamily="18" charset="0"/>
              </a:rPr>
              <a:t>Resultados – Sistema propulsivo</a:t>
            </a:r>
          </a:p>
        </p:txBody>
      </p:sp>
      <p:graphicFrame>
        <p:nvGraphicFramePr>
          <p:cNvPr id="4" name="Content Placeholder 3">
            <a:extLst>
              <a:ext uri="{FF2B5EF4-FFF2-40B4-BE49-F238E27FC236}">
                <a16:creationId xmlns:a16="http://schemas.microsoft.com/office/drawing/2014/main" xmlns="" id="{84A73CFC-F3D9-E942-2DC3-ED4B69DAB33B}"/>
              </a:ext>
            </a:extLst>
          </p:cNvPr>
          <p:cNvGraphicFramePr>
            <a:graphicFrameLocks noGrp="1"/>
          </p:cNvGraphicFramePr>
          <p:nvPr>
            <p:ph idx="1"/>
            <p:extLst>
              <p:ext uri="{D42A27DB-BD31-4B8C-83A1-F6EECF244321}">
                <p14:modId xmlns:p14="http://schemas.microsoft.com/office/powerpoint/2010/main" val="1414694418"/>
              </p:ext>
            </p:extLst>
          </p:nvPr>
        </p:nvGraphicFramePr>
        <p:xfrm>
          <a:off x="838200" y="1690688"/>
          <a:ext cx="6858000" cy="3840480"/>
        </p:xfrm>
        <a:graphic>
          <a:graphicData uri="http://schemas.openxmlformats.org/drawingml/2006/table">
            <a:tbl>
              <a:tblPr firstRow="1" bandRow="1">
                <a:tableStyleId>{9D7B26C5-4107-4FEC-AEDC-1716B250A1EF}</a:tableStyleId>
              </a:tblPr>
              <a:tblGrid>
                <a:gridCol w="2371060">
                  <a:extLst>
                    <a:ext uri="{9D8B030D-6E8A-4147-A177-3AD203B41FA5}">
                      <a16:colId xmlns:a16="http://schemas.microsoft.com/office/drawing/2014/main" xmlns="" val="837159627"/>
                    </a:ext>
                  </a:extLst>
                </a:gridCol>
                <a:gridCol w="3174732">
                  <a:extLst>
                    <a:ext uri="{9D8B030D-6E8A-4147-A177-3AD203B41FA5}">
                      <a16:colId xmlns:a16="http://schemas.microsoft.com/office/drawing/2014/main" xmlns="" val="3010335750"/>
                    </a:ext>
                  </a:extLst>
                </a:gridCol>
                <a:gridCol w="1312208">
                  <a:extLst>
                    <a:ext uri="{9D8B030D-6E8A-4147-A177-3AD203B41FA5}">
                      <a16:colId xmlns:a16="http://schemas.microsoft.com/office/drawing/2014/main" xmlns="" val="1953839567"/>
                    </a:ext>
                  </a:extLst>
                </a:gridCol>
              </a:tblGrid>
              <a:tr h="640080">
                <a:tc>
                  <a:txBody>
                    <a:bodyPr/>
                    <a:lstStyle/>
                    <a:p>
                      <a:pPr algn="ctr"/>
                      <a:r>
                        <a:rPr lang="es-419" dirty="0">
                          <a:latin typeface="Times New Roman" panose="02020603050405020304" pitchFamily="18" charset="0"/>
                          <a:cs typeface="Times New Roman" panose="02020603050405020304" pitchFamily="18" charset="0"/>
                        </a:rPr>
                        <a:t>Parámetro</a:t>
                      </a:r>
                    </a:p>
                  </a:txBody>
                  <a:tcPr anchor="ctr"/>
                </a:tc>
                <a:tc>
                  <a:txBody>
                    <a:bodyPr/>
                    <a:lstStyle/>
                    <a:p>
                      <a:pPr algn="ctr"/>
                      <a:r>
                        <a:rPr lang="es-419" dirty="0">
                          <a:latin typeface="Times New Roman" panose="02020603050405020304" pitchFamily="18" charset="0"/>
                          <a:cs typeface="Times New Roman" panose="02020603050405020304" pitchFamily="18" charset="0"/>
                        </a:rPr>
                        <a:t>Importancia</a:t>
                      </a:r>
                    </a:p>
                  </a:txBody>
                  <a:tcPr anchor="ctr"/>
                </a:tc>
                <a:tc>
                  <a:txBody>
                    <a:bodyPr/>
                    <a:lstStyle/>
                    <a:p>
                      <a:pPr algn="ctr"/>
                      <a:r>
                        <a:rPr lang="es-419" dirty="0">
                          <a:latin typeface="Times New Roman" panose="02020603050405020304" pitchFamily="18" charset="0"/>
                          <a:cs typeface="Times New Roman" panose="02020603050405020304" pitchFamily="18" charset="0"/>
                        </a:rPr>
                        <a:t>Valor</a:t>
                      </a:r>
                    </a:p>
                  </a:txBody>
                  <a:tcPr anchor="ctr"/>
                </a:tc>
                <a:extLst>
                  <a:ext uri="{0D108BD9-81ED-4DB2-BD59-A6C34878D82A}">
                    <a16:rowId xmlns:a16="http://schemas.microsoft.com/office/drawing/2014/main" xmlns="" val="327459817"/>
                  </a:ext>
                </a:extLst>
              </a:tr>
              <a:tr h="640080">
                <a:tc>
                  <a:txBody>
                    <a:bodyPr/>
                    <a:lstStyle/>
                    <a:p>
                      <a:pPr algn="ctr"/>
                      <a:r>
                        <a:rPr lang="es-419" dirty="0">
                          <a:latin typeface="Times New Roman" panose="02020603050405020304" pitchFamily="18" charset="0"/>
                          <a:cs typeface="Times New Roman" panose="02020603050405020304" pitchFamily="18" charset="0"/>
                        </a:rPr>
                        <a:t>Presión máxima de cámara de combustión</a:t>
                      </a:r>
                    </a:p>
                  </a:txBody>
                  <a:tcPr anchor="ctr"/>
                </a:tc>
                <a:tc>
                  <a:txBody>
                    <a:bodyPr/>
                    <a:lstStyle/>
                    <a:p>
                      <a:pPr algn="ctr"/>
                      <a:r>
                        <a:rPr lang="es-419" dirty="0">
                          <a:latin typeface="Times New Roman" panose="02020603050405020304" pitchFamily="18" charset="0"/>
                          <a:cs typeface="Times New Roman" panose="02020603050405020304" pitchFamily="18" charset="0"/>
                        </a:rPr>
                        <a:t>Correlación con empuje</a:t>
                      </a:r>
                    </a:p>
                  </a:txBody>
                  <a:tcPr anchor="ctr"/>
                </a:tc>
                <a:tc>
                  <a:txBody>
                    <a:bodyPr/>
                    <a:lstStyle/>
                    <a:p>
                      <a:pPr algn="ctr"/>
                      <a:r>
                        <a:rPr lang="es-419" dirty="0">
                          <a:latin typeface="Times New Roman" panose="02020603050405020304" pitchFamily="18" charset="0"/>
                          <a:cs typeface="Times New Roman" panose="02020603050405020304" pitchFamily="18" charset="0"/>
                        </a:rPr>
                        <a:t>7.7 </a:t>
                      </a:r>
                      <a:r>
                        <a:rPr lang="es-419" dirty="0" err="1">
                          <a:latin typeface="Times New Roman" panose="02020603050405020304" pitchFamily="18" charset="0"/>
                          <a:cs typeface="Times New Roman" panose="02020603050405020304" pitchFamily="18" charset="0"/>
                        </a:rPr>
                        <a:t>Mpa</a:t>
                      </a:r>
                      <a:endParaRPr lang="es-419"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xmlns="" val="3185297035"/>
                  </a:ext>
                </a:extLst>
              </a:tr>
              <a:tr h="640080">
                <a:tc>
                  <a:txBody>
                    <a:bodyPr/>
                    <a:lstStyle/>
                    <a:p>
                      <a:pPr algn="ctr"/>
                      <a:r>
                        <a:rPr lang="es-419" dirty="0">
                          <a:latin typeface="Times New Roman" panose="02020603050405020304" pitchFamily="18" charset="0"/>
                          <a:cs typeface="Times New Roman" panose="02020603050405020304" pitchFamily="18" charset="0"/>
                        </a:rPr>
                        <a:t>Empuje máximo</a:t>
                      </a:r>
                    </a:p>
                  </a:txBody>
                  <a:tcPr anchor="ctr"/>
                </a:tc>
                <a:tc>
                  <a:txBody>
                    <a:bodyPr/>
                    <a:lstStyle/>
                    <a:p>
                      <a:pPr algn="ctr"/>
                      <a:r>
                        <a:rPr lang="es-419" dirty="0">
                          <a:latin typeface="Times New Roman" panose="02020603050405020304" pitchFamily="18" charset="0"/>
                          <a:cs typeface="Times New Roman" panose="02020603050405020304" pitchFamily="18" charset="0"/>
                        </a:rPr>
                        <a:t>Performance del motor ligado al impulso </a:t>
                      </a:r>
                    </a:p>
                  </a:txBody>
                  <a:tcPr anchor="ctr"/>
                </a:tc>
                <a:tc>
                  <a:txBody>
                    <a:bodyPr/>
                    <a:lstStyle/>
                    <a:p>
                      <a:pPr algn="ctr"/>
                      <a:r>
                        <a:rPr lang="es-419" dirty="0">
                          <a:latin typeface="Times New Roman" panose="02020603050405020304" pitchFamily="18" charset="0"/>
                          <a:cs typeface="Times New Roman" panose="02020603050405020304" pitchFamily="18" charset="0"/>
                        </a:rPr>
                        <a:t>1400 N</a:t>
                      </a:r>
                    </a:p>
                  </a:txBody>
                  <a:tcPr anchor="ctr"/>
                </a:tc>
                <a:extLst>
                  <a:ext uri="{0D108BD9-81ED-4DB2-BD59-A6C34878D82A}">
                    <a16:rowId xmlns:a16="http://schemas.microsoft.com/office/drawing/2014/main" xmlns="" val="2988493203"/>
                  </a:ext>
                </a:extLst>
              </a:tr>
              <a:tr h="640080">
                <a:tc>
                  <a:txBody>
                    <a:bodyPr/>
                    <a:lstStyle/>
                    <a:p>
                      <a:pPr algn="ctr"/>
                      <a:r>
                        <a:rPr lang="es-419" dirty="0">
                          <a:latin typeface="Times New Roman" panose="02020603050405020304" pitchFamily="18" charset="0"/>
                          <a:cs typeface="Times New Roman" panose="02020603050405020304" pitchFamily="18" charset="0"/>
                        </a:rPr>
                        <a:t>Temperatura de combustión ajustada</a:t>
                      </a:r>
                    </a:p>
                  </a:txBody>
                  <a:tcPr anchor="ctr"/>
                </a:tc>
                <a:tc>
                  <a:txBody>
                    <a:bodyPr/>
                    <a:lstStyle/>
                    <a:p>
                      <a:pPr algn="ctr"/>
                      <a:r>
                        <a:rPr lang="es-419" dirty="0">
                          <a:latin typeface="Times New Roman" panose="02020603050405020304" pitchFamily="18" charset="0"/>
                          <a:cs typeface="Times New Roman" panose="02020603050405020304" pitchFamily="18" charset="0"/>
                        </a:rPr>
                        <a:t>Eficiencia de combustión</a:t>
                      </a:r>
                    </a:p>
                  </a:txBody>
                  <a:tcPr anchor="ctr"/>
                </a:tc>
                <a:tc>
                  <a:txBody>
                    <a:bodyPr/>
                    <a:lstStyle/>
                    <a:p>
                      <a:pPr algn="ctr"/>
                      <a:r>
                        <a:rPr lang="es-419" dirty="0">
                          <a:latin typeface="Times New Roman" panose="02020603050405020304" pitchFamily="18" charset="0"/>
                          <a:cs typeface="Times New Roman" panose="02020603050405020304" pitchFamily="18" charset="0"/>
                        </a:rPr>
                        <a:t>1582 K</a:t>
                      </a:r>
                    </a:p>
                  </a:txBody>
                  <a:tcPr anchor="ctr"/>
                </a:tc>
                <a:extLst>
                  <a:ext uri="{0D108BD9-81ED-4DB2-BD59-A6C34878D82A}">
                    <a16:rowId xmlns:a16="http://schemas.microsoft.com/office/drawing/2014/main" xmlns="" val="2561973613"/>
                  </a:ext>
                </a:extLst>
              </a:tr>
              <a:tr h="640080">
                <a:tc>
                  <a:txBody>
                    <a:bodyPr/>
                    <a:lstStyle/>
                    <a:p>
                      <a:pPr algn="ctr"/>
                      <a:r>
                        <a:rPr lang="es-419" dirty="0">
                          <a:latin typeface="Times New Roman" panose="02020603050405020304" pitchFamily="18" charset="0"/>
                          <a:cs typeface="Times New Roman" panose="02020603050405020304" pitchFamily="18" charset="0"/>
                        </a:rPr>
                        <a:t>Tiempo de combustión</a:t>
                      </a:r>
                    </a:p>
                  </a:txBody>
                  <a:tcPr anchor="ctr"/>
                </a:tc>
                <a:tc>
                  <a:txBody>
                    <a:bodyPr/>
                    <a:lstStyle/>
                    <a:p>
                      <a:pPr algn="ctr"/>
                      <a:r>
                        <a:rPr lang="es-419" i="1" dirty="0" err="1">
                          <a:latin typeface="Times New Roman" panose="02020603050405020304" pitchFamily="18" charset="0"/>
                          <a:cs typeface="Times New Roman" panose="02020603050405020304" pitchFamily="18" charset="0"/>
                        </a:rPr>
                        <a:t>Rate</a:t>
                      </a:r>
                      <a:r>
                        <a:rPr lang="es-419" dirty="0">
                          <a:latin typeface="Times New Roman" panose="02020603050405020304" pitchFamily="18" charset="0"/>
                          <a:cs typeface="Times New Roman" panose="02020603050405020304" pitchFamily="18" charset="0"/>
                        </a:rPr>
                        <a:t> para transferencia de calor, tiempo de captura de datos min.</a:t>
                      </a:r>
                      <a:endParaRPr lang="es-419" i="1" dirty="0">
                        <a:latin typeface="Times New Roman" panose="02020603050405020304" pitchFamily="18" charset="0"/>
                        <a:cs typeface="Times New Roman" panose="02020603050405020304" pitchFamily="18" charset="0"/>
                      </a:endParaRPr>
                    </a:p>
                  </a:txBody>
                  <a:tcPr anchor="ctr"/>
                </a:tc>
                <a:tc>
                  <a:txBody>
                    <a:bodyPr/>
                    <a:lstStyle/>
                    <a:p>
                      <a:pPr algn="ctr"/>
                      <a:r>
                        <a:rPr lang="es-419" dirty="0">
                          <a:latin typeface="Times New Roman" panose="02020603050405020304" pitchFamily="18" charset="0"/>
                          <a:cs typeface="Times New Roman" panose="02020603050405020304" pitchFamily="18" charset="0"/>
                        </a:rPr>
                        <a:t>1 segundo</a:t>
                      </a:r>
                    </a:p>
                  </a:txBody>
                  <a:tcPr anchor="ctr"/>
                </a:tc>
                <a:extLst>
                  <a:ext uri="{0D108BD9-81ED-4DB2-BD59-A6C34878D82A}">
                    <a16:rowId xmlns:a16="http://schemas.microsoft.com/office/drawing/2014/main" xmlns="" val="2494032119"/>
                  </a:ext>
                </a:extLst>
              </a:tr>
              <a:tr h="640080">
                <a:tc>
                  <a:txBody>
                    <a:bodyPr/>
                    <a:lstStyle/>
                    <a:p>
                      <a:pPr algn="ctr"/>
                      <a:r>
                        <a:rPr lang="es-419" dirty="0">
                          <a:latin typeface="Times New Roman" panose="02020603050405020304" pitchFamily="18" charset="0"/>
                          <a:cs typeface="Times New Roman" panose="02020603050405020304" pitchFamily="18" charset="0"/>
                        </a:rPr>
                        <a:t>Condiciones ambientales</a:t>
                      </a:r>
                    </a:p>
                  </a:txBody>
                  <a:tcPr anchor="ctr"/>
                </a:tc>
                <a:tc>
                  <a:txBody>
                    <a:bodyPr/>
                    <a:lstStyle/>
                    <a:p>
                      <a:pPr algn="ctr"/>
                      <a:r>
                        <a:rPr lang="es-419" dirty="0">
                          <a:latin typeface="Times New Roman" panose="02020603050405020304" pitchFamily="18" charset="0"/>
                          <a:cs typeface="Times New Roman" panose="02020603050405020304" pitchFamily="18" charset="0"/>
                        </a:rPr>
                        <a:t>Corrección de datos debido a calibración de sensores</a:t>
                      </a:r>
                      <a:endParaRPr lang="es-419" i="0" dirty="0">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419" dirty="0">
                          <a:latin typeface="Times New Roman" panose="02020603050405020304" pitchFamily="18" charset="0"/>
                          <a:cs typeface="Times New Roman" panose="02020603050405020304" pitchFamily="18" charset="0"/>
                        </a:rPr>
                        <a:t>25-35 °C</a:t>
                      </a:r>
                      <a:endParaRPr lang="es-419" i="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xmlns="" val="778126609"/>
                  </a:ext>
                </a:extLst>
              </a:tr>
            </a:tbl>
          </a:graphicData>
        </a:graphic>
      </p:graphicFrame>
      <p:pic>
        <p:nvPicPr>
          <p:cNvPr id="5" name="Picture 4">
            <a:extLst>
              <a:ext uri="{FF2B5EF4-FFF2-40B4-BE49-F238E27FC236}">
                <a16:creationId xmlns:a16="http://schemas.microsoft.com/office/drawing/2014/main" xmlns="" id="{6075610E-3E54-0A20-8735-12D58928B3E7}"/>
              </a:ext>
            </a:extLst>
          </p:cNvPr>
          <p:cNvPicPr>
            <a:picLocks noChangeAspect="1"/>
          </p:cNvPicPr>
          <p:nvPr/>
        </p:nvPicPr>
        <p:blipFill>
          <a:blip r:embed="rId2">
            <a:alphaModFix/>
          </a:blip>
          <a:srcRect l="12558" t="11716" r="15412" b="9642"/>
          <a:stretch>
            <a:fillRect/>
          </a:stretch>
        </p:blipFill>
        <p:spPr>
          <a:xfrm>
            <a:off x="8076426" y="1690688"/>
            <a:ext cx="3513063" cy="2150953"/>
          </a:xfrm>
          <a:prstGeom prst="rect">
            <a:avLst/>
          </a:prstGeom>
        </p:spPr>
      </p:pic>
      <p:sp>
        <p:nvSpPr>
          <p:cNvPr id="6" name="TextBox 5">
            <a:extLst>
              <a:ext uri="{FF2B5EF4-FFF2-40B4-BE49-F238E27FC236}">
                <a16:creationId xmlns:a16="http://schemas.microsoft.com/office/drawing/2014/main" xmlns="" id="{FE5C3EB1-77A9-DFC8-8E66-095ECAD6E1CB}"/>
              </a:ext>
            </a:extLst>
          </p:cNvPr>
          <p:cNvSpPr txBox="1"/>
          <p:nvPr/>
        </p:nvSpPr>
        <p:spPr>
          <a:xfrm>
            <a:off x="8076426" y="4007354"/>
            <a:ext cx="3513063" cy="923330"/>
          </a:xfrm>
          <a:prstGeom prst="rect">
            <a:avLst/>
          </a:prstGeom>
          <a:noFill/>
        </p:spPr>
        <p:txBody>
          <a:bodyPr wrap="square" rtlCol="0">
            <a:spAutoFit/>
          </a:bodyPr>
          <a:lstStyle/>
          <a:p>
            <a:pPr algn="ctr"/>
            <a:r>
              <a:rPr lang="es-419" dirty="0">
                <a:latin typeface="Times New Roman" panose="02020603050405020304" pitchFamily="18" charset="0"/>
                <a:cs typeface="Times New Roman" panose="02020603050405020304" pitchFamily="18" charset="0"/>
              </a:rPr>
              <a:t>Fig. # Sistema propulsivo </a:t>
            </a:r>
          </a:p>
          <a:p>
            <a:pPr algn="ctr"/>
            <a:r>
              <a:rPr lang="es-419" dirty="0">
                <a:latin typeface="Times New Roman" panose="02020603050405020304" pitchFamily="18" charset="0"/>
                <a:cs typeface="Times New Roman" panose="02020603050405020304" pitchFamily="18" charset="0"/>
              </a:rPr>
              <a:t>“</a:t>
            </a:r>
            <a:r>
              <a:rPr lang="es-419" i="1" dirty="0">
                <a:latin typeface="Times New Roman" panose="02020603050405020304" pitchFamily="18" charset="0"/>
                <a:cs typeface="Times New Roman" panose="02020603050405020304" pitchFamily="18" charset="0"/>
              </a:rPr>
              <a:t>Chorrilo-V1”</a:t>
            </a:r>
            <a:r>
              <a:rPr lang="es-419" dirty="0">
                <a:latin typeface="Times New Roman" panose="02020603050405020304" pitchFamily="18" charset="0"/>
                <a:cs typeface="Times New Roman" panose="02020603050405020304" pitchFamily="18" charset="0"/>
              </a:rPr>
              <a:t> sometido a prueba (Anexo 1).</a:t>
            </a:r>
          </a:p>
        </p:txBody>
      </p:sp>
      <p:grpSp>
        <p:nvGrpSpPr>
          <p:cNvPr id="3" name="Group 2">
            <a:extLst>
              <a:ext uri="{FF2B5EF4-FFF2-40B4-BE49-F238E27FC236}">
                <a16:creationId xmlns:a16="http://schemas.microsoft.com/office/drawing/2014/main" xmlns="" id="{E3A4791B-D7AE-27D3-FB3C-6EC32DB69463}"/>
              </a:ext>
            </a:extLst>
          </p:cNvPr>
          <p:cNvGrpSpPr/>
          <p:nvPr/>
        </p:nvGrpSpPr>
        <p:grpSpPr>
          <a:xfrm>
            <a:off x="89986" y="5761361"/>
            <a:ext cx="3979742" cy="1463028"/>
            <a:chOff x="270740" y="5676661"/>
            <a:chExt cx="3979742" cy="1463028"/>
          </a:xfrm>
        </p:grpSpPr>
        <p:pic>
          <p:nvPicPr>
            <p:cNvPr id="7" name="Imagen 7">
              <a:extLst>
                <a:ext uri="{FF2B5EF4-FFF2-40B4-BE49-F238E27FC236}">
                  <a16:creationId xmlns:a16="http://schemas.microsoft.com/office/drawing/2014/main" xmlns="" id="{5293C7CF-E6EA-05E3-9F22-522D15C731B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0740" y="6185450"/>
              <a:ext cx="1134919" cy="480672"/>
            </a:xfrm>
            <a:prstGeom prst="rect">
              <a:avLst/>
            </a:prstGeom>
          </p:spPr>
        </p:pic>
        <p:pic>
          <p:nvPicPr>
            <p:cNvPr id="8" name="Imagen 11">
              <a:extLst>
                <a:ext uri="{FF2B5EF4-FFF2-40B4-BE49-F238E27FC236}">
                  <a16:creationId xmlns:a16="http://schemas.microsoft.com/office/drawing/2014/main" xmlns="" id="{935703FC-E844-7A44-40AE-A6EA6A043AC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29097" y="6050127"/>
              <a:ext cx="1134919" cy="512597"/>
            </a:xfrm>
            <a:prstGeom prst="rect">
              <a:avLst/>
            </a:prstGeom>
          </p:spPr>
        </p:pic>
        <p:pic>
          <p:nvPicPr>
            <p:cNvPr id="9" name="Imagen 13">
              <a:extLst>
                <a:ext uri="{FF2B5EF4-FFF2-40B4-BE49-F238E27FC236}">
                  <a16:creationId xmlns:a16="http://schemas.microsoft.com/office/drawing/2014/main" xmlns="" id="{D344F437-97C4-9656-8F7C-298F22D86A3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787454" y="5676661"/>
              <a:ext cx="1463028" cy="1463028"/>
            </a:xfrm>
            <a:prstGeom prst="rect">
              <a:avLst/>
            </a:prstGeom>
          </p:spPr>
        </p:pic>
      </p:grpSp>
    </p:spTree>
    <p:extLst>
      <p:ext uri="{BB962C8B-B14F-4D97-AF65-F5344CB8AC3E}">
        <p14:creationId xmlns:p14="http://schemas.microsoft.com/office/powerpoint/2010/main" val="20759678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902F10F-D41C-776E-0AA8-A73826EEEB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F9244B50-026A-B568-D07E-111734CF1A71}"/>
              </a:ext>
            </a:extLst>
          </p:cNvPr>
          <p:cNvSpPr>
            <a:spLocks noGrp="1"/>
          </p:cNvSpPr>
          <p:nvPr>
            <p:ph type="title"/>
          </p:nvPr>
        </p:nvSpPr>
        <p:spPr/>
        <p:txBody>
          <a:bodyPr>
            <a:normAutofit/>
          </a:bodyPr>
          <a:lstStyle/>
          <a:p>
            <a:r>
              <a:rPr lang="es-419" sz="4200" dirty="0">
                <a:latin typeface="Times New Roman" panose="02020603050405020304" pitchFamily="18" charset="0"/>
                <a:cs typeface="Times New Roman" panose="02020603050405020304" pitchFamily="18" charset="0"/>
              </a:rPr>
              <a:t>Resultados – Sistema estructural</a:t>
            </a:r>
          </a:p>
        </p:txBody>
      </p:sp>
      <p:sp>
        <p:nvSpPr>
          <p:cNvPr id="6" name="TextBox 5">
            <a:extLst>
              <a:ext uri="{FF2B5EF4-FFF2-40B4-BE49-F238E27FC236}">
                <a16:creationId xmlns:a16="http://schemas.microsoft.com/office/drawing/2014/main" xmlns="" id="{216D7E37-4876-3DB2-1C12-5A1487A75D5D}"/>
              </a:ext>
            </a:extLst>
          </p:cNvPr>
          <p:cNvSpPr txBox="1"/>
          <p:nvPr/>
        </p:nvSpPr>
        <p:spPr>
          <a:xfrm>
            <a:off x="8076424" y="4949369"/>
            <a:ext cx="3513063" cy="923330"/>
          </a:xfrm>
          <a:prstGeom prst="rect">
            <a:avLst/>
          </a:prstGeom>
          <a:noFill/>
        </p:spPr>
        <p:txBody>
          <a:bodyPr wrap="square" rtlCol="0">
            <a:spAutoFit/>
          </a:bodyPr>
          <a:lstStyle/>
          <a:p>
            <a:pPr algn="ctr"/>
            <a:r>
              <a:rPr lang="es-419" dirty="0">
                <a:latin typeface="Times New Roman" panose="02020603050405020304" pitchFamily="18" charset="0"/>
                <a:cs typeface="Times New Roman" panose="02020603050405020304" pitchFamily="18" charset="0"/>
              </a:rPr>
              <a:t>Fig. # Sistema estructural </a:t>
            </a:r>
          </a:p>
          <a:p>
            <a:pPr algn="ctr"/>
            <a:r>
              <a:rPr lang="es-419" dirty="0">
                <a:latin typeface="Times New Roman" panose="02020603050405020304" pitchFamily="18" charset="0"/>
                <a:cs typeface="Times New Roman" panose="02020603050405020304" pitchFamily="18" charset="0"/>
              </a:rPr>
              <a:t>“</a:t>
            </a:r>
            <a:r>
              <a:rPr lang="es-419" i="1" dirty="0" err="1">
                <a:latin typeface="Times New Roman" panose="02020603050405020304" pitchFamily="18" charset="0"/>
                <a:cs typeface="Times New Roman" panose="02020603050405020304" pitchFamily="18" charset="0"/>
              </a:rPr>
              <a:t>Maria</a:t>
            </a:r>
            <a:r>
              <a:rPr lang="es-419" i="1" dirty="0">
                <a:latin typeface="Times New Roman" panose="02020603050405020304" pitchFamily="18" charset="0"/>
                <a:cs typeface="Times New Roman" panose="02020603050405020304" pitchFamily="18" charset="0"/>
              </a:rPr>
              <a:t>” </a:t>
            </a:r>
            <a:r>
              <a:rPr lang="es-419" dirty="0">
                <a:latin typeface="Times New Roman" panose="02020603050405020304" pitchFamily="18" charset="0"/>
                <a:cs typeface="Times New Roman" panose="02020603050405020304" pitchFamily="18" charset="0"/>
              </a:rPr>
              <a:t>sometido a prueba </a:t>
            </a:r>
          </a:p>
          <a:p>
            <a:pPr algn="ctr"/>
            <a:r>
              <a:rPr lang="es-419" dirty="0">
                <a:latin typeface="Times New Roman" panose="02020603050405020304" pitchFamily="18" charset="0"/>
                <a:cs typeface="Times New Roman" panose="02020603050405020304" pitchFamily="18" charset="0"/>
              </a:rPr>
              <a:t>(Anexo 2).</a:t>
            </a:r>
          </a:p>
        </p:txBody>
      </p:sp>
      <p:grpSp>
        <p:nvGrpSpPr>
          <p:cNvPr id="3" name="Group 2">
            <a:extLst>
              <a:ext uri="{FF2B5EF4-FFF2-40B4-BE49-F238E27FC236}">
                <a16:creationId xmlns:a16="http://schemas.microsoft.com/office/drawing/2014/main" xmlns="" id="{D21AA2B8-5C10-472B-3185-24ECD354AA90}"/>
              </a:ext>
            </a:extLst>
          </p:cNvPr>
          <p:cNvGrpSpPr/>
          <p:nvPr/>
        </p:nvGrpSpPr>
        <p:grpSpPr>
          <a:xfrm>
            <a:off x="89986" y="5761361"/>
            <a:ext cx="3979742" cy="1463028"/>
            <a:chOff x="270740" y="5676661"/>
            <a:chExt cx="3979742" cy="1463028"/>
          </a:xfrm>
        </p:grpSpPr>
        <p:pic>
          <p:nvPicPr>
            <p:cNvPr id="7" name="Imagen 7">
              <a:extLst>
                <a:ext uri="{FF2B5EF4-FFF2-40B4-BE49-F238E27FC236}">
                  <a16:creationId xmlns:a16="http://schemas.microsoft.com/office/drawing/2014/main" xmlns="" id="{1BAC52E4-BD72-B2F9-3050-4018C3025C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0740" y="6185450"/>
              <a:ext cx="1134919" cy="480672"/>
            </a:xfrm>
            <a:prstGeom prst="rect">
              <a:avLst/>
            </a:prstGeom>
          </p:spPr>
        </p:pic>
        <p:pic>
          <p:nvPicPr>
            <p:cNvPr id="8" name="Imagen 11">
              <a:extLst>
                <a:ext uri="{FF2B5EF4-FFF2-40B4-BE49-F238E27FC236}">
                  <a16:creationId xmlns:a16="http://schemas.microsoft.com/office/drawing/2014/main" xmlns="" id="{D6C15DB5-5DE7-826C-F27D-6E391DE8329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29097" y="6050127"/>
              <a:ext cx="1134919" cy="512597"/>
            </a:xfrm>
            <a:prstGeom prst="rect">
              <a:avLst/>
            </a:prstGeom>
          </p:spPr>
        </p:pic>
        <p:pic>
          <p:nvPicPr>
            <p:cNvPr id="9" name="Imagen 13">
              <a:extLst>
                <a:ext uri="{FF2B5EF4-FFF2-40B4-BE49-F238E27FC236}">
                  <a16:creationId xmlns:a16="http://schemas.microsoft.com/office/drawing/2014/main" xmlns="" id="{E1D0A859-2C1F-0578-7722-3D637B10D90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787454" y="5676661"/>
              <a:ext cx="1463028" cy="1463028"/>
            </a:xfrm>
            <a:prstGeom prst="rect">
              <a:avLst/>
            </a:prstGeom>
          </p:spPr>
        </p:pic>
      </p:grpSp>
      <p:pic>
        <p:nvPicPr>
          <p:cNvPr id="5" name="Picture 4">
            <a:extLst>
              <a:ext uri="{FF2B5EF4-FFF2-40B4-BE49-F238E27FC236}">
                <a16:creationId xmlns:a16="http://schemas.microsoft.com/office/drawing/2014/main" xmlns="" id="{D5147649-D4B8-0FED-6258-A3C37FB6D967}"/>
              </a:ext>
            </a:extLst>
          </p:cNvPr>
          <p:cNvPicPr>
            <a:picLocks noChangeAspect="1"/>
          </p:cNvPicPr>
          <p:nvPr/>
        </p:nvPicPr>
        <p:blipFill>
          <a:blip r:embed="rId5"/>
          <a:srcRect l="23499" t="23395" r="30800" b="8585"/>
          <a:stretch>
            <a:fillRect/>
          </a:stretch>
        </p:blipFill>
        <p:spPr>
          <a:xfrm>
            <a:off x="7928504" y="1800999"/>
            <a:ext cx="3808901" cy="3038059"/>
          </a:xfrm>
          <a:prstGeom prst="rect">
            <a:avLst/>
          </a:prstGeom>
        </p:spPr>
      </p:pic>
      <p:graphicFrame>
        <p:nvGraphicFramePr>
          <p:cNvPr id="10" name="Content Placeholder 3">
            <a:extLst>
              <a:ext uri="{FF2B5EF4-FFF2-40B4-BE49-F238E27FC236}">
                <a16:creationId xmlns:a16="http://schemas.microsoft.com/office/drawing/2014/main" xmlns="" id="{610DC067-FB22-AD1E-E954-19CF5A4849FA}"/>
              </a:ext>
            </a:extLst>
          </p:cNvPr>
          <p:cNvGraphicFramePr>
            <a:graphicFrameLocks noGrp="1"/>
          </p:cNvGraphicFramePr>
          <p:nvPr>
            <p:ph idx="1"/>
            <p:extLst>
              <p:ext uri="{D42A27DB-BD31-4B8C-83A1-F6EECF244321}">
                <p14:modId xmlns:p14="http://schemas.microsoft.com/office/powerpoint/2010/main" val="3069142333"/>
              </p:ext>
            </p:extLst>
          </p:nvPr>
        </p:nvGraphicFramePr>
        <p:xfrm>
          <a:off x="657445" y="2125824"/>
          <a:ext cx="6858000" cy="3200400"/>
        </p:xfrm>
        <a:graphic>
          <a:graphicData uri="http://schemas.openxmlformats.org/drawingml/2006/table">
            <a:tbl>
              <a:tblPr firstRow="1" bandRow="1">
                <a:tableStyleId>{9D7B26C5-4107-4FEC-AEDC-1716B250A1EF}</a:tableStyleId>
              </a:tblPr>
              <a:tblGrid>
                <a:gridCol w="2371060">
                  <a:extLst>
                    <a:ext uri="{9D8B030D-6E8A-4147-A177-3AD203B41FA5}">
                      <a16:colId xmlns:a16="http://schemas.microsoft.com/office/drawing/2014/main" xmlns="" val="837159627"/>
                    </a:ext>
                  </a:extLst>
                </a:gridCol>
                <a:gridCol w="3174732">
                  <a:extLst>
                    <a:ext uri="{9D8B030D-6E8A-4147-A177-3AD203B41FA5}">
                      <a16:colId xmlns:a16="http://schemas.microsoft.com/office/drawing/2014/main" xmlns="" val="3010335750"/>
                    </a:ext>
                  </a:extLst>
                </a:gridCol>
                <a:gridCol w="1312208">
                  <a:extLst>
                    <a:ext uri="{9D8B030D-6E8A-4147-A177-3AD203B41FA5}">
                      <a16:colId xmlns:a16="http://schemas.microsoft.com/office/drawing/2014/main" xmlns="" val="1953839567"/>
                    </a:ext>
                  </a:extLst>
                </a:gridCol>
              </a:tblGrid>
              <a:tr h="640080">
                <a:tc>
                  <a:txBody>
                    <a:bodyPr/>
                    <a:lstStyle/>
                    <a:p>
                      <a:pPr algn="ctr"/>
                      <a:r>
                        <a:rPr lang="es-419" dirty="0">
                          <a:latin typeface="Times New Roman" panose="02020603050405020304" pitchFamily="18" charset="0"/>
                          <a:cs typeface="Times New Roman" panose="02020603050405020304" pitchFamily="18" charset="0"/>
                        </a:rPr>
                        <a:t>Parámetro</a:t>
                      </a:r>
                    </a:p>
                  </a:txBody>
                  <a:tcPr anchor="ctr"/>
                </a:tc>
                <a:tc>
                  <a:txBody>
                    <a:bodyPr/>
                    <a:lstStyle/>
                    <a:p>
                      <a:pPr algn="ctr"/>
                      <a:r>
                        <a:rPr lang="es-419" dirty="0">
                          <a:latin typeface="Times New Roman" panose="02020603050405020304" pitchFamily="18" charset="0"/>
                          <a:cs typeface="Times New Roman" panose="02020603050405020304" pitchFamily="18" charset="0"/>
                        </a:rPr>
                        <a:t>Importancia</a:t>
                      </a:r>
                    </a:p>
                  </a:txBody>
                  <a:tcPr anchor="ctr"/>
                </a:tc>
                <a:tc>
                  <a:txBody>
                    <a:bodyPr/>
                    <a:lstStyle/>
                    <a:p>
                      <a:pPr algn="ctr"/>
                      <a:r>
                        <a:rPr lang="es-419" dirty="0">
                          <a:latin typeface="Times New Roman" panose="02020603050405020304" pitchFamily="18" charset="0"/>
                          <a:cs typeface="Times New Roman" panose="02020603050405020304" pitchFamily="18" charset="0"/>
                        </a:rPr>
                        <a:t>Valor</a:t>
                      </a:r>
                    </a:p>
                  </a:txBody>
                  <a:tcPr anchor="ctr"/>
                </a:tc>
                <a:extLst>
                  <a:ext uri="{0D108BD9-81ED-4DB2-BD59-A6C34878D82A}">
                    <a16:rowId xmlns:a16="http://schemas.microsoft.com/office/drawing/2014/main" xmlns="" val="327459817"/>
                  </a:ext>
                </a:extLst>
              </a:tr>
              <a:tr h="640080">
                <a:tc>
                  <a:txBody>
                    <a:bodyPr/>
                    <a:lstStyle/>
                    <a:p>
                      <a:pPr algn="ctr"/>
                      <a:r>
                        <a:rPr lang="es-419" dirty="0" smtClean="0">
                          <a:latin typeface="Times New Roman" panose="02020603050405020304" pitchFamily="18" charset="0"/>
                          <a:cs typeface="Times New Roman" panose="02020603050405020304" pitchFamily="18" charset="0"/>
                        </a:rPr>
                        <a:t>Empuje máximo a diseño</a:t>
                      </a:r>
                      <a:endParaRPr lang="es-419" dirty="0">
                        <a:latin typeface="Times New Roman" panose="02020603050405020304" pitchFamily="18" charset="0"/>
                        <a:cs typeface="Times New Roman" panose="02020603050405020304" pitchFamily="18" charset="0"/>
                      </a:endParaRPr>
                    </a:p>
                  </a:txBody>
                  <a:tcPr anchor="ctr"/>
                </a:tc>
                <a:tc>
                  <a:txBody>
                    <a:bodyPr/>
                    <a:lstStyle/>
                    <a:p>
                      <a:pPr algn="ctr"/>
                      <a:r>
                        <a:rPr lang="es-419" dirty="0" smtClean="0">
                          <a:latin typeface="Times New Roman" panose="02020603050405020304" pitchFamily="18" charset="0"/>
                          <a:cs typeface="Times New Roman" panose="02020603050405020304" pitchFamily="18" charset="0"/>
                        </a:rPr>
                        <a:t>Operatividad</a:t>
                      </a:r>
                      <a:r>
                        <a:rPr lang="es-419" baseline="0" dirty="0" smtClean="0">
                          <a:latin typeface="Times New Roman" panose="02020603050405020304" pitchFamily="18" charset="0"/>
                          <a:cs typeface="Times New Roman" panose="02020603050405020304" pitchFamily="18" charset="0"/>
                        </a:rPr>
                        <a:t> del banco</a:t>
                      </a:r>
                      <a:endParaRPr lang="es-419" dirty="0">
                        <a:latin typeface="Times New Roman" panose="02020603050405020304" pitchFamily="18" charset="0"/>
                        <a:cs typeface="Times New Roman" panose="02020603050405020304" pitchFamily="18" charset="0"/>
                      </a:endParaRPr>
                    </a:p>
                  </a:txBody>
                  <a:tcPr anchor="ctr"/>
                </a:tc>
                <a:tc>
                  <a:txBody>
                    <a:bodyPr/>
                    <a:lstStyle/>
                    <a:p>
                      <a:pPr algn="ctr"/>
                      <a:r>
                        <a:rPr lang="es-419" dirty="0" smtClean="0">
                          <a:latin typeface="Times New Roman" panose="02020603050405020304" pitchFamily="18" charset="0"/>
                          <a:cs typeface="Times New Roman" panose="02020603050405020304" pitchFamily="18" charset="0"/>
                        </a:rPr>
                        <a:t>400</a:t>
                      </a:r>
                      <a:r>
                        <a:rPr lang="es-419" baseline="0" dirty="0" smtClean="0">
                          <a:latin typeface="Times New Roman" panose="02020603050405020304" pitchFamily="18" charset="0"/>
                          <a:cs typeface="Times New Roman" panose="02020603050405020304" pitchFamily="18" charset="0"/>
                        </a:rPr>
                        <a:t> </a:t>
                      </a:r>
                      <a:r>
                        <a:rPr lang="es-419" baseline="0" dirty="0" err="1" smtClean="0">
                          <a:latin typeface="Times New Roman" panose="02020603050405020304" pitchFamily="18" charset="0"/>
                          <a:cs typeface="Times New Roman" panose="02020603050405020304" pitchFamily="18" charset="0"/>
                        </a:rPr>
                        <a:t>kgf</a:t>
                      </a:r>
                      <a:endParaRPr lang="es-419"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xmlns="" val="3185297035"/>
                  </a:ext>
                </a:extLst>
              </a:tr>
              <a:tr h="640080">
                <a:tc>
                  <a:txBody>
                    <a:bodyPr/>
                    <a:lstStyle/>
                    <a:p>
                      <a:pPr algn="ctr"/>
                      <a:r>
                        <a:rPr lang="es-419" dirty="0" smtClean="0">
                          <a:latin typeface="Times New Roman" panose="02020603050405020304" pitchFamily="18" charset="0"/>
                          <a:cs typeface="Times New Roman" panose="02020603050405020304" pitchFamily="18" charset="0"/>
                        </a:rPr>
                        <a:t>Factor de seguridad</a:t>
                      </a:r>
                      <a:endParaRPr lang="es-419" dirty="0">
                        <a:latin typeface="Times New Roman" panose="02020603050405020304" pitchFamily="18" charset="0"/>
                        <a:cs typeface="Times New Roman" panose="02020603050405020304" pitchFamily="18" charset="0"/>
                      </a:endParaRPr>
                    </a:p>
                  </a:txBody>
                  <a:tcPr anchor="ctr"/>
                </a:tc>
                <a:tc>
                  <a:txBody>
                    <a:bodyPr/>
                    <a:lstStyle/>
                    <a:p>
                      <a:pPr algn="ctr"/>
                      <a:r>
                        <a:rPr lang="es-419" dirty="0" smtClean="0">
                          <a:latin typeface="Times New Roman" panose="02020603050405020304" pitchFamily="18" charset="0"/>
                          <a:cs typeface="Times New Roman" panose="02020603050405020304" pitchFamily="18" charset="0"/>
                        </a:rPr>
                        <a:t>Relevante por seguridad</a:t>
                      </a:r>
                      <a:endParaRPr lang="es-419" dirty="0">
                        <a:latin typeface="Times New Roman" panose="02020603050405020304" pitchFamily="18" charset="0"/>
                        <a:cs typeface="Times New Roman" panose="02020603050405020304" pitchFamily="18" charset="0"/>
                      </a:endParaRPr>
                    </a:p>
                  </a:txBody>
                  <a:tcPr anchor="ctr"/>
                </a:tc>
                <a:tc>
                  <a:txBody>
                    <a:bodyPr/>
                    <a:lstStyle/>
                    <a:p>
                      <a:pPr algn="ctr"/>
                      <a:r>
                        <a:rPr lang="es-419" dirty="0" smtClean="0">
                          <a:latin typeface="Times New Roman" panose="02020603050405020304" pitchFamily="18" charset="0"/>
                          <a:cs typeface="Times New Roman" panose="02020603050405020304" pitchFamily="18" charset="0"/>
                        </a:rPr>
                        <a:t>8</a:t>
                      </a:r>
                      <a:endParaRPr lang="es-419"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xmlns="" val="2988493203"/>
                  </a:ext>
                </a:extLst>
              </a:tr>
              <a:tr h="640080">
                <a:tc>
                  <a:txBody>
                    <a:bodyPr/>
                    <a:lstStyle/>
                    <a:p>
                      <a:pPr algn="ctr"/>
                      <a:r>
                        <a:rPr lang="es-419" dirty="0" smtClean="0">
                          <a:latin typeface="Times New Roman" panose="02020603050405020304" pitchFamily="18" charset="0"/>
                          <a:cs typeface="Times New Roman" panose="02020603050405020304" pitchFamily="18" charset="0"/>
                        </a:rPr>
                        <a:t>Material</a:t>
                      </a:r>
                      <a:endParaRPr lang="es-419" dirty="0">
                        <a:latin typeface="Times New Roman" panose="02020603050405020304" pitchFamily="18" charset="0"/>
                        <a:cs typeface="Times New Roman" panose="02020603050405020304" pitchFamily="18" charset="0"/>
                      </a:endParaRPr>
                    </a:p>
                  </a:txBody>
                  <a:tcPr anchor="ctr"/>
                </a:tc>
                <a:tc>
                  <a:txBody>
                    <a:bodyPr/>
                    <a:lstStyle/>
                    <a:p>
                      <a:pPr algn="ctr"/>
                      <a:r>
                        <a:rPr lang="es-419" dirty="0" smtClean="0">
                          <a:latin typeface="Times New Roman" panose="02020603050405020304" pitchFamily="18" charset="0"/>
                          <a:cs typeface="Times New Roman" panose="02020603050405020304" pitchFamily="18" charset="0"/>
                        </a:rPr>
                        <a:t>Disponibilidad</a:t>
                      </a:r>
                      <a:r>
                        <a:rPr lang="es-419" baseline="0" dirty="0" smtClean="0">
                          <a:latin typeface="Times New Roman" panose="02020603050405020304" pitchFamily="18" charset="0"/>
                          <a:cs typeface="Times New Roman" panose="02020603050405020304" pitchFamily="18" charset="0"/>
                        </a:rPr>
                        <a:t> en el mercado y facilidad de construcción</a:t>
                      </a:r>
                      <a:endParaRPr lang="es-419" dirty="0">
                        <a:latin typeface="Times New Roman" panose="02020603050405020304" pitchFamily="18" charset="0"/>
                        <a:cs typeface="Times New Roman" panose="02020603050405020304" pitchFamily="18" charset="0"/>
                      </a:endParaRPr>
                    </a:p>
                  </a:txBody>
                  <a:tcPr anchor="ctr"/>
                </a:tc>
                <a:tc>
                  <a:txBody>
                    <a:bodyPr/>
                    <a:lstStyle/>
                    <a:p>
                      <a:pPr algn="ctr"/>
                      <a:r>
                        <a:rPr lang="es-419" dirty="0" smtClean="0">
                          <a:latin typeface="Times New Roman" panose="02020603050405020304" pitchFamily="18" charset="0"/>
                          <a:cs typeface="Times New Roman" panose="02020603050405020304" pitchFamily="18" charset="0"/>
                        </a:rPr>
                        <a:t>Acero A36</a:t>
                      </a:r>
                      <a:endParaRPr lang="es-419"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xmlns="" val="2561973613"/>
                  </a:ext>
                </a:extLst>
              </a:tr>
              <a:tr h="640080">
                <a:tc>
                  <a:txBody>
                    <a:bodyPr/>
                    <a:lstStyle/>
                    <a:p>
                      <a:pPr algn="ctr"/>
                      <a:r>
                        <a:rPr lang="es-419" dirty="0" smtClean="0">
                          <a:latin typeface="Times New Roman" panose="02020603050405020304" pitchFamily="18" charset="0"/>
                          <a:cs typeface="Times New Roman" panose="02020603050405020304" pitchFamily="18" charset="0"/>
                        </a:rPr>
                        <a:t>Anclaje</a:t>
                      </a:r>
                      <a:endParaRPr lang="es-419" dirty="0">
                        <a:latin typeface="Times New Roman" panose="02020603050405020304" pitchFamily="18" charset="0"/>
                        <a:cs typeface="Times New Roman" panose="02020603050405020304" pitchFamily="18" charset="0"/>
                      </a:endParaRPr>
                    </a:p>
                  </a:txBody>
                  <a:tcPr anchor="ctr"/>
                </a:tc>
                <a:tc>
                  <a:txBody>
                    <a:bodyPr/>
                    <a:lstStyle/>
                    <a:p>
                      <a:pPr algn="ctr"/>
                      <a:r>
                        <a:rPr lang="es-419" i="0" dirty="0" smtClean="0">
                          <a:latin typeface="Times New Roman" panose="02020603050405020304" pitchFamily="18" charset="0"/>
                          <a:cs typeface="Times New Roman" panose="02020603050405020304" pitchFamily="18" charset="0"/>
                        </a:rPr>
                        <a:t>Tipo</a:t>
                      </a:r>
                      <a:r>
                        <a:rPr lang="es-419" i="0" baseline="0" dirty="0" smtClean="0">
                          <a:latin typeface="Times New Roman" panose="02020603050405020304" pitchFamily="18" charset="0"/>
                          <a:cs typeface="Times New Roman" panose="02020603050405020304" pitchFamily="18" charset="0"/>
                        </a:rPr>
                        <a:t> de reacciones al prender el motor, usando tierra compactada</a:t>
                      </a:r>
                      <a:endParaRPr lang="es-419" i="0" dirty="0">
                        <a:latin typeface="Times New Roman" panose="02020603050405020304" pitchFamily="18" charset="0"/>
                        <a:cs typeface="Times New Roman" panose="02020603050405020304" pitchFamily="18" charset="0"/>
                      </a:endParaRPr>
                    </a:p>
                  </a:txBody>
                  <a:tcPr anchor="ctr"/>
                </a:tc>
                <a:tc>
                  <a:txBody>
                    <a:bodyPr/>
                    <a:lstStyle/>
                    <a:p>
                      <a:pPr algn="ctr"/>
                      <a:r>
                        <a:rPr lang="es-419" dirty="0" smtClean="0">
                          <a:latin typeface="Times New Roman" panose="02020603050405020304" pitchFamily="18" charset="0"/>
                          <a:cs typeface="Times New Roman" panose="02020603050405020304" pitchFamily="18" charset="0"/>
                        </a:rPr>
                        <a:t>Enterrado</a:t>
                      </a:r>
                      <a:endParaRPr lang="es-419"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xmlns="" val="2494032119"/>
                  </a:ext>
                </a:extLst>
              </a:tr>
            </a:tbl>
          </a:graphicData>
        </a:graphic>
      </p:graphicFrame>
    </p:spTree>
    <p:extLst>
      <p:ext uri="{BB962C8B-B14F-4D97-AF65-F5344CB8AC3E}">
        <p14:creationId xmlns:p14="http://schemas.microsoft.com/office/powerpoint/2010/main" val="31316097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9316446-EDBC-A2B5-70E1-6C34952F55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0FF153D4-7F68-DF84-81B9-E7E29130733E}"/>
              </a:ext>
            </a:extLst>
          </p:cNvPr>
          <p:cNvSpPr>
            <a:spLocks noGrp="1"/>
          </p:cNvSpPr>
          <p:nvPr>
            <p:ph type="title"/>
          </p:nvPr>
        </p:nvSpPr>
        <p:spPr/>
        <p:txBody>
          <a:bodyPr/>
          <a:lstStyle/>
          <a:p>
            <a:r>
              <a:rPr lang="es-419" dirty="0">
                <a:latin typeface="Times New Roman" panose="02020603050405020304" pitchFamily="18" charset="0"/>
                <a:cs typeface="Times New Roman" panose="02020603050405020304" pitchFamily="18" charset="0"/>
              </a:rPr>
              <a:t>Resultados – Criterios de muestreo </a:t>
            </a:r>
          </a:p>
        </p:txBody>
      </p:sp>
      <p:graphicFrame>
        <p:nvGraphicFramePr>
          <p:cNvPr id="7" name="Chart 6"/>
          <p:cNvGraphicFramePr>
            <a:graphicFrameLocks/>
          </p:cNvGraphicFramePr>
          <p:nvPr>
            <p:extLst>
              <p:ext uri="{D42A27DB-BD31-4B8C-83A1-F6EECF244321}">
                <p14:modId xmlns:p14="http://schemas.microsoft.com/office/powerpoint/2010/main" val="2099596557"/>
              </p:ext>
            </p:extLst>
          </p:nvPr>
        </p:nvGraphicFramePr>
        <p:xfrm>
          <a:off x="838200" y="1690688"/>
          <a:ext cx="5562600" cy="4437738"/>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Chart 7">
            <a:extLst>
              <a:ext uri="{FF2B5EF4-FFF2-40B4-BE49-F238E27FC236}">
                <a16:creationId xmlns="" xmlns:xdr="http://schemas.openxmlformats.org/drawingml/2006/spreadsheetDrawing" xmlns:a16="http://schemas.microsoft.com/office/drawing/2014/main" xmlns:lc="http://schemas.openxmlformats.org/drawingml/2006/lockedCanvas" id="{00000000-0008-0000-0300-0000BA806600}"/>
              </a:ext>
            </a:extLst>
          </p:cNvPr>
          <p:cNvGraphicFramePr>
            <a:graphicFrameLocks/>
          </p:cNvGraphicFramePr>
          <p:nvPr>
            <p:extLst>
              <p:ext uri="{D42A27DB-BD31-4B8C-83A1-F6EECF244321}">
                <p14:modId xmlns:p14="http://schemas.microsoft.com/office/powerpoint/2010/main" val="953493043"/>
              </p:ext>
            </p:extLst>
          </p:nvPr>
        </p:nvGraphicFramePr>
        <p:xfrm>
          <a:off x="6547252" y="1690687"/>
          <a:ext cx="4806548" cy="4262641"/>
        </p:xfrm>
        <a:graphic>
          <a:graphicData uri="http://schemas.openxmlformats.org/drawingml/2006/chart">
            <c:chart xmlns:c="http://schemas.openxmlformats.org/drawingml/2006/chart" xmlns:r="http://schemas.openxmlformats.org/officeDocument/2006/relationships" r:id="rId3"/>
          </a:graphicData>
        </a:graphic>
      </p:graphicFrame>
      <p:grpSp>
        <p:nvGrpSpPr>
          <p:cNvPr id="9" name="Group 8">
            <a:extLst>
              <a:ext uri="{FF2B5EF4-FFF2-40B4-BE49-F238E27FC236}">
                <a16:creationId xmlns:a16="http://schemas.microsoft.com/office/drawing/2014/main" xmlns="" id="{5F9D13D1-1C38-A72A-8529-669A1C270BB5}"/>
              </a:ext>
            </a:extLst>
          </p:cNvPr>
          <p:cNvGrpSpPr/>
          <p:nvPr/>
        </p:nvGrpSpPr>
        <p:grpSpPr>
          <a:xfrm>
            <a:off x="89986" y="5761361"/>
            <a:ext cx="3979742" cy="1463028"/>
            <a:chOff x="270740" y="5676661"/>
            <a:chExt cx="3979742" cy="1463028"/>
          </a:xfrm>
        </p:grpSpPr>
        <p:pic>
          <p:nvPicPr>
            <p:cNvPr id="10" name="Imagen 7">
              <a:extLst>
                <a:ext uri="{FF2B5EF4-FFF2-40B4-BE49-F238E27FC236}">
                  <a16:creationId xmlns:a16="http://schemas.microsoft.com/office/drawing/2014/main" xmlns="" id="{99B318A0-B87A-7179-42A5-AF2814918F7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0740" y="6185450"/>
              <a:ext cx="1134919" cy="480672"/>
            </a:xfrm>
            <a:prstGeom prst="rect">
              <a:avLst/>
            </a:prstGeom>
          </p:spPr>
        </p:pic>
        <p:pic>
          <p:nvPicPr>
            <p:cNvPr id="11" name="Imagen 11">
              <a:extLst>
                <a:ext uri="{FF2B5EF4-FFF2-40B4-BE49-F238E27FC236}">
                  <a16:creationId xmlns:a16="http://schemas.microsoft.com/office/drawing/2014/main" xmlns="" id="{21767101-A64F-7AEC-C268-8BA9DE05293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529097" y="6050127"/>
              <a:ext cx="1134919" cy="512597"/>
            </a:xfrm>
            <a:prstGeom prst="rect">
              <a:avLst/>
            </a:prstGeom>
          </p:spPr>
        </p:pic>
        <p:pic>
          <p:nvPicPr>
            <p:cNvPr id="12" name="Imagen 13">
              <a:extLst>
                <a:ext uri="{FF2B5EF4-FFF2-40B4-BE49-F238E27FC236}">
                  <a16:creationId xmlns:a16="http://schemas.microsoft.com/office/drawing/2014/main" xmlns="" id="{6B1B3E6B-2614-529D-6A7A-E5F0C28A3CB8}"/>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787454" y="5676661"/>
              <a:ext cx="1463028" cy="1463028"/>
            </a:xfrm>
            <a:prstGeom prst="rect">
              <a:avLst/>
            </a:prstGeom>
          </p:spPr>
        </p:pic>
      </p:grpSp>
    </p:spTree>
    <p:extLst>
      <p:ext uri="{BB962C8B-B14F-4D97-AF65-F5344CB8AC3E}">
        <p14:creationId xmlns:p14="http://schemas.microsoft.com/office/powerpoint/2010/main" val="19157571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9316446-EDBC-A2B5-70E1-6C34952F55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0FF153D4-7F68-DF84-81B9-E7E29130733E}"/>
              </a:ext>
            </a:extLst>
          </p:cNvPr>
          <p:cNvSpPr>
            <a:spLocks noGrp="1"/>
          </p:cNvSpPr>
          <p:nvPr>
            <p:ph type="title"/>
          </p:nvPr>
        </p:nvSpPr>
        <p:spPr/>
        <p:txBody>
          <a:bodyPr/>
          <a:lstStyle/>
          <a:p>
            <a:r>
              <a:rPr lang="es-419" dirty="0">
                <a:latin typeface="Times New Roman" panose="02020603050405020304" pitchFamily="18" charset="0"/>
                <a:cs typeface="Times New Roman" panose="02020603050405020304" pitchFamily="18" charset="0"/>
              </a:rPr>
              <a:t>Resultados – Criterios de muestreo </a:t>
            </a:r>
          </a:p>
        </p:txBody>
      </p:sp>
      <p:pic>
        <p:nvPicPr>
          <p:cNvPr id="4" name="chorrillo v1 prueba estatica">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2057400" y="1440025"/>
            <a:ext cx="8077200" cy="4572000"/>
          </a:xfrm>
          <a:prstGeom prst="rect">
            <a:avLst/>
          </a:prstGeom>
        </p:spPr>
      </p:pic>
      <p:grpSp>
        <p:nvGrpSpPr>
          <p:cNvPr id="9" name="Group 8">
            <a:extLst>
              <a:ext uri="{FF2B5EF4-FFF2-40B4-BE49-F238E27FC236}">
                <a16:creationId xmlns:a16="http://schemas.microsoft.com/office/drawing/2014/main" xmlns="" id="{5F9D13D1-1C38-A72A-8529-669A1C270BB5}"/>
              </a:ext>
            </a:extLst>
          </p:cNvPr>
          <p:cNvGrpSpPr/>
          <p:nvPr/>
        </p:nvGrpSpPr>
        <p:grpSpPr>
          <a:xfrm>
            <a:off x="89986" y="5761361"/>
            <a:ext cx="3979742" cy="1463028"/>
            <a:chOff x="270740" y="5676661"/>
            <a:chExt cx="3979742" cy="1463028"/>
          </a:xfrm>
        </p:grpSpPr>
        <p:pic>
          <p:nvPicPr>
            <p:cNvPr id="10" name="Imagen 7">
              <a:extLst>
                <a:ext uri="{FF2B5EF4-FFF2-40B4-BE49-F238E27FC236}">
                  <a16:creationId xmlns:a16="http://schemas.microsoft.com/office/drawing/2014/main" xmlns="" id="{99B318A0-B87A-7179-42A5-AF2814918F7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70740" y="6185450"/>
              <a:ext cx="1134919" cy="480672"/>
            </a:xfrm>
            <a:prstGeom prst="rect">
              <a:avLst/>
            </a:prstGeom>
          </p:spPr>
        </p:pic>
        <p:pic>
          <p:nvPicPr>
            <p:cNvPr id="11" name="Imagen 11">
              <a:extLst>
                <a:ext uri="{FF2B5EF4-FFF2-40B4-BE49-F238E27FC236}">
                  <a16:creationId xmlns:a16="http://schemas.microsoft.com/office/drawing/2014/main" xmlns="" id="{21767101-A64F-7AEC-C268-8BA9DE052938}"/>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529097" y="6050127"/>
              <a:ext cx="1134919" cy="512597"/>
            </a:xfrm>
            <a:prstGeom prst="rect">
              <a:avLst/>
            </a:prstGeom>
          </p:spPr>
        </p:pic>
        <p:pic>
          <p:nvPicPr>
            <p:cNvPr id="12" name="Imagen 13">
              <a:extLst>
                <a:ext uri="{FF2B5EF4-FFF2-40B4-BE49-F238E27FC236}">
                  <a16:creationId xmlns:a16="http://schemas.microsoft.com/office/drawing/2014/main" xmlns="" id="{6B1B3E6B-2614-529D-6A7A-E5F0C28A3CB8}"/>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2787454" y="5676661"/>
              <a:ext cx="1463028" cy="1463028"/>
            </a:xfrm>
            <a:prstGeom prst="rect">
              <a:avLst/>
            </a:prstGeom>
          </p:spPr>
        </p:pic>
      </p:grpSp>
    </p:spTree>
    <p:extLst>
      <p:ext uri="{BB962C8B-B14F-4D97-AF65-F5344CB8AC3E}">
        <p14:creationId xmlns:p14="http://schemas.microsoft.com/office/powerpoint/2010/main" val="2967521589"/>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4"/>
                                        </p:tgtEl>
                                      </p:cBhvr>
                                    </p:cmd>
                                  </p:childTnLst>
                                </p:cTn>
                              </p:par>
                            </p:childTnLst>
                          </p:cTn>
                        </p:par>
                      </p:childTnLst>
                    </p:cTn>
                  </p:par>
                </p:childTnLst>
              </p:cTn>
              <p:nextCondLst>
                <p:cond evt="onClick" delay="0">
                  <p:tgtEl>
                    <p:spTgt spid="4"/>
                  </p:tgtEl>
                </p:cond>
              </p:nextCondLst>
            </p:seq>
            <p:video>
              <p:cMediaNode vol="80000">
                <p:cTn id="7" fill="hold" display="0">
                  <p:stCondLst>
                    <p:cond delay="indefinite"/>
                  </p:stCondLst>
                </p:cTn>
                <p:tgtEl>
                  <p:spTgt spid="4"/>
                </p:tgtEl>
              </p:cMediaNode>
            </p:vide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6A0D715E-D98F-AD91-1E44-3A85EDC8A4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015AD0F5-D257-DF49-4B5E-E3BD65D5CCB1}"/>
              </a:ext>
            </a:extLst>
          </p:cNvPr>
          <p:cNvSpPr>
            <a:spLocks noGrp="1"/>
          </p:cNvSpPr>
          <p:nvPr>
            <p:ph type="title"/>
          </p:nvPr>
        </p:nvSpPr>
        <p:spPr/>
        <p:txBody>
          <a:bodyPr/>
          <a:lstStyle/>
          <a:p>
            <a:r>
              <a:rPr lang="es-419" dirty="0">
                <a:latin typeface="Times New Roman" panose="02020603050405020304" pitchFamily="18" charset="0"/>
                <a:cs typeface="Times New Roman" panose="02020603050405020304" pitchFamily="18" charset="0"/>
              </a:rPr>
              <a:t>Resultados – </a:t>
            </a:r>
            <a:r>
              <a:rPr lang="es-419" dirty="0" smtClean="0">
                <a:latin typeface="Times New Roman" panose="02020603050405020304" pitchFamily="18" charset="0"/>
                <a:cs typeface="Times New Roman" panose="02020603050405020304" pitchFamily="18" charset="0"/>
              </a:rPr>
              <a:t>Fuentes </a:t>
            </a:r>
            <a:r>
              <a:rPr lang="es-419" dirty="0">
                <a:latin typeface="Times New Roman" panose="02020603050405020304" pitchFamily="18" charset="0"/>
                <a:cs typeface="Times New Roman" panose="02020603050405020304" pitchFamily="18" charset="0"/>
              </a:rPr>
              <a:t>de error y mitigación</a:t>
            </a:r>
          </a:p>
        </p:txBody>
      </p:sp>
      <p:grpSp>
        <p:nvGrpSpPr>
          <p:cNvPr id="4" name="Group 3">
            <a:extLst>
              <a:ext uri="{FF2B5EF4-FFF2-40B4-BE49-F238E27FC236}">
                <a16:creationId xmlns:a16="http://schemas.microsoft.com/office/drawing/2014/main" xmlns="" id="{5F9D13D1-1C38-A72A-8529-669A1C270BB5}"/>
              </a:ext>
            </a:extLst>
          </p:cNvPr>
          <p:cNvGrpSpPr/>
          <p:nvPr/>
        </p:nvGrpSpPr>
        <p:grpSpPr>
          <a:xfrm>
            <a:off x="89986" y="5761361"/>
            <a:ext cx="3979742" cy="1463028"/>
            <a:chOff x="270740" y="5676661"/>
            <a:chExt cx="3979742" cy="1463028"/>
          </a:xfrm>
        </p:grpSpPr>
        <p:pic>
          <p:nvPicPr>
            <p:cNvPr id="5" name="Imagen 7">
              <a:extLst>
                <a:ext uri="{FF2B5EF4-FFF2-40B4-BE49-F238E27FC236}">
                  <a16:creationId xmlns:a16="http://schemas.microsoft.com/office/drawing/2014/main" xmlns="" id="{99B318A0-B87A-7179-42A5-AF2814918F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0740" y="6185450"/>
              <a:ext cx="1134919" cy="480672"/>
            </a:xfrm>
            <a:prstGeom prst="rect">
              <a:avLst/>
            </a:prstGeom>
          </p:spPr>
        </p:pic>
        <p:pic>
          <p:nvPicPr>
            <p:cNvPr id="6" name="Imagen 11">
              <a:extLst>
                <a:ext uri="{FF2B5EF4-FFF2-40B4-BE49-F238E27FC236}">
                  <a16:creationId xmlns:a16="http://schemas.microsoft.com/office/drawing/2014/main" xmlns="" id="{21767101-A64F-7AEC-C268-8BA9DE05293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29097" y="6050127"/>
              <a:ext cx="1134919" cy="512597"/>
            </a:xfrm>
            <a:prstGeom prst="rect">
              <a:avLst/>
            </a:prstGeom>
          </p:spPr>
        </p:pic>
        <p:pic>
          <p:nvPicPr>
            <p:cNvPr id="7" name="Imagen 13">
              <a:extLst>
                <a:ext uri="{FF2B5EF4-FFF2-40B4-BE49-F238E27FC236}">
                  <a16:creationId xmlns:a16="http://schemas.microsoft.com/office/drawing/2014/main" xmlns="" id="{6B1B3E6B-2614-529D-6A7A-E5F0C28A3CB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787454" y="5676661"/>
              <a:ext cx="1463028" cy="1463028"/>
            </a:xfrm>
            <a:prstGeom prst="rect">
              <a:avLst/>
            </a:prstGeom>
          </p:spPr>
        </p:pic>
      </p:grpSp>
      <p:pic>
        <p:nvPicPr>
          <p:cNvPr id="9" name="Picture 8"/>
          <p:cNvPicPr>
            <a:picLocks noChangeAspect="1"/>
          </p:cNvPicPr>
          <p:nvPr/>
        </p:nvPicPr>
        <p:blipFill>
          <a:blip r:embed="rId5"/>
          <a:stretch>
            <a:fillRect/>
          </a:stretch>
        </p:blipFill>
        <p:spPr>
          <a:xfrm>
            <a:off x="1348343" y="1831281"/>
            <a:ext cx="8335866" cy="3580899"/>
          </a:xfrm>
          <a:prstGeom prst="rect">
            <a:avLst/>
          </a:prstGeom>
        </p:spPr>
      </p:pic>
      <p:sp>
        <p:nvSpPr>
          <p:cNvPr id="10" name="Rectangle 9"/>
          <p:cNvSpPr/>
          <p:nvPr/>
        </p:nvSpPr>
        <p:spPr>
          <a:xfrm>
            <a:off x="6096000" y="3154802"/>
            <a:ext cx="1222119" cy="933855"/>
          </a:xfrm>
          <a:prstGeom prst="rect">
            <a:avLst/>
          </a:prstGeom>
          <a:noFill/>
          <a:ln w="5715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652267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B1B6383-CEFC-081F-84A9-1AFB3A6663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08D79A52-08C0-D544-64CE-2109F946A733}"/>
              </a:ext>
            </a:extLst>
          </p:cNvPr>
          <p:cNvSpPr>
            <a:spLocks noGrp="1"/>
          </p:cNvSpPr>
          <p:nvPr>
            <p:ph type="title"/>
          </p:nvPr>
        </p:nvSpPr>
        <p:spPr/>
        <p:txBody>
          <a:bodyPr/>
          <a:lstStyle/>
          <a:p>
            <a:r>
              <a:rPr lang="es-419" dirty="0">
                <a:latin typeface="Times New Roman" panose="02020603050405020304" pitchFamily="18" charset="0"/>
                <a:cs typeface="Times New Roman" panose="02020603050405020304" pitchFamily="18" charset="0"/>
              </a:rPr>
              <a:t>Conclusiones y recomendaciones</a:t>
            </a:r>
          </a:p>
        </p:txBody>
      </p:sp>
      <p:sp>
        <p:nvSpPr>
          <p:cNvPr id="3" name="Content Placeholder 2">
            <a:extLst>
              <a:ext uri="{FF2B5EF4-FFF2-40B4-BE49-F238E27FC236}">
                <a16:creationId xmlns:a16="http://schemas.microsoft.com/office/drawing/2014/main" xmlns="" id="{6C5A51FC-C472-45E1-5F14-BE97258E59E6}"/>
              </a:ext>
            </a:extLst>
          </p:cNvPr>
          <p:cNvSpPr>
            <a:spLocks noGrp="1"/>
          </p:cNvSpPr>
          <p:nvPr>
            <p:ph idx="1"/>
          </p:nvPr>
        </p:nvSpPr>
        <p:spPr>
          <a:xfrm>
            <a:off x="838200" y="1482887"/>
            <a:ext cx="10515600" cy="4486275"/>
          </a:xfrm>
        </p:spPr>
        <p:txBody>
          <a:bodyPr>
            <a:normAutofit fontScale="85000" lnSpcReduction="20000"/>
          </a:bodyPr>
          <a:lstStyle/>
          <a:p>
            <a:pPr marL="514350" indent="-514350">
              <a:buFont typeface="+mj-lt"/>
              <a:buAutoNum type="arabicPeriod"/>
            </a:pPr>
            <a:r>
              <a:rPr lang="es-419" dirty="0">
                <a:latin typeface="Times New Roman" panose="02020603050405020304" pitchFamily="18" charset="0"/>
                <a:cs typeface="Times New Roman" panose="02020603050405020304" pitchFamily="18" charset="0"/>
              </a:rPr>
              <a:t>La medición de la presión es mas complicado de lo que se </a:t>
            </a:r>
            <a:r>
              <a:rPr lang="es-419" dirty="0" smtClean="0">
                <a:latin typeface="Times New Roman" panose="02020603050405020304" pitchFamily="18" charset="0"/>
                <a:cs typeface="Times New Roman" panose="02020603050405020304" pitchFamily="18" charset="0"/>
              </a:rPr>
              <a:t>espero</a:t>
            </a:r>
          </a:p>
          <a:p>
            <a:pPr marL="514350" indent="-514350">
              <a:buFont typeface="+mj-lt"/>
              <a:buAutoNum type="arabicPeriod"/>
            </a:pPr>
            <a:r>
              <a:rPr lang="es-419" dirty="0" smtClean="0">
                <a:latin typeface="Times New Roman" panose="02020603050405020304" pitchFamily="18" charset="0"/>
                <a:cs typeface="Times New Roman" panose="02020603050405020304" pitchFamily="18" charset="0"/>
              </a:rPr>
              <a:t>No se dio importancia en la sujeción de los sensores, es importante declarar cómo se sujetaran. Después de los resultados se vio por la posibilidad de sujetarlos con adhesivos especiales que soporten cierta temperatura para que se mantengan rígidos pero que sean fácil de retirar posterior a su uso.</a:t>
            </a:r>
            <a:endParaRPr lang="es-419" dirty="0">
              <a:latin typeface="Times New Roman" panose="02020603050405020304" pitchFamily="18" charset="0"/>
              <a:cs typeface="Times New Roman" panose="02020603050405020304" pitchFamily="18" charset="0"/>
            </a:endParaRPr>
          </a:p>
          <a:p>
            <a:pPr marL="514350" indent="-514350">
              <a:buFont typeface="+mj-lt"/>
              <a:buAutoNum type="arabicPeriod"/>
            </a:pPr>
            <a:r>
              <a:rPr lang="es-419" dirty="0">
                <a:latin typeface="Times New Roman" panose="02020603050405020304" pitchFamily="18" charset="0"/>
                <a:cs typeface="Times New Roman" panose="02020603050405020304" pitchFamily="18" charset="0"/>
              </a:rPr>
              <a:t>Los gases de combustión al hacer contacto con la zona de censado, quema el sensor. Para mitigar esto se utiliza una “grasa” o “sellador” de mediano a alta </a:t>
            </a:r>
            <a:r>
              <a:rPr lang="es-419" dirty="0" smtClean="0">
                <a:latin typeface="Times New Roman" panose="02020603050405020304" pitchFamily="18" charset="0"/>
                <a:cs typeface="Times New Roman" panose="02020603050405020304" pitchFamily="18" charset="0"/>
              </a:rPr>
              <a:t>temp</a:t>
            </a:r>
            <a:r>
              <a:rPr lang="es-419" dirty="0" smtClean="0">
                <a:latin typeface="Times New Roman" panose="02020603050405020304" pitchFamily="18" charset="0"/>
                <a:cs typeface="Times New Roman" panose="02020603050405020304" pitchFamily="18" charset="0"/>
              </a:rPr>
              <a:t>eratura, </a:t>
            </a:r>
            <a:r>
              <a:rPr lang="es-419" dirty="0" err="1" smtClean="0">
                <a:latin typeface="Times New Roman" panose="02020603050405020304" pitchFamily="18" charset="0"/>
                <a:cs typeface="Times New Roman" panose="02020603050405020304" pitchFamily="18" charset="0"/>
              </a:rPr>
              <a:t>al</a:t>
            </a:r>
            <a:r>
              <a:rPr lang="es-419" dirty="0" err="1" smtClean="0">
                <a:latin typeface="Times New Roman" panose="02020603050405020304" pitchFamily="18" charset="0"/>
                <a:cs typeface="Times New Roman" panose="02020603050405020304" pitchFamily="18" charset="0"/>
              </a:rPr>
              <a:t>l</a:t>
            </a:r>
            <a:r>
              <a:rPr lang="es-419" dirty="0" smtClean="0">
                <a:latin typeface="Times New Roman" panose="02020603050405020304" pitchFamily="18" charset="0"/>
                <a:cs typeface="Times New Roman" panose="02020603050405020304" pitchFamily="18" charset="0"/>
              </a:rPr>
              <a:t> </a:t>
            </a:r>
            <a:r>
              <a:rPr lang="es-419" dirty="0">
                <a:latin typeface="Times New Roman" panose="02020603050405020304" pitchFamily="18" charset="0"/>
                <a:cs typeface="Times New Roman" panose="02020603050405020304" pitchFamily="18" charset="0"/>
              </a:rPr>
              <a:t>hacer esto, la grasa pasa de fase pero aun así transmite la presión. La transferencia de calor no es la suficiente para alterar lo medido en el sensor. El uso de este medio protector, puede “retardar” las mediciones.</a:t>
            </a:r>
          </a:p>
          <a:p>
            <a:pPr marL="514350" indent="-514350">
              <a:buFont typeface="+mj-lt"/>
              <a:buAutoNum type="arabicPeriod"/>
            </a:pPr>
            <a:r>
              <a:rPr lang="es-419" dirty="0">
                <a:latin typeface="Times New Roman" panose="02020603050405020304" pitchFamily="18" charset="0"/>
                <a:cs typeface="Times New Roman" panose="02020603050405020304" pitchFamily="18" charset="0"/>
              </a:rPr>
              <a:t>Se necesita un sensor adecuado para la medición pero con un costo accesible por pruebas. </a:t>
            </a:r>
          </a:p>
          <a:p>
            <a:pPr marL="514350" indent="-514350">
              <a:buFont typeface="+mj-lt"/>
              <a:buAutoNum type="arabicPeriod"/>
            </a:pPr>
            <a:r>
              <a:rPr lang="es-419" dirty="0">
                <a:latin typeface="Times New Roman" panose="02020603050405020304" pitchFamily="18" charset="0"/>
                <a:cs typeface="Times New Roman" panose="02020603050405020304" pitchFamily="18" charset="0"/>
              </a:rPr>
              <a:t>Se recomienda probar con otros medios (ya sea grasas o selladores) que protejan esa zona o cambiar la forma de </a:t>
            </a:r>
            <a:r>
              <a:rPr lang="es-419" dirty="0" err="1">
                <a:latin typeface="Times New Roman" panose="02020603050405020304" pitchFamily="18" charset="0"/>
                <a:cs typeface="Times New Roman" panose="02020603050405020304" pitchFamily="18" charset="0"/>
              </a:rPr>
              <a:t>sensar</a:t>
            </a:r>
            <a:r>
              <a:rPr lang="es-419" dirty="0">
                <a:latin typeface="Times New Roman" panose="02020603050405020304" pitchFamily="18" charset="0"/>
                <a:cs typeface="Times New Roman" panose="02020603050405020304" pitchFamily="18" charset="0"/>
              </a:rPr>
              <a:t>, utilizando un pistón, por ejemplo. Investigar otros medios.</a:t>
            </a:r>
          </a:p>
        </p:txBody>
      </p:sp>
      <p:grpSp>
        <p:nvGrpSpPr>
          <p:cNvPr id="4" name="Group 3">
            <a:extLst>
              <a:ext uri="{FF2B5EF4-FFF2-40B4-BE49-F238E27FC236}">
                <a16:creationId xmlns:a16="http://schemas.microsoft.com/office/drawing/2014/main" xmlns="" id="{5F9D13D1-1C38-A72A-8529-669A1C270BB5}"/>
              </a:ext>
            </a:extLst>
          </p:cNvPr>
          <p:cNvGrpSpPr/>
          <p:nvPr/>
        </p:nvGrpSpPr>
        <p:grpSpPr>
          <a:xfrm>
            <a:off x="89986" y="5761361"/>
            <a:ext cx="3979742" cy="1463028"/>
            <a:chOff x="270740" y="5676661"/>
            <a:chExt cx="3979742" cy="1463028"/>
          </a:xfrm>
        </p:grpSpPr>
        <p:pic>
          <p:nvPicPr>
            <p:cNvPr id="5" name="Imagen 7">
              <a:extLst>
                <a:ext uri="{FF2B5EF4-FFF2-40B4-BE49-F238E27FC236}">
                  <a16:creationId xmlns:a16="http://schemas.microsoft.com/office/drawing/2014/main" xmlns="" id="{99B318A0-B87A-7179-42A5-AF2814918F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0740" y="6185450"/>
              <a:ext cx="1134919" cy="480672"/>
            </a:xfrm>
            <a:prstGeom prst="rect">
              <a:avLst/>
            </a:prstGeom>
          </p:spPr>
        </p:pic>
        <p:pic>
          <p:nvPicPr>
            <p:cNvPr id="6" name="Imagen 11">
              <a:extLst>
                <a:ext uri="{FF2B5EF4-FFF2-40B4-BE49-F238E27FC236}">
                  <a16:creationId xmlns:a16="http://schemas.microsoft.com/office/drawing/2014/main" xmlns="" id="{21767101-A64F-7AEC-C268-8BA9DE05293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29097" y="6050127"/>
              <a:ext cx="1134919" cy="512597"/>
            </a:xfrm>
            <a:prstGeom prst="rect">
              <a:avLst/>
            </a:prstGeom>
          </p:spPr>
        </p:pic>
        <p:pic>
          <p:nvPicPr>
            <p:cNvPr id="7" name="Imagen 13">
              <a:extLst>
                <a:ext uri="{FF2B5EF4-FFF2-40B4-BE49-F238E27FC236}">
                  <a16:creationId xmlns:a16="http://schemas.microsoft.com/office/drawing/2014/main" xmlns="" id="{6B1B3E6B-2614-529D-6A7A-E5F0C28A3CB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787454" y="5676661"/>
              <a:ext cx="1463028" cy="1463028"/>
            </a:xfrm>
            <a:prstGeom prst="rect">
              <a:avLst/>
            </a:prstGeom>
          </p:spPr>
        </p:pic>
      </p:grpSp>
    </p:spTree>
    <p:extLst>
      <p:ext uri="{BB962C8B-B14F-4D97-AF65-F5344CB8AC3E}">
        <p14:creationId xmlns:p14="http://schemas.microsoft.com/office/powerpoint/2010/main" val="1470663054"/>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2542</TotalTime>
  <Words>1210</Words>
  <Application>Microsoft Office PowerPoint</Application>
  <PresentationFormat>Widescreen</PresentationFormat>
  <Paragraphs>228</Paragraphs>
  <Slides>16</Slides>
  <Notes>8</Notes>
  <HiddenSlides>0</HiddenSlides>
  <MMClips>1</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Aptos</vt:lpstr>
      <vt:lpstr>Aptos Display</vt:lpstr>
      <vt:lpstr>Arial</vt:lpstr>
      <vt:lpstr>Cambria Math</vt:lpstr>
      <vt:lpstr>Lucida Console</vt:lpstr>
      <vt:lpstr>Times New Roman</vt:lpstr>
      <vt:lpstr>Wingdings</vt:lpstr>
      <vt:lpstr>Tema de Office</vt:lpstr>
      <vt:lpstr>PIAE II. Presentación Técnica  Instrumentación y análisis experimental de parámetros termodinámicos de un sistema propulsivo tipo cohete.</vt:lpstr>
      <vt:lpstr>Agenda</vt:lpstr>
      <vt:lpstr>Problematica</vt:lpstr>
      <vt:lpstr>Problemática – alcance y limitaciones</vt:lpstr>
      <vt:lpstr>Contexto y objetivo</vt:lpstr>
      <vt:lpstr>Marco teorico</vt:lpstr>
      <vt:lpstr>Marco teorico</vt:lpstr>
      <vt:lpstr>Metodología – Enfoque </vt:lpstr>
      <vt:lpstr>Metodología – F,D,A</vt:lpstr>
      <vt:lpstr>Metodología - Instrumentación</vt:lpstr>
      <vt:lpstr>Resultados – Sistema propulsivo</vt:lpstr>
      <vt:lpstr>Resultados – Sistema estructural</vt:lpstr>
      <vt:lpstr>Resultados – Criterios de muestreo </vt:lpstr>
      <vt:lpstr>Resultados – Criterios de muestreo </vt:lpstr>
      <vt:lpstr>Resultados – Fuentes de error y mitigación</vt:lpstr>
      <vt:lpstr>Conclusiones y recomendaciones</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DYNX - HPRT R&amp;D - Propulsión Programa Flammam</dc:title>
  <dc:creator>DIEGO RUBEN RODRIGUEZ AGUILERA</dc:creator>
  <cp:lastModifiedBy>Leonardo Valadez Ortiz</cp:lastModifiedBy>
  <cp:revision>57</cp:revision>
  <dcterms:created xsi:type="dcterms:W3CDTF">2025-05-21T21:17:18Z</dcterms:created>
  <dcterms:modified xsi:type="dcterms:W3CDTF">2025-11-24T20:42:07Z</dcterms:modified>
</cp:coreProperties>
</file>