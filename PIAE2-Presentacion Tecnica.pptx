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90" r:id="rId4"/>
    <p:sldId id="291" r:id="rId5"/>
    <p:sldId id="292" r:id="rId6"/>
    <p:sldId id="293" r:id="rId7"/>
    <p:sldId id="294" r:id="rId8"/>
    <p:sldId id="295" r:id="rId9"/>
    <p:sldId id="297" r:id="rId10"/>
    <p:sldId id="298" r:id="rId11"/>
    <p:sldId id="299" r:id="rId12"/>
    <p:sldId id="300" r:id="rId13"/>
    <p:sldId id="301" r:id="rId14"/>
    <p:sldId id="303" r:id="rId15"/>
    <p:sldId id="302" r:id="rId16"/>
    <p:sldId id="304" r:id="rId17"/>
    <p:sldId id="258" r:id="rId18"/>
    <p:sldId id="259" r:id="rId19"/>
    <p:sldId id="265" r:id="rId20"/>
    <p:sldId id="266" r:id="rId21"/>
    <p:sldId id="267" r:id="rId22"/>
    <p:sldId id="268" r:id="rId23"/>
    <p:sldId id="269" r:id="rId24"/>
    <p:sldId id="271" r:id="rId25"/>
    <p:sldId id="270" r:id="rId26"/>
    <p:sldId id="280" r:id="rId27"/>
    <p:sldId id="281" r:id="rId28"/>
    <p:sldId id="283" r:id="rId29"/>
    <p:sldId id="284" r:id="rId30"/>
    <p:sldId id="285" r:id="rId31"/>
    <p:sldId id="282" r:id="rId32"/>
    <p:sldId id="272" r:id="rId33"/>
    <p:sldId id="273" r:id="rId34"/>
    <p:sldId id="274" r:id="rId35"/>
    <p:sldId id="275" r:id="rId36"/>
    <p:sldId id="277" r:id="rId37"/>
    <p:sldId id="278" r:id="rId38"/>
    <p:sldId id="286" r:id="rId39"/>
    <p:sldId id="279" r:id="rId40"/>
    <p:sldId id="287" r:id="rId41"/>
    <p:sldId id="288" r:id="rId42"/>
    <p:sldId id="261" r:id="rId43"/>
    <p:sldId id="264" r:id="rId44"/>
    <p:sldId id="262" r:id="rId45"/>
    <p:sldId id="263" r:id="rId46"/>
    <p:sldId id="289" r:id="rId4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9" autoAdjust="0"/>
    <p:restoredTop sz="71776" autoAdjust="0"/>
  </p:normalViewPr>
  <p:slideViewPr>
    <p:cSldViewPr snapToGrid="0">
      <p:cViewPr varScale="1">
        <p:scale>
          <a:sx n="53" d="100"/>
          <a:sy n="53" d="100"/>
        </p:scale>
        <p:origin x="1308"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Engineering\01%20Repos\The-thermal-repository\PF-srm-Chorrillo%20K1284\PFlammam%20ChorrilloV1%20K1284%20118sec%20-%20KNSU.xlsm"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4.735600265251637E-3</c:v>
                </c:pt>
                <c:pt idx="2">
                  <c:v>6.4169009459614105E-3</c:v>
                </c:pt>
                <c:pt idx="3">
                  <c:v>7.922147485789871E-3</c:v>
                </c:pt>
                <c:pt idx="4">
                  <c:v>9.3483433301025931E-3</c:v>
                </c:pt>
                <c:pt idx="5">
                  <c:v>1.0730713710674373E-2</c:v>
                </c:pt>
                <c:pt idx="6">
                  <c:v>1.2086331345096476E-2</c:v>
                </c:pt>
                <c:pt idx="7">
                  <c:v>1.3424695678083468E-2</c:v>
                </c:pt>
                <c:pt idx="8">
                  <c:v>1.4751526310783027E-2</c:v>
                </c:pt>
                <c:pt idx="9">
                  <c:v>1.6070440763021381E-2</c:v>
                </c:pt>
                <c:pt idx="10">
                  <c:v>1.7383802335225042E-2</c:v>
                </c:pt>
                <c:pt idx="11">
                  <c:v>1.869318950548398E-2</c:v>
                </c:pt>
                <c:pt idx="12">
                  <c:v>1.9999673157608824E-2</c:v>
                </c:pt>
                <c:pt idx="13">
                  <c:v>2.1303988121789443E-2</c:v>
                </c:pt>
                <c:pt idx="14">
                  <c:v>2.2606642972872501E-2</c:v>
                </c:pt>
                <c:pt idx="15">
                  <c:v>2.3907992068742487E-2</c:v>
                </c:pt>
                <c:pt idx="16">
                  <c:v>2.5208283682068761E-2</c:v>
                </c:pt>
                <c:pt idx="17">
                  <c:v>2.6507692596177801E-2</c:v>
                </c:pt>
                <c:pt idx="18">
                  <c:v>2.7806342404865424E-2</c:v>
                </c:pt>
                <c:pt idx="19">
                  <c:v>2.9104320887172842E-2</c:v>
                </c:pt>
                <c:pt idx="20">
                  <c:v>3.0401690672002019E-2</c:v>
                </c:pt>
                <c:pt idx="21">
                  <c:v>3.1698496671435497E-2</c:v>
                </c:pt>
                <c:pt idx="22">
                  <c:v>3.2994771282436872E-2</c:v>
                </c:pt>
                <c:pt idx="23">
                  <c:v>3.4290538039126343E-2</c:v>
                </c:pt>
                <c:pt idx="24">
                  <c:v>3.5585814184622318E-2</c:v>
                </c:pt>
                <c:pt idx="25">
                  <c:v>3.6880612486758287E-2</c:v>
                </c:pt>
                <c:pt idx="26">
                  <c:v>3.8174942522997045E-2</c:v>
                </c:pt>
                <c:pt idx="27">
                  <c:v>3.9468811591703318E-2</c:v>
                </c:pt>
                <c:pt idx="28">
                  <c:v>4.0762225359757105E-2</c:v>
                </c:pt>
                <c:pt idx="29">
                  <c:v>4.2055188323697854E-2</c:v>
                </c:pt>
                <c:pt idx="30">
                  <c:v>4.3347704138711231E-2</c:v>
                </c:pt>
                <c:pt idx="31">
                  <c:v>4.4639775853765502E-2</c:v>
                </c:pt>
                <c:pt idx="32">
                  <c:v>4.5931406079971974E-2</c:v>
                </c:pt>
                <c:pt idx="33">
                  <c:v>4.7222597111345944E-2</c:v>
                </c:pt>
                <c:pt idx="34">
                  <c:v>4.8513351011576576E-2</c:v>
                </c:pt>
                <c:pt idx="35">
                  <c:v>4.9803669676480158E-2</c:v>
                </c:pt>
                <c:pt idx="36">
                  <c:v>5.1093554879028336E-2</c:v>
                </c:pt>
                <c:pt idx="37">
                  <c:v>5.2383008301868081E-2</c:v>
                </c:pt>
                <c:pt idx="38">
                  <c:v>5.367203156084787E-2</c:v>
                </c:pt>
                <c:pt idx="39">
                  <c:v>5.4960626222066537E-2</c:v>
                </c:pt>
                <c:pt idx="40">
                  <c:v>5.6248793814249215E-2</c:v>
                </c:pt>
                <c:pt idx="41">
                  <c:v>5.753653583774717E-2</c:v>
                </c:pt>
                <c:pt idx="42">
                  <c:v>5.8823853771093698E-2</c:v>
                </c:pt>
                <c:pt idx="43">
                  <c:v>6.0110749075789033E-2</c:v>
                </c:pt>
                <c:pt idx="44">
                  <c:v>6.1397223199799511E-2</c:v>
                </c:pt>
                <c:pt idx="45">
                  <c:v>6.2683277580121197E-2</c:v>
                </c:pt>
                <c:pt idx="46">
                  <c:v>6.3968913644662978E-2</c:v>
                </c:pt>
                <c:pt idx="47">
                  <c:v>6.5254132813632695E-2</c:v>
                </c:pt>
                <c:pt idx="48">
                  <c:v>6.65389365005606E-2</c:v>
                </c:pt>
                <c:pt idx="49">
                  <c:v>6.7823326113057275E-2</c:v>
                </c:pt>
                <c:pt idx="50">
                  <c:v>6.9107303053377131E-2</c:v>
                </c:pt>
                <c:pt idx="51">
                  <c:v>7.0390868718839025E-2</c:v>
                </c:pt>
                <c:pt idx="52">
                  <c:v>7.1674024502141928E-2</c:v>
                </c:pt>
                <c:pt idx="53">
                  <c:v>7.2956771791603717E-2</c:v>
                </c:pt>
                <c:pt idx="54">
                  <c:v>7.4239111971342656E-2</c:v>
                </c:pt>
                <c:pt idx="55">
                  <c:v>7.5521046421416965E-2</c:v>
                </c:pt>
                <c:pt idx="56">
                  <c:v>7.6802576517933319E-2</c:v>
                </c:pt>
                <c:pt idx="57">
                  <c:v>7.8083703633132315E-2</c:v>
                </c:pt>
                <c:pt idx="58">
                  <c:v>7.9364429135456854E-2</c:v>
                </c:pt>
                <c:pt idx="59">
                  <c:v>8.0644754389607665E-2</c:v>
                </c:pt>
                <c:pt idx="60">
                  <c:v>8.1924680756589568E-2</c:v>
                </c:pt>
                <c:pt idx="61">
                  <c:v>8.3204209593750494E-2</c:v>
                </c:pt>
                <c:pt idx="62">
                  <c:v>8.4483342254815325E-2</c:v>
                </c:pt>
                <c:pt idx="63">
                  <c:v>8.576208008991569E-2</c:v>
                </c:pt>
                <c:pt idx="64">
                  <c:v>8.7040424445616868E-2</c:v>
                </c:pt>
                <c:pt idx="65">
                  <c:v>8.8318376664942105E-2</c:v>
                </c:pt>
                <c:pt idx="66">
                  <c:v>8.9595938087395771E-2</c:v>
                </c:pt>
                <c:pt idx="67">
                  <c:v>9.0873110048984629E-2</c:v>
                </c:pt>
                <c:pt idx="68">
                  <c:v>9.2149893882238446E-2</c:v>
                </c:pt>
                <c:pt idx="69">
                  <c:v>9.3426290916229726E-2</c:v>
                </c:pt>
                <c:pt idx="70">
                  <c:v>9.4702302476592892E-2</c:v>
                </c:pt>
                <c:pt idx="71">
                  <c:v>9.5977929885542712E-2</c:v>
                </c:pt>
                <c:pt idx="72">
                  <c:v>9.7253174461892772E-2</c:v>
                </c:pt>
                <c:pt idx="73">
                  <c:v>9.8528037521073294E-2</c:v>
                </c:pt>
                <c:pt idx="74">
                  <c:v>9.9802520375148751E-2</c:v>
                </c:pt>
                <c:pt idx="75">
                  <c:v>0.10107662433283546</c:v>
                </c:pt>
                <c:pt idx="76">
                  <c:v>0.1023503506995187</c:v>
                </c:pt>
                <c:pt idx="77">
                  <c:v>0.10362370077726991</c:v>
                </c:pt>
                <c:pt idx="78">
                  <c:v>0.10489667586486356</c:v>
                </c:pt>
                <c:pt idx="79">
                  <c:v>0.10616927725779403</c:v>
                </c:pt>
                <c:pt idx="80">
                  <c:v>0.10744150624829225</c:v>
                </c:pt>
                <c:pt idx="81">
                  <c:v>0.10871336412534234</c:v>
                </c:pt>
                <c:pt idx="82">
                  <c:v>0.10998485217469804</c:v>
                </c:pt>
                <c:pt idx="83">
                  <c:v>0.11125597167889914</c:v>
                </c:pt>
                <c:pt idx="84">
                  <c:v>0.11252672391728767</c:v>
                </c:pt>
                <c:pt idx="85">
                  <c:v>0.11379711016602417</c:v>
                </c:pt>
                <c:pt idx="86">
                  <c:v>0.11506713169810379</c:v>
                </c:pt>
                <c:pt idx="87">
                  <c:v>0.11633678978337218</c:v>
                </c:pt>
                <c:pt idx="88">
                  <c:v>0.11760608568854151</c:v>
                </c:pt>
                <c:pt idx="89">
                  <c:v>0.11887502067720623</c:v>
                </c:pt>
                <c:pt idx="90">
                  <c:v>0.12014359600985897</c:v>
                </c:pt>
                <c:pt idx="91">
                  <c:v>0.12141181294390595</c:v>
                </c:pt>
                <c:pt idx="92">
                  <c:v>0.12267967273368274</c:v>
                </c:pt>
                <c:pt idx="93">
                  <c:v>0.12394717663046972</c:v>
                </c:pt>
                <c:pt idx="94">
                  <c:v>0.12521432588250744</c:v>
                </c:pt>
                <c:pt idx="95">
                  <c:v>0.126481121735012</c:v>
                </c:pt>
                <c:pt idx="96">
                  <c:v>0.12774756543019031</c:v>
                </c:pt>
                <c:pt idx="97">
                  <c:v>0.12901365820725522</c:v>
                </c:pt>
                <c:pt idx="98">
                  <c:v>0.13027940130244064</c:v>
                </c:pt>
                <c:pt idx="99">
                  <c:v>0.13154479594901661</c:v>
                </c:pt>
                <c:pt idx="100">
                  <c:v>0.13280984337730417</c:v>
                </c:pt>
                <c:pt idx="101">
                  <c:v>0.13407454481469025</c:v>
                </c:pt>
                <c:pt idx="102">
                  <c:v>0.13533890148564237</c:v>
                </c:pt>
                <c:pt idx="103">
                  <c:v>0.13660291461172355</c:v>
                </c:pt>
                <c:pt idx="104">
                  <c:v>0.13786658541160676</c:v>
                </c:pt>
                <c:pt idx="105">
                  <c:v>0.13912991510108957</c:v>
                </c:pt>
                <c:pt idx="106">
                  <c:v>0.14039290489310866</c:v>
                </c:pt>
                <c:pt idx="107">
                  <c:v>0.14165555599775415</c:v>
                </c:pt>
                <c:pt idx="108">
                  <c:v>0.14291786962228401</c:v>
                </c:pt>
                <c:pt idx="109">
                  <c:v>0.14417984697113834</c:v>
                </c:pt>
                <c:pt idx="110">
                  <c:v>0.14544148924595349</c:v>
                </c:pt>
                <c:pt idx="111">
                  <c:v>0.14670279764557626</c:v>
                </c:pt>
                <c:pt idx="112">
                  <c:v>0.14796377336607797</c:v>
                </c:pt>
                <c:pt idx="113">
                  <c:v>0.14922441760076832</c:v>
                </c:pt>
                <c:pt idx="114">
                  <c:v>0.15048473154020953</c:v>
                </c:pt>
                <c:pt idx="115">
                  <c:v>0.15174471637222989</c:v>
                </c:pt>
                <c:pt idx="116">
                  <c:v>0.15300437328193778</c:v>
                </c:pt>
                <c:pt idx="117">
                  <c:v>0.15426370345173535</c:v>
                </c:pt>
                <c:pt idx="118">
                  <c:v>0.15552270806133198</c:v>
                </c:pt>
                <c:pt idx="119">
                  <c:v>0.15678138828775812</c:v>
                </c:pt>
                <c:pt idx="120">
                  <c:v>0.15803974530537854</c:v>
                </c:pt>
                <c:pt idx="121">
                  <c:v>0.15929778028590594</c:v>
                </c:pt>
                <c:pt idx="122">
                  <c:v>0.16055549439841429</c:v>
                </c:pt>
                <c:pt idx="123">
                  <c:v>0.1618128888093521</c:v>
                </c:pt>
                <c:pt idx="124">
                  <c:v>0.16306996468255566</c:v>
                </c:pt>
                <c:pt idx="125">
                  <c:v>0.16432672317926231</c:v>
                </c:pt>
                <c:pt idx="126">
                  <c:v>0.16558316545812343</c:v>
                </c:pt>
                <c:pt idx="127">
                  <c:v>0.16683929267521755</c:v>
                </c:pt>
                <c:pt idx="128">
                  <c:v>0.16809510598406335</c:v>
                </c:pt>
                <c:pt idx="129">
                  <c:v>0.16935060653563253</c:v>
                </c:pt>
                <c:pt idx="130">
                  <c:v>0.17060579547836274</c:v>
                </c:pt>
                <c:pt idx="131">
                  <c:v>0.1718606739581704</c:v>
                </c:pt>
                <c:pt idx="132">
                  <c:v>0.1731152431184633</c:v>
                </c:pt>
                <c:pt idx="133">
                  <c:v>0.17436950410015339</c:v>
                </c:pt>
                <c:pt idx="134">
                  <c:v>0.17562345804166937</c:v>
                </c:pt>
                <c:pt idx="135">
                  <c:v>0.17687710607896928</c:v>
                </c:pt>
                <c:pt idx="136">
                  <c:v>0.17813044934555292</c:v>
                </c:pt>
                <c:pt idx="137">
                  <c:v>0.1793834889724743</c:v>
                </c:pt>
                <c:pt idx="138">
                  <c:v>0.18063622608835408</c:v>
                </c:pt>
                <c:pt idx="139">
                  <c:v>0.18188866181939184</c:v>
                </c:pt>
                <c:pt idx="140">
                  <c:v>0.18314079728937838</c:v>
                </c:pt>
                <c:pt idx="141">
                  <c:v>0.18439263361970779</c:v>
                </c:pt>
                <c:pt idx="142">
                  <c:v>0.18564417192938978</c:v>
                </c:pt>
                <c:pt idx="143">
                  <c:v>0.18689541333506171</c:v>
                </c:pt>
                <c:pt idx="144">
                  <c:v>0.18814635895100051</c:v>
                </c:pt>
                <c:pt idx="145">
                  <c:v>0.18939700988913477</c:v>
                </c:pt>
                <c:pt idx="146">
                  <c:v>0.19064736725905659</c:v>
                </c:pt>
                <c:pt idx="147">
                  <c:v>0.19189743216803351</c:v>
                </c:pt>
                <c:pt idx="148">
                  <c:v>0.19314720572102029</c:v>
                </c:pt>
                <c:pt idx="149">
                  <c:v>0.19439668902067062</c:v>
                </c:pt>
                <c:pt idx="150">
                  <c:v>0.19564588316734888</c:v>
                </c:pt>
                <c:pt idx="151">
                  <c:v>0.19689478925914172</c:v>
                </c:pt>
                <c:pt idx="152">
                  <c:v>0.1981434083918697</c:v>
                </c:pt>
                <c:pt idx="153">
                  <c:v>0.19939174165909881</c:v>
                </c:pt>
                <c:pt idx="154">
                  <c:v>0.20063979015215197</c:v>
                </c:pt>
                <c:pt idx="155">
                  <c:v>0.2018875549601204</c:v>
                </c:pt>
                <c:pt idx="156">
                  <c:v>0.20313503716987508</c:v>
                </c:pt>
                <c:pt idx="157">
                  <c:v>0.20438223786607801</c:v>
                </c:pt>
                <c:pt idx="158">
                  <c:v>0.20562915813119356</c:v>
                </c:pt>
                <c:pt idx="159">
                  <c:v>0.20687579904549963</c:v>
                </c:pt>
                <c:pt idx="160">
                  <c:v>0.20812216168709879</c:v>
                </c:pt>
                <c:pt idx="161">
                  <c:v>0.2093682471319295</c:v>
                </c:pt>
                <c:pt idx="162">
                  <c:v>0.21061405645377712</c:v>
                </c:pt>
                <c:pt idx="163">
                  <c:v>0.21185959072428495</c:v>
                </c:pt>
                <c:pt idx="164">
                  <c:v>0.2131048510129652</c:v>
                </c:pt>
                <c:pt idx="165">
                  <c:v>0.21434983838720989</c:v>
                </c:pt>
                <c:pt idx="166">
                  <c:v>0.21559455391230181</c:v>
                </c:pt>
                <c:pt idx="167">
                  <c:v>0.21683899865142522</c:v>
                </c:pt>
                <c:pt idx="168">
                  <c:v>0.21808317366567673</c:v>
                </c:pt>
                <c:pt idx="169">
                  <c:v>0.21932708001407594</c:v>
                </c:pt>
                <c:pt idx="170">
                  <c:v>0.22057071875357623</c:v>
                </c:pt>
                <c:pt idx="171">
                  <c:v>0.22181409093907531</c:v>
                </c:pt>
                <c:pt idx="172">
                  <c:v>0.22305719762342585</c:v>
                </c:pt>
                <c:pt idx="173">
                  <c:v>0.22430003985744601</c:v>
                </c:pt>
                <c:pt idx="174">
                  <c:v>0.22554261868992995</c:v>
                </c:pt>
                <c:pt idx="175">
                  <c:v>0.22678493516765824</c:v>
                </c:pt>
                <c:pt idx="176">
                  <c:v>0.2280269903354083</c:v>
                </c:pt>
                <c:pt idx="177">
                  <c:v>0.22926878523596478</c:v>
                </c:pt>
                <c:pt idx="178">
                  <c:v>0.2305103209101298</c:v>
                </c:pt>
                <c:pt idx="179">
                  <c:v>0.23175159839673329</c:v>
                </c:pt>
                <c:pt idx="180">
                  <c:v>0.23299261873264315</c:v>
                </c:pt>
                <c:pt idx="181">
                  <c:v>0.23423338295277554</c:v>
                </c:pt>
                <c:pt idx="182">
                  <c:v>0.23547389209010489</c:v>
                </c:pt>
                <c:pt idx="183">
                  <c:v>0.23671414717567404</c:v>
                </c:pt>
                <c:pt idx="184">
                  <c:v>0.23795414923860436</c:v>
                </c:pt>
                <c:pt idx="185">
                  <c:v>0.23919389930610566</c:v>
                </c:pt>
                <c:pt idx="186">
                  <c:v>0.24043339840348621</c:v>
                </c:pt>
                <c:pt idx="187">
                  <c:v>0.2416726475541626</c:v>
                </c:pt>
                <c:pt idx="188">
                  <c:v>0.2429116477796697</c:v>
                </c:pt>
                <c:pt idx="189">
                  <c:v>0.24415040009967046</c:v>
                </c:pt>
                <c:pt idx="190">
                  <c:v>0.24538890553196574</c:v>
                </c:pt>
                <c:pt idx="191">
                  <c:v>0.24662716509250399</c:v>
                </c:pt>
                <c:pt idx="192">
                  <c:v>0.24786517979539102</c:v>
                </c:pt>
                <c:pt idx="193">
                  <c:v>0.24910295065289972</c:v>
                </c:pt>
                <c:pt idx="194">
                  <c:v>0.25034047867547959</c:v>
                </c:pt>
                <c:pt idx="195">
                  <c:v>0.25157776487176636</c:v>
                </c:pt>
                <c:pt idx="196">
                  <c:v>0.25281481024859165</c:v>
                </c:pt>
                <c:pt idx="197">
                  <c:v>0.25405161581099234</c:v>
                </c:pt>
                <c:pt idx="198">
                  <c:v>0.25528818256222019</c:v>
                </c:pt>
                <c:pt idx="199">
                  <c:v>0.25652451150375111</c:v>
                </c:pt>
                <c:pt idx="200">
                  <c:v>0.25776060363529463</c:v>
                </c:pt>
                <c:pt idx="201">
                  <c:v>0.25899645995480336</c:v>
                </c:pt>
                <c:pt idx="202">
                  <c:v>0.2602320814584822</c:v>
                </c:pt>
                <c:pt idx="203">
                  <c:v>0.26146746914079766</c:v>
                </c:pt>
                <c:pt idx="204">
                  <c:v>0.26270262399448702</c:v>
                </c:pt>
                <c:pt idx="205">
                  <c:v>0.26393754701056765</c:v>
                </c:pt>
                <c:pt idx="206">
                  <c:v>0.2651722391783462</c:v>
                </c:pt>
                <c:pt idx="207">
                  <c:v>0.26640670148542761</c:v>
                </c:pt>
                <c:pt idx="208">
                  <c:v>0.26764093491772428</c:v>
                </c:pt>
                <c:pt idx="209">
                  <c:v>0.26887494045946514</c:v>
                </c:pt>
                <c:pt idx="210">
                  <c:v>0.27010871909320466</c:v>
                </c:pt>
                <c:pt idx="211">
                  <c:v>0.27134227179983189</c:v>
                </c:pt>
                <c:pt idx="212">
                  <c:v>0.27257559955857924</c:v>
                </c:pt>
                <c:pt idx="213">
                  <c:v>0.27380870334703161</c:v>
                </c:pt>
                <c:pt idx="214">
                  <c:v>0.27504158414113516</c:v>
                </c:pt>
                <c:pt idx="215">
                  <c:v>0.27627424291520614</c:v>
                </c:pt>
                <c:pt idx="216">
                  <c:v>0.27750668064193978</c:v>
                </c:pt>
                <c:pt idx="217">
                  <c:v>0.27873889829241905</c:v>
                </c:pt>
                <c:pt idx="218">
                  <c:v>0.27997089683612336</c:v>
                </c:pt>
                <c:pt idx="219">
                  <c:v>0.28120267724093723</c:v>
                </c:pt>
                <c:pt idx="220">
                  <c:v>0.28243424047315918</c:v>
                </c:pt>
                <c:pt idx="221">
                  <c:v>0.28366558749751003</c:v>
                </c:pt>
                <c:pt idx="222">
                  <c:v>0.28489671927714189</c:v>
                </c:pt>
                <c:pt idx="223">
                  <c:v>0.28612763677364639</c:v>
                </c:pt>
                <c:pt idx="224">
                  <c:v>0.28735834094706347</c:v>
                </c:pt>
                <c:pt idx="225">
                  <c:v>0.28858883275588976</c:v>
                </c:pt>
                <c:pt idx="226">
                  <c:v>0.28981911315708714</c:v>
                </c:pt>
                <c:pt idx="227">
                  <c:v>0.29104918310609107</c:v>
                </c:pt>
                <c:pt idx="228">
                  <c:v>0.29227904355681916</c:v>
                </c:pt>
                <c:pt idx="229">
                  <c:v>0.29350869546167946</c:v>
                </c:pt>
                <c:pt idx="230">
                  <c:v>0.29473813977157876</c:v>
                </c:pt>
                <c:pt idx="231">
                  <c:v>0.29596737743593099</c:v>
                </c:pt>
                <c:pt idx="232">
                  <c:v>0.29719640940266556</c:v>
                </c:pt>
                <c:pt idx="233">
                  <c:v>0.2984252366182355</c:v>
                </c:pt>
                <c:pt idx="234">
                  <c:v>0.29965386002762567</c:v>
                </c:pt>
                <c:pt idx="235">
                  <c:v>0.30088228057436112</c:v>
                </c:pt>
                <c:pt idx="236">
                  <c:v>0.30211049920051508</c:v>
                </c:pt>
                <c:pt idx="237">
                  <c:v>0.30333851684671725</c:v>
                </c:pt>
                <c:pt idx="238">
                  <c:v>0.30456633445216175</c:v>
                </c:pt>
                <c:pt idx="239">
                  <c:v>0.30579395295461526</c:v>
                </c:pt>
                <c:pt idx="240">
                  <c:v>0.30702137329042517</c:v>
                </c:pt>
                <c:pt idx="241">
                  <c:v>0.30824859639452745</c:v>
                </c:pt>
                <c:pt idx="242">
                  <c:v>0.30947562320045474</c:v>
                </c:pt>
                <c:pt idx="243">
                  <c:v>0.31070245464034424</c:v>
                </c:pt>
                <c:pt idx="244">
                  <c:v>0.31192909164494559</c:v>
                </c:pt>
                <c:pt idx="245">
                  <c:v>0.31315553514362898</c:v>
                </c:pt>
                <c:pt idx="246">
                  <c:v>0.31438178606439288</c:v>
                </c:pt>
                <c:pt idx="247">
                  <c:v>0.31560784533387182</c:v>
                </c:pt>
                <c:pt idx="248">
                  <c:v>0.31683371387734438</c:v>
                </c:pt>
                <c:pt idx="249">
                  <c:v>0.31805939261874078</c:v>
                </c:pt>
                <c:pt idx="250">
                  <c:v>0.3192848824806509</c:v>
                </c:pt>
                <c:pt idx="251">
                  <c:v>0.32051018438433176</c:v>
                </c:pt>
                <c:pt idx="252">
                  <c:v>0.32173529924971539</c:v>
                </c:pt>
                <c:pt idx="253">
                  <c:v>0.32296022799541652</c:v>
                </c:pt>
                <c:pt idx="254">
                  <c:v>0.32418497153874004</c:v>
                </c:pt>
                <c:pt idx="255">
                  <c:v>0.32540953079568891</c:v>
                </c:pt>
                <c:pt idx="256">
                  <c:v>0.32663390668097153</c:v>
                </c:pt>
                <c:pt idx="257">
                  <c:v>0.32785810010800942</c:v>
                </c:pt>
                <c:pt idx="258">
                  <c:v>0.32908211198894483</c:v>
                </c:pt>
                <c:pt idx="259">
                  <c:v>0.33030594323464818</c:v>
                </c:pt>
                <c:pt idx="260">
                  <c:v>0.33152959475472554</c:v>
                </c:pt>
                <c:pt idx="261">
                  <c:v>0.33275306745752614</c:v>
                </c:pt>
                <c:pt idx="262">
                  <c:v>0.33397636225014982</c:v>
                </c:pt>
                <c:pt idx="263">
                  <c:v>0.33519948003845451</c:v>
                </c:pt>
                <c:pt idx="264">
                  <c:v>0.33642242172706355</c:v>
                </c:pt>
                <c:pt idx="265">
                  <c:v>0.33764518821937306</c:v>
                </c:pt>
                <c:pt idx="266">
                  <c:v>0.33886778041755933</c:v>
                </c:pt>
                <c:pt idx="267">
                  <c:v>0.34009019922258615</c:v>
                </c:pt>
                <c:pt idx="268">
                  <c:v>0.34131244553421208</c:v>
                </c:pt>
                <c:pt idx="269">
                  <c:v>0.34253452025099779</c:v>
                </c:pt>
                <c:pt idx="270">
                  <c:v>0.34375642427031317</c:v>
                </c:pt>
                <c:pt idx="271">
                  <c:v>0.34497815848834473</c:v>
                </c:pt>
                <c:pt idx="272">
                  <c:v>0.34619972380010278</c:v>
                </c:pt>
                <c:pt idx="273">
                  <c:v>0.34742112109942852</c:v>
                </c:pt>
                <c:pt idx="274">
                  <c:v>0.34864235127900123</c:v>
                </c:pt>
                <c:pt idx="275">
                  <c:v>0.34986341523034542</c:v>
                </c:pt>
                <c:pt idx="276">
                  <c:v>0.35108431384383798</c:v>
                </c:pt>
                <c:pt idx="277">
                  <c:v>0.35230504800871532</c:v>
                </c:pt>
                <c:pt idx="278">
                  <c:v>0.35352561861308024</c:v>
                </c:pt>
                <c:pt idx="279">
                  <c:v>0.35474602654390913</c:v>
                </c:pt>
                <c:pt idx="280">
                  <c:v>0.35596627268705899</c:v>
                </c:pt>
                <c:pt idx="281">
                  <c:v>0.35718635792727443</c:v>
                </c:pt>
                <c:pt idx="282">
                  <c:v>0.35840628314819467</c:v>
                </c:pt>
                <c:pt idx="283">
                  <c:v>0.3596260492323603</c:v>
                </c:pt>
                <c:pt idx="284">
                  <c:v>0.36084565706122057</c:v>
                </c:pt>
                <c:pt idx="285">
                  <c:v>0.36206510751513998</c:v>
                </c:pt>
                <c:pt idx="286">
                  <c:v>0.36328440147340541</c:v>
                </c:pt>
                <c:pt idx="287">
                  <c:v>0.36450353981423284</c:v>
                </c:pt>
                <c:pt idx="288">
                  <c:v>0.36572252341477429</c:v>
                </c:pt>
                <c:pt idx="289">
                  <c:v>0.36694135315112464</c:v>
                </c:pt>
                <c:pt idx="290">
                  <c:v>0.36816002989832836</c:v>
                </c:pt>
                <c:pt idx="291">
                  <c:v>0.36937855453038643</c:v>
                </c:pt>
                <c:pt idx="292">
                  <c:v>0.37059692792026305</c:v>
                </c:pt>
                <c:pt idx="293">
                  <c:v>0.37181515093989242</c:v>
                </c:pt>
                <c:pt idx="294">
                  <c:v>0.37303322446018539</c:v>
                </c:pt>
                <c:pt idx="295">
                  <c:v>0.37425114935103626</c:v>
                </c:pt>
                <c:pt idx="296">
                  <c:v>0.37546892648132946</c:v>
                </c:pt>
                <c:pt idx="297">
                  <c:v>0.37668655671894619</c:v>
                </c:pt>
                <c:pt idx="298">
                  <c:v>0.37790404093077112</c:v>
                </c:pt>
                <c:pt idx="299">
                  <c:v>0.37912137998269896</c:v>
                </c:pt>
                <c:pt idx="300">
                  <c:v>0.38033857473964111</c:v>
                </c:pt>
                <c:pt idx="301">
                  <c:v>0.38155562606553228</c:v>
                </c:pt>
                <c:pt idx="302">
                  <c:v>0.38277253482333706</c:v>
                </c:pt>
                <c:pt idx="303">
                  <c:v>0.38398930187505642</c:v>
                </c:pt>
                <c:pt idx="304">
                  <c:v>0.38520592808173437</c:v>
                </c:pt>
                <c:pt idx="305">
                  <c:v>0.38642241430346441</c:v>
                </c:pt>
                <c:pt idx="306">
                  <c:v>0.38763876139939596</c:v>
                </c:pt>
                <c:pt idx="307">
                  <c:v>0.38885497022774096</c:v>
                </c:pt>
                <c:pt idx="308">
                  <c:v>0.39007104164578033</c:v>
                </c:pt>
                <c:pt idx="309">
                  <c:v>0.39128697650987038</c:v>
                </c:pt>
                <c:pt idx="310">
                  <c:v>0.39250277567544922</c:v>
                </c:pt>
                <c:pt idx="311">
                  <c:v>0.39371843999704326</c:v>
                </c:pt>
                <c:pt idx="312">
                  <c:v>0.3949339703282736</c:v>
                </c:pt>
                <c:pt idx="313">
                  <c:v>0.39614936752186225</c:v>
                </c:pt>
                <c:pt idx="314">
                  <c:v>0.39736463242963876</c:v>
                </c:pt>
                <c:pt idx="315">
                  <c:v>0.39857976590254635</c:v>
                </c:pt>
                <c:pt idx="316">
                  <c:v>0.39979476879064829</c:v>
                </c:pt>
                <c:pt idx="317">
                  <c:v>0.40100964194313432</c:v>
                </c:pt>
                <c:pt idx="318">
                  <c:v>0.40222438620832679</c:v>
                </c:pt>
                <c:pt idx="319">
                  <c:v>0.40343900243368713</c:v>
                </c:pt>
                <c:pt idx="320">
                  <c:v>0.40465349146582191</c:v>
                </c:pt>
                <c:pt idx="321">
                  <c:v>0.4058678541504892</c:v>
                </c:pt>
                <c:pt idx="322">
                  <c:v>0.40708209133260481</c:v>
                </c:pt>
                <c:pt idx="323">
                  <c:v>0.40829620385624849</c:v>
                </c:pt>
                <c:pt idx="324">
                  <c:v>0.40951019256467008</c:v>
                </c:pt>
                <c:pt idx="325">
                  <c:v>0.41072405830029585</c:v>
                </c:pt>
                <c:pt idx="326">
                  <c:v>0.41193780190473445</c:v>
                </c:pt>
                <c:pt idx="327">
                  <c:v>0.4131514242187832</c:v>
                </c:pt>
                <c:pt idx="328">
                  <c:v>0.4143649260824343</c:v>
                </c:pt>
                <c:pt idx="329">
                  <c:v>0.41557830833488074</c:v>
                </c:pt>
                <c:pt idx="330">
                  <c:v>0.41679157181452264</c:v>
                </c:pt>
                <c:pt idx="331">
                  <c:v>0.41800471735897321</c:v>
                </c:pt>
                <c:pt idx="332">
                  <c:v>0.41921774580506477</c:v>
                </c:pt>
                <c:pt idx="333">
                  <c:v>0.42043065798885504</c:v>
                </c:pt>
                <c:pt idx="334">
                  <c:v>0.42164345474563303</c:v>
                </c:pt>
                <c:pt idx="335">
                  <c:v>0.42285613690992502</c:v>
                </c:pt>
                <c:pt idx="336">
                  <c:v>0.42406870531550073</c:v>
                </c:pt>
                <c:pt idx="337">
                  <c:v>0.42528116079537931</c:v>
                </c:pt>
                <c:pt idx="338">
                  <c:v>0.42649350418183518</c:v>
                </c:pt>
                <c:pt idx="339">
                  <c:v>0.42770573630640424</c:v>
                </c:pt>
                <c:pt idx="340">
                  <c:v>0.42891785799988968</c:v>
                </c:pt>
                <c:pt idx="341">
                  <c:v>0.43012987009236797</c:v>
                </c:pt>
                <c:pt idx="342">
                  <c:v>0.4313417734131948</c:v>
                </c:pt>
                <c:pt idx="343">
                  <c:v>0.43255356879101098</c:v>
                </c:pt>
                <c:pt idx="344">
                  <c:v>0.43376525705374852</c:v>
                </c:pt>
                <c:pt idx="345">
                  <c:v>0.43497683902863626</c:v>
                </c:pt>
                <c:pt idx="346">
                  <c:v>0.436188315542206</c:v>
                </c:pt>
                <c:pt idx="347">
                  <c:v>0.43739968742029817</c:v>
                </c:pt>
                <c:pt idx="348">
                  <c:v>0.43861095548806789</c:v>
                </c:pt>
                <c:pt idx="349">
                  <c:v>0.43982212056999065</c:v>
                </c:pt>
                <c:pt idx="350">
                  <c:v>0.44103318348986831</c:v>
                </c:pt>
                <c:pt idx="351">
                  <c:v>0.44224414507083476</c:v>
                </c:pt>
                <c:pt idx="352">
                  <c:v>0.44345500613536187</c:v>
                </c:pt>
                <c:pt idx="353">
                  <c:v>0.44466576750526521</c:v>
                </c:pt>
                <c:pt idx="354">
                  <c:v>0.44587643000170984</c:v>
                </c:pt>
                <c:pt idx="355">
                  <c:v>0.44708699444521616</c:v>
                </c:pt>
                <c:pt idx="356">
                  <c:v>0.44829746165566559</c:v>
                </c:pt>
                <c:pt idx="357">
                  <c:v>0.44950783245230636</c:v>
                </c:pt>
                <c:pt idx="358">
                  <c:v>0.45071810765375925</c:v>
                </c:pt>
                <c:pt idx="359">
                  <c:v>0.45192828807802332</c:v>
                </c:pt>
                <c:pt idx="360">
                  <c:v>0.45313837454248163</c:v>
                </c:pt>
                <c:pt idx="361">
                  <c:v>0.45434836786390692</c:v>
                </c:pt>
                <c:pt idx="362">
                  <c:v>0.4555582688584674</c:v>
                </c:pt>
                <c:pt idx="363">
                  <c:v>0.45676807834173228</c:v>
                </c:pt>
                <c:pt idx="364">
                  <c:v>0.45797779712867764</c:v>
                </c:pt>
                <c:pt idx="365">
                  <c:v>0.45918742603369189</c:v>
                </c:pt>
                <c:pt idx="366">
                  <c:v>0.4603969658705816</c:v>
                </c:pt>
                <c:pt idx="367">
                  <c:v>0.46160641745257697</c:v>
                </c:pt>
                <c:pt idx="368">
                  <c:v>0.46281578159233766</c:v>
                </c:pt>
                <c:pt idx="369">
                  <c:v>0.46402505910195824</c:v>
                </c:pt>
                <c:pt idx="370">
                  <c:v>0.46523425079297392</c:v>
                </c:pt>
                <c:pt idx="371">
                  <c:v>0.46644335747636606</c:v>
                </c:pt>
                <c:pt idx="372">
                  <c:v>0.46765237996256781</c:v>
                </c:pt>
                <c:pt idx="373">
                  <c:v>0.46886131906146972</c:v>
                </c:pt>
                <c:pt idx="374">
                  <c:v>0.47007017558242525</c:v>
                </c:pt>
                <c:pt idx="375">
                  <c:v>0.47127895033425637</c:v>
                </c:pt>
                <c:pt idx="376">
                  <c:v>0.47248764412525912</c:v>
                </c:pt>
                <c:pt idx="377">
                  <c:v>0.47369625776320906</c:v>
                </c:pt>
                <c:pt idx="378">
                  <c:v>0.47490479205536701</c:v>
                </c:pt>
                <c:pt idx="379">
                  <c:v>0.4761132478084843</c:v>
                </c:pt>
                <c:pt idx="380">
                  <c:v>0.47732162582880855</c:v>
                </c:pt>
                <c:pt idx="381">
                  <c:v>0.47852992692208901</c:v>
                </c:pt>
                <c:pt idx="382">
                  <c:v>0.47973815189358215</c:v>
                </c:pt>
                <c:pt idx="383">
                  <c:v>0.48094630154805706</c:v>
                </c:pt>
                <c:pt idx="384">
                  <c:v>0.48215437668980093</c:v>
                </c:pt>
                <c:pt idx="385">
                  <c:v>0.48336237812262467</c:v>
                </c:pt>
                <c:pt idx="386">
                  <c:v>0.48457030664986817</c:v>
                </c:pt>
                <c:pt idx="387">
                  <c:v>0.48577816307440597</c:v>
                </c:pt>
                <c:pt idx="388">
                  <c:v>0.48698594819865243</c:v>
                </c:pt>
                <c:pt idx="389">
                  <c:v>0.4881936628245675</c:v>
                </c:pt>
                <c:pt idx="390">
                  <c:v>0.48940130775366186</c:v>
                </c:pt>
                <c:pt idx="391">
                  <c:v>0.49060888378700251</c:v>
                </c:pt>
                <c:pt idx="392">
                  <c:v>0.49181639172521813</c:v>
                </c:pt>
                <c:pt idx="393">
                  <c:v>0.49302383236850444</c:v>
                </c:pt>
                <c:pt idx="394">
                  <c:v>0.49423120651662972</c:v>
                </c:pt>
                <c:pt idx="395">
                  <c:v>0.49543851496894009</c:v>
                </c:pt>
                <c:pt idx="396">
                  <c:v>0.49664575852436493</c:v>
                </c:pt>
                <c:pt idx="397">
                  <c:v>0.49785293798142233</c:v>
                </c:pt>
                <c:pt idx="398">
                  <c:v>0.49906005413822424</c:v>
                </c:pt>
                <c:pt idx="399">
                  <c:v>0.50026710779248207</c:v>
                </c:pt>
                <c:pt idx="400">
                  <c:v>0.50147409974151202</c:v>
                </c:pt>
                <c:pt idx="401">
                  <c:v>0.50268103078224025</c:v>
                </c:pt>
                <c:pt idx="402">
                  <c:v>0.50388790171120834</c:v>
                </c:pt>
                <c:pt idx="403">
                  <c:v>0.50509471332457867</c:v>
                </c:pt>
                <c:pt idx="404">
                  <c:v>0.50630146641813967</c:v>
                </c:pt>
                <c:pt idx="405">
                  <c:v>0.50750816178731117</c:v>
                </c:pt>
                <c:pt idx="406">
                  <c:v>0.50871480022714977</c:v>
                </c:pt>
                <c:pt idx="407">
                  <c:v>0.50992138253235386</c:v>
                </c:pt>
                <c:pt idx="408">
                  <c:v>0.51112790949726938</c:v>
                </c:pt>
                <c:pt idx="409">
                  <c:v>0.51233438191589475</c:v>
                </c:pt>
                <c:pt idx="410">
                  <c:v>0.51354080058188634</c:v>
                </c:pt>
                <c:pt idx="411">
                  <c:v>0.51474716628856376</c:v>
                </c:pt>
                <c:pt idx="412">
                  <c:v>0.51595347982891493</c:v>
                </c:pt>
                <c:pt idx="413">
                  <c:v>0.51715974199560155</c:v>
                </c:pt>
                <c:pt idx="414">
                  <c:v>0.51836595358096449</c:v>
                </c:pt>
                <c:pt idx="415">
                  <c:v>0.51957211537702863</c:v>
                </c:pt>
                <c:pt idx="416">
                  <c:v>0.52077822817550845</c:v>
                </c:pt>
                <c:pt idx="417">
                  <c:v>0.52198429276781322</c:v>
                </c:pt>
                <c:pt idx="418">
                  <c:v>0.52319030994505222</c:v>
                </c:pt>
                <c:pt idx="419">
                  <c:v>0.52439628049803988</c:v>
                </c:pt>
                <c:pt idx="420">
                  <c:v>0.52560220521730117</c:v>
                </c:pt>
                <c:pt idx="421">
                  <c:v>0.52680808489307673</c:v>
                </c:pt>
                <c:pt idx="422">
                  <c:v>0.52801392031532823</c:v>
                </c:pt>
                <c:pt idx="423">
                  <c:v>0.52921971227374343</c:v>
                </c:pt>
                <c:pt idx="424">
                  <c:v>0.53042546155774128</c:v>
                </c:pt>
                <c:pt idx="425">
                  <c:v>0.53163116895647755</c:v>
                </c:pt>
                <c:pt idx="426">
                  <c:v>0.53283683525884951</c:v>
                </c:pt>
                <c:pt idx="427">
                  <c:v>0.53404246125350163</c:v>
                </c:pt>
                <c:pt idx="428">
                  <c:v>0.5352480477288305</c:v>
                </c:pt>
                <c:pt idx="429">
                  <c:v>0.53645359547298999</c:v>
                </c:pt>
                <c:pt idx="430">
                  <c:v>0.5376591052738966</c:v>
                </c:pt>
                <c:pt idx="431">
                  <c:v>0.53886457791923437</c:v>
                </c:pt>
                <c:pt idx="432">
                  <c:v>0.5400700141964605</c:v>
                </c:pt>
                <c:pt idx="433">
                  <c:v>0.54127541489281006</c:v>
                </c:pt>
                <c:pt idx="434">
                  <c:v>0.54248078079530149</c:v>
                </c:pt>
                <c:pt idx="435">
                  <c:v>0.54368611269074163</c:v>
                </c:pt>
                <c:pt idx="436">
                  <c:v>0.54489141136573094</c:v>
                </c:pt>
                <c:pt idx="437">
                  <c:v>0.54609667760666847</c:v>
                </c:pt>
                <c:pt idx="438">
                  <c:v>0.54730191219975721</c:v>
                </c:pt>
                <c:pt idx="439">
                  <c:v>0.54850711593100931</c:v>
                </c:pt>
                <c:pt idx="440">
                  <c:v>0.54971228958625118</c:v>
                </c:pt>
                <c:pt idx="441">
                  <c:v>0.55091743395112824</c:v>
                </c:pt>
                <c:pt idx="442">
                  <c:v>0.55212254981111075</c:v>
                </c:pt>
                <c:pt idx="443">
                  <c:v>0.55332763795149853</c:v>
                </c:pt>
                <c:pt idx="444">
                  <c:v>0.55453269915742598</c:v>
                </c:pt>
                <c:pt idx="445">
                  <c:v>0.55573773421386763</c:v>
                </c:pt>
                <c:pt idx="446">
                  <c:v>0.55694274390564291</c:v>
                </c:pt>
                <c:pt idx="447">
                  <c:v>0.55814772901742149</c:v>
                </c:pt>
                <c:pt idx="448">
                  <c:v>0.55935269033372836</c:v>
                </c:pt>
                <c:pt idx="449">
                  <c:v>0.56055762863894876</c:v>
                </c:pt>
                <c:pt idx="450">
                  <c:v>0.56176254471733367</c:v>
                </c:pt>
                <c:pt idx="451">
                  <c:v>0.56296743935300475</c:v>
                </c:pt>
                <c:pt idx="452">
                  <c:v>0.56417231332995921</c:v>
                </c:pt>
                <c:pt idx="453">
                  <c:v>0.56537716743207533</c:v>
                </c:pt>
                <c:pt idx="454">
                  <c:v>0.56658200244311741</c:v>
                </c:pt>
                <c:pt idx="455">
                  <c:v>0.56778681914674078</c:v>
                </c:pt>
                <c:pt idx="456">
                  <c:v>0.56899161832649714</c:v>
                </c:pt>
                <c:pt idx="457">
                  <c:v>0.57019640076583944</c:v>
                </c:pt>
                <c:pt idx="458">
                  <c:v>0.57140116724812695</c:v>
                </c:pt>
                <c:pt idx="459">
                  <c:v>0.57260591855663079</c:v>
                </c:pt>
                <c:pt idx="460">
                  <c:v>0.57381065547453858</c:v>
                </c:pt>
                <c:pt idx="461">
                  <c:v>0.57501537878495967</c:v>
                </c:pt>
                <c:pt idx="462">
                  <c:v>0.57622008927093027</c:v>
                </c:pt>
                <c:pt idx="463">
                  <c:v>0.57742478771541861</c:v>
                </c:pt>
                <c:pt idx="464">
                  <c:v>0.5786294749013301</c:v>
                </c:pt>
                <c:pt idx="465">
                  <c:v>0.57983415161151208</c:v>
                </c:pt>
                <c:pt idx="466">
                  <c:v>0.58103881862875928</c:v>
                </c:pt>
                <c:pt idx="467">
                  <c:v>0.58224347673581878</c:v>
                </c:pt>
                <c:pt idx="468">
                  <c:v>0.58344812671539503</c:v>
                </c:pt>
                <c:pt idx="469">
                  <c:v>0.58465276935015509</c:v>
                </c:pt>
                <c:pt idx="470">
                  <c:v>0.58585740542273379</c:v>
                </c:pt>
                <c:pt idx="471">
                  <c:v>0.58706203571573845</c:v>
                </c:pt>
                <c:pt idx="472">
                  <c:v>0.58826666101175451</c:v>
                </c:pt>
                <c:pt idx="473">
                  <c:v>0.58947128209334998</c:v>
                </c:pt>
                <c:pt idx="474">
                  <c:v>0.59067589974308121</c:v>
                </c:pt>
                <c:pt idx="475">
                  <c:v>0.59188051474349757</c:v>
                </c:pt>
                <c:pt idx="476">
                  <c:v>0.59308512787714651</c:v>
                </c:pt>
                <c:pt idx="477">
                  <c:v>0.59428973992657896</c:v>
                </c:pt>
                <c:pt idx="478">
                  <c:v>0.59549435167435416</c:v>
                </c:pt>
                <c:pt idx="479">
                  <c:v>0.59669896390304489</c:v>
                </c:pt>
                <c:pt idx="480">
                  <c:v>0.59790357739524236</c:v>
                </c:pt>
                <c:pt idx="481">
                  <c:v>0.59910819293356166</c:v>
                </c:pt>
                <c:pt idx="482">
                  <c:v>0.60031281130064651</c:v>
                </c:pt>
                <c:pt idx="483">
                  <c:v>0.60151743327917462</c:v>
                </c:pt>
                <c:pt idx="484">
                  <c:v>0.60272205965186254</c:v>
                </c:pt>
                <c:pt idx="485">
                  <c:v>0.60392669120147102</c:v>
                </c:pt>
                <c:pt idx="486">
                  <c:v>0.60513132871080988</c:v>
                </c:pt>
                <c:pt idx="487">
                  <c:v>0.60633597296274333</c:v>
                </c:pt>
                <c:pt idx="488">
                  <c:v>0.60754062474019477</c:v>
                </c:pt>
                <c:pt idx="489">
                  <c:v>0.6087452848261522</c:v>
                </c:pt>
                <c:pt idx="490">
                  <c:v>0.60994995400367313</c:v>
                </c:pt>
                <c:pt idx="491">
                  <c:v>0.6111546330558898</c:v>
                </c:pt>
                <c:pt idx="492">
                  <c:v>0.61235932276601424</c:v>
                </c:pt>
                <c:pt idx="493">
                  <c:v>0.61356402391734333</c:v>
                </c:pt>
                <c:pt idx="494">
                  <c:v>0.61476873729326398</c:v>
                </c:pt>
                <c:pt idx="495">
                  <c:v>0.61597346367725814</c:v>
                </c:pt>
                <c:pt idx="496">
                  <c:v>0.61717820385290811</c:v>
                </c:pt>
                <c:pt idx="497">
                  <c:v>0.61838295860390158</c:v>
                </c:pt>
                <c:pt idx="498">
                  <c:v>0.61958772871403656</c:v>
                </c:pt>
                <c:pt idx="499">
                  <c:v>0.62079251496722665</c:v>
                </c:pt>
                <c:pt idx="500">
                  <c:v>0.62199731814750614</c:v>
                </c:pt>
                <c:pt idx="501">
                  <c:v>0.62320213903903532</c:v>
                </c:pt>
                <c:pt idx="502">
                  <c:v>0.62440697842610526</c:v>
                </c:pt>
                <c:pt idx="503">
                  <c:v>0.62561183709314316</c:v>
                </c:pt>
                <c:pt idx="504">
                  <c:v>0.62681671582471743</c:v>
                </c:pt>
                <c:pt idx="505">
                  <c:v>0.6280216154055428</c:v>
                </c:pt>
                <c:pt idx="506">
                  <c:v>0.62922653662048567</c:v>
                </c:pt>
                <c:pt idx="507">
                  <c:v>0.63043148025456885</c:v>
                </c:pt>
                <c:pt idx="508">
                  <c:v>0.63163644709297695</c:v>
                </c:pt>
                <c:pt idx="509">
                  <c:v>0.63284143792106162</c:v>
                </c:pt>
                <c:pt idx="510">
                  <c:v>0.63404645352434641</c:v>
                </c:pt>
                <c:pt idx="511">
                  <c:v>0.63525149468853226</c:v>
                </c:pt>
                <c:pt idx="512">
                  <c:v>0.63645656219950242</c:v>
                </c:pt>
                <c:pt idx="513">
                  <c:v>0.63766165684332754</c:v>
                </c:pt>
                <c:pt idx="514">
                  <c:v>0.63886677940627112</c:v>
                </c:pt>
                <c:pt idx="515">
                  <c:v>0.6400719306747944</c:v>
                </c:pt>
                <c:pt idx="516">
                  <c:v>0.64127711143556176</c:v>
                </c:pt>
                <c:pt idx="517">
                  <c:v>0.64248232247544579</c:v>
                </c:pt>
                <c:pt idx="518">
                  <c:v>0.64368756458153242</c:v>
                </c:pt>
                <c:pt idx="519">
                  <c:v>0.64489283854112611</c:v>
                </c:pt>
                <c:pt idx="520">
                  <c:v>0.64609814514175501</c:v>
                </c:pt>
                <c:pt idx="521">
                  <c:v>0.64730348517117631</c:v>
                </c:pt>
                <c:pt idx="522">
                  <c:v>0.64850885941738134</c:v>
                </c:pt>
                <c:pt idx="523">
                  <c:v>0.64971426866860083</c:v>
                </c:pt>
                <c:pt idx="524">
                  <c:v>0.65091971371330981</c:v>
                </c:pt>
                <c:pt idx="525">
                  <c:v>0.65212519534023328</c:v>
                </c:pt>
                <c:pt idx="526">
                  <c:v>0.65333071433835099</c:v>
                </c:pt>
                <c:pt idx="527">
                  <c:v>0.65453627149690297</c:v>
                </c:pt>
                <c:pt idx="528">
                  <c:v>0.65574186760539477</c:v>
                </c:pt>
                <c:pt idx="529">
                  <c:v>0.65694750345360231</c:v>
                </c:pt>
                <c:pt idx="530">
                  <c:v>0.65815317983157751</c:v>
                </c:pt>
                <c:pt idx="531">
                  <c:v>0.65935889752965327</c:v>
                </c:pt>
                <c:pt idx="532">
                  <c:v>0.66056465733844894</c:v>
                </c:pt>
                <c:pt idx="533">
                  <c:v>0.66177046004887541</c:v>
                </c:pt>
                <c:pt idx="534">
                  <c:v>0.66297630645214034</c:v>
                </c:pt>
                <c:pt idx="535">
                  <c:v>0.66418219733975348</c:v>
                </c:pt>
                <c:pt idx="536">
                  <c:v>0.66538813350353199</c:v>
                </c:pt>
                <c:pt idx="537">
                  <c:v>0.66659411573560567</c:v>
                </c:pt>
                <c:pt idx="538">
                  <c:v>0.66780014482842209</c:v>
                </c:pt>
                <c:pt idx="539">
                  <c:v>0.66900622157475209</c:v>
                </c:pt>
                <c:pt idx="540">
                  <c:v>0.67021234676769492</c:v>
                </c:pt>
                <c:pt idx="541">
                  <c:v>0.67141852120068368</c:v>
                </c:pt>
                <c:pt idx="542">
                  <c:v>0.67262474566749042</c:v>
                </c:pt>
                <c:pt idx="543">
                  <c:v>0.67383102096223157</c:v>
                </c:pt>
                <c:pt idx="544">
                  <c:v>0.67503734787937331</c:v>
                </c:pt>
                <c:pt idx="545">
                  <c:v>0.6762437272137366</c:v>
                </c:pt>
                <c:pt idx="546">
                  <c:v>0.67745015976050305</c:v>
                </c:pt>
                <c:pt idx="547">
                  <c:v>0.6786566463152196</c:v>
                </c:pt>
                <c:pt idx="548">
                  <c:v>0.67986318767380438</c:v>
                </c:pt>
                <c:pt idx="549">
                  <c:v>0.68106978463255174</c:v>
                </c:pt>
                <c:pt idx="550">
                  <c:v>0.68227643798813775</c:v>
                </c:pt>
                <c:pt idx="551">
                  <c:v>0.6834831485376256</c:v>
                </c:pt>
                <c:pt idx="552">
                  <c:v>0.68468991707847071</c:v>
                </c:pt>
                <c:pt idx="553">
                  <c:v>0.68589674440852644</c:v>
                </c:pt>
                <c:pt idx="554">
                  <c:v>0.68710363132604924</c:v>
                </c:pt>
                <c:pt idx="555">
                  <c:v>0.68831057862970424</c:v>
                </c:pt>
                <c:pt idx="556">
                  <c:v>0.68951758711857025</c:v>
                </c:pt>
                <c:pt idx="557">
                  <c:v>0.69072465759214574</c:v>
                </c:pt>
                <c:pt idx="558">
                  <c:v>0.69193179085035383</c:v>
                </c:pt>
                <c:pt idx="559">
                  <c:v>0.69313898769354776</c:v>
                </c:pt>
                <c:pt idx="560">
                  <c:v>0.6943462489225164</c:v>
                </c:pt>
                <c:pt idx="561">
                  <c:v>0.69555357533848972</c:v>
                </c:pt>
                <c:pt idx="562">
                  <c:v>0.69676096774314422</c:v>
                </c:pt>
                <c:pt idx="563">
                  <c:v>0.69796842693860828</c:v>
                </c:pt>
                <c:pt idx="564">
                  <c:v>0.69917595372746766</c:v>
                </c:pt>
                <c:pt idx="565">
                  <c:v>0.7003835489127711</c:v>
                </c:pt>
                <c:pt idx="566">
                  <c:v>0.70159121329803564</c:v>
                </c:pt>
                <c:pt idx="567">
                  <c:v>0.70279894768725204</c:v>
                </c:pt>
                <c:pt idx="568">
                  <c:v>0.70400675288489067</c:v>
                </c:pt>
                <c:pt idx="569">
                  <c:v>0.70521462969590643</c:v>
                </c:pt>
                <c:pt idx="570">
                  <c:v>0.70642257892574489</c:v>
                </c:pt>
                <c:pt idx="571">
                  <c:v>0.70763060138034717</c:v>
                </c:pt>
                <c:pt idx="572">
                  <c:v>0.70883869786615605</c:v>
                </c:pt>
                <c:pt idx="573">
                  <c:v>0.71004686919012128</c:v>
                </c:pt>
                <c:pt idx="574">
                  <c:v>0.71125511615970483</c:v>
                </c:pt>
                <c:pt idx="575">
                  <c:v>0.71246343958288705</c:v>
                </c:pt>
                <c:pt idx="576">
                  <c:v>0.71367184026817165</c:v>
                </c:pt>
                <c:pt idx="577">
                  <c:v>0.71488031902459181</c:v>
                </c:pt>
                <c:pt idx="578">
                  <c:v>0.71608887666171528</c:v>
                </c:pt>
                <c:pt idx="579">
                  <c:v>0.71729751398965036</c:v>
                </c:pt>
                <c:pt idx="580">
                  <c:v>0.71850623181905138</c:v>
                </c:pt>
                <c:pt idx="581">
                  <c:v>0.71971503096112421</c:v>
                </c:pt>
                <c:pt idx="582">
                  <c:v>0.72092391222763197</c:v>
                </c:pt>
                <c:pt idx="583">
                  <c:v>0.72213287643090063</c:v>
                </c:pt>
                <c:pt idx="584">
                  <c:v>0.72334192438382494</c:v>
                </c:pt>
                <c:pt idx="585">
                  <c:v>0.72455105689987365</c:v>
                </c:pt>
                <c:pt idx="586">
                  <c:v>0.72576027479309546</c:v>
                </c:pt>
                <c:pt idx="587">
                  <c:v>0.72696957887812463</c:v>
                </c:pt>
                <c:pt idx="588">
                  <c:v>0.72817896997018683</c:v>
                </c:pt>
                <c:pt idx="589">
                  <c:v>0.72938844888510446</c:v>
                </c:pt>
                <c:pt idx="590">
                  <c:v>0.73059801643930278</c:v>
                </c:pt>
                <c:pt idx="591">
                  <c:v>0.73180767344981534</c:v>
                </c:pt>
                <c:pt idx="592">
                  <c:v>0.73301742073428999</c:v>
                </c:pt>
                <c:pt idx="593">
                  <c:v>0.7342272591109944</c:v>
                </c:pt>
                <c:pt idx="594">
                  <c:v>0.73543718939882186</c:v>
                </c:pt>
                <c:pt idx="595">
                  <c:v>0.73664721241729714</c:v>
                </c:pt>
                <c:pt idx="596">
                  <c:v>0.73785732898658241</c:v>
                </c:pt>
                <c:pt idx="597">
                  <c:v>0.73906753992748264</c:v>
                </c:pt>
                <c:pt idx="598">
                  <c:v>0.74027784606145175</c:v>
                </c:pt>
                <c:pt idx="599">
                  <c:v>0.74148824821059833</c:v>
                </c:pt>
                <c:pt idx="600">
                  <c:v>0.74269874719769136</c:v>
                </c:pt>
                <c:pt idx="601">
                  <c:v>0.74390934384616636</c:v>
                </c:pt>
                <c:pt idx="602">
                  <c:v>0.74512003898013091</c:v>
                </c:pt>
                <c:pt idx="603">
                  <c:v>0.74633083342437068</c:v>
                </c:pt>
                <c:pt idx="604">
                  <c:v>0.74754172800435537</c:v>
                </c:pt>
                <c:pt idx="605">
                  <c:v>0.74875272354624456</c:v>
                </c:pt>
                <c:pt idx="606">
                  <c:v>0.74996382087689351</c:v>
                </c:pt>
                <c:pt idx="607">
                  <c:v>0.75117502082385923</c:v>
                </c:pt>
                <c:pt idx="608">
                  <c:v>0.75238632421540641</c:v>
                </c:pt>
                <c:pt idx="609">
                  <c:v>0.75359773188051338</c:v>
                </c:pt>
                <c:pt idx="610">
                  <c:v>0.75480924464887789</c:v>
                </c:pt>
                <c:pt idx="611">
                  <c:v>0.75602086335092333</c:v>
                </c:pt>
                <c:pt idx="612">
                  <c:v>0.75723258881780464</c:v>
                </c:pt>
                <c:pt idx="613">
                  <c:v>0.75844442188141425</c:v>
                </c:pt>
                <c:pt idx="614">
                  <c:v>0.75965636337438824</c:v>
                </c:pt>
                <c:pt idx="615">
                  <c:v>0.76086841413011219</c:v>
                </c:pt>
                <c:pt idx="616">
                  <c:v>0.7620805749827273</c:v>
                </c:pt>
                <c:pt idx="617">
                  <c:v>0.7632928467671366</c:v>
                </c:pt>
                <c:pt idx="618">
                  <c:v>0.76450523031901085</c:v>
                </c:pt>
                <c:pt idx="619">
                  <c:v>0.76571772647479475</c:v>
                </c:pt>
                <c:pt idx="620">
                  <c:v>0.76693033607171301</c:v>
                </c:pt>
                <c:pt idx="621">
                  <c:v>0.76814305994777632</c:v>
                </c:pt>
                <c:pt idx="622">
                  <c:v>0.76935589894178769</c:v>
                </c:pt>
                <c:pt idx="623">
                  <c:v>0.77056885389334862</c:v>
                </c:pt>
                <c:pt idx="624">
                  <c:v>0.77178192564286519</c:v>
                </c:pt>
                <c:pt idx="625">
                  <c:v>0.77299511503155416</c:v>
                </c:pt>
                <c:pt idx="626">
                  <c:v>0.77420842290144931</c:v>
                </c:pt>
                <c:pt idx="627">
                  <c:v>0.77542185009540754</c:v>
                </c:pt>
                <c:pt idx="628">
                  <c:v>0.7766353974571153</c:v>
                </c:pt>
                <c:pt idx="629">
                  <c:v>0.77784906583109448</c:v>
                </c:pt>
                <c:pt idx="630">
                  <c:v>0.7790628560627092</c:v>
                </c:pt>
                <c:pt idx="631">
                  <c:v>0.78027676899817144</c:v>
                </c:pt>
                <c:pt idx="632">
                  <c:v>0.78149080548454808</c:v>
                </c:pt>
                <c:pt idx="633">
                  <c:v>0.78270496636976639</c:v>
                </c:pt>
                <c:pt idx="634">
                  <c:v>0.78391925250262118</c:v>
                </c:pt>
                <c:pt idx="635">
                  <c:v>0.78513366473278046</c:v>
                </c:pt>
                <c:pt idx="636">
                  <c:v>0.7863482039107923</c:v>
                </c:pt>
                <c:pt idx="637">
                  <c:v>0.78756287088809085</c:v>
                </c:pt>
                <c:pt idx="638">
                  <c:v>0.78877766651700298</c:v>
                </c:pt>
                <c:pt idx="639">
                  <c:v>0.78999259165075464</c:v>
                </c:pt>
                <c:pt idx="640">
                  <c:v>0.79120764714347713</c:v>
                </c:pt>
                <c:pt idx="641">
                  <c:v>0.79242283385021395</c:v>
                </c:pt>
                <c:pt idx="642">
                  <c:v>0.79363815262692672</c:v>
                </c:pt>
                <c:pt idx="643">
                  <c:v>0.79485360433050212</c:v>
                </c:pt>
                <c:pt idx="644">
                  <c:v>0.79606918981875818</c:v>
                </c:pt>
                <c:pt idx="645">
                  <c:v>0.79728490995045087</c:v>
                </c:pt>
                <c:pt idx="646">
                  <c:v>0.7985007655852806</c:v>
                </c:pt>
                <c:pt idx="647">
                  <c:v>0.79971675758389871</c:v>
                </c:pt>
                <c:pt idx="648">
                  <c:v>0.8009328868079143</c:v>
                </c:pt>
                <c:pt idx="649">
                  <c:v>0.80214915411990062</c:v>
                </c:pt>
                <c:pt idx="650">
                  <c:v>0.80336556038340168</c:v>
                </c:pt>
                <c:pt idx="651">
                  <c:v>0.80458210646293893</c:v>
                </c:pt>
                <c:pt idx="652">
                  <c:v>0.80579879322401793</c:v>
                </c:pt>
                <c:pt idx="653">
                  <c:v>0.80701562153313511</c:v>
                </c:pt>
                <c:pt idx="654">
                  <c:v>0.80823259225778432</c:v>
                </c:pt>
                <c:pt idx="655">
                  <c:v>0.80944970626646351</c:v>
                </c:pt>
                <c:pt idx="656">
                  <c:v>0.81066696442868158</c:v>
                </c:pt>
                <c:pt idx="657">
                  <c:v>0.81188436761496519</c:v>
                </c:pt>
                <c:pt idx="658">
                  <c:v>0.81310191669686527</c:v>
                </c:pt>
                <c:pt idx="659">
                  <c:v>0.81431961254696417</c:v>
                </c:pt>
                <c:pt idx="660">
                  <c:v>0.81553745603888217</c:v>
                </c:pt>
                <c:pt idx="661">
                  <c:v>0.8167554480472845</c:v>
                </c:pt>
                <c:pt idx="662">
                  <c:v>0.81797358944788801</c:v>
                </c:pt>
                <c:pt idx="663">
                  <c:v>0.81919188111746832</c:v>
                </c:pt>
                <c:pt idx="664">
                  <c:v>0.82041032393386648</c:v>
                </c:pt>
                <c:pt idx="665">
                  <c:v>0.82162891877599598</c:v>
                </c:pt>
                <c:pt idx="666">
                  <c:v>0.82284766652384955</c:v>
                </c:pt>
                <c:pt idx="667">
                  <c:v>0.82406656805850653</c:v>
                </c:pt>
                <c:pt idx="668">
                  <c:v>0.82528562426213936</c:v>
                </c:pt>
                <c:pt idx="669">
                  <c:v>0.82650483601802094</c:v>
                </c:pt>
                <c:pt idx="670">
                  <c:v>0.82772420421053128</c:v>
                </c:pt>
                <c:pt idx="671">
                  <c:v>0.82894372972516506</c:v>
                </c:pt>
                <c:pt idx="672">
                  <c:v>0.83016341344853828</c:v>
                </c:pt>
                <c:pt idx="673">
                  <c:v>0.8313832562683956</c:v>
                </c:pt>
                <c:pt idx="674">
                  <c:v>0.83260325907361721</c:v>
                </c:pt>
                <c:pt idx="675">
                  <c:v>0.83382342275422627</c:v>
                </c:pt>
                <c:pt idx="676">
                  <c:v>0.83504374820139593</c:v>
                </c:pt>
                <c:pt idx="677">
                  <c:v>0.83626423630745628</c:v>
                </c:pt>
                <c:pt idx="678">
                  <c:v>0.83748488796590204</c:v>
                </c:pt>
                <c:pt idx="679">
                  <c:v>0.83870570407139955</c:v>
                </c:pt>
                <c:pt idx="680">
                  <c:v>0.83992668551979377</c:v>
                </c:pt>
                <c:pt idx="681">
                  <c:v>0.84114783320811604</c:v>
                </c:pt>
                <c:pt idx="682">
                  <c:v>0.84236914803459118</c:v>
                </c:pt>
                <c:pt idx="683">
                  <c:v>0.84359063089864461</c:v>
                </c:pt>
                <c:pt idx="684">
                  <c:v>0.84481228270090991</c:v>
                </c:pt>
                <c:pt idx="685">
                  <c:v>0.84603410434323634</c:v>
                </c:pt>
                <c:pt idx="686">
                  <c:v>0.84725609672869606</c:v>
                </c:pt>
                <c:pt idx="687">
                  <c:v>0.84847826076159139</c:v>
                </c:pt>
                <c:pt idx="688">
                  <c:v>0.84970059734746273</c:v>
                </c:pt>
                <c:pt idx="689">
                  <c:v>0.85092310739309551</c:v>
                </c:pt>
                <c:pt idx="690">
                  <c:v>0.85214579180652805</c:v>
                </c:pt>
                <c:pt idx="691">
                  <c:v>0.85336865149705898</c:v>
                </c:pt>
                <c:pt idx="692">
                  <c:v>0.85459168737525493</c:v>
                </c:pt>
                <c:pt idx="693">
                  <c:v>0.85581490035295771</c:v>
                </c:pt>
                <c:pt idx="694">
                  <c:v>0.85703829134329246</c:v>
                </c:pt>
                <c:pt idx="695">
                  <c:v>0.85826186126067483</c:v>
                </c:pt>
                <c:pt idx="696">
                  <c:v>0.859485611020819</c:v>
                </c:pt>
                <c:pt idx="697">
                  <c:v>0.86070954154074508</c:v>
                </c:pt>
                <c:pt idx="698">
                  <c:v>0.86193365373878694</c:v>
                </c:pt>
                <c:pt idx="699">
                  <c:v>0.86315794853460004</c:v>
                </c:pt>
                <c:pt idx="700">
                  <c:v>0.86438242684916899</c:v>
                </c:pt>
                <c:pt idx="701">
                  <c:v>0.86560708960481558</c:v>
                </c:pt>
                <c:pt idx="702">
                  <c:v>0.8668319377252065</c:v>
                </c:pt>
                <c:pt idx="703">
                  <c:v>0.86805697213536115</c:v>
                </c:pt>
                <c:pt idx="704">
                  <c:v>0.86928219376165961</c:v>
                </c:pt>
                <c:pt idx="705">
                  <c:v>0.87050760353185042</c:v>
                </c:pt>
                <c:pt idx="706">
                  <c:v>0.87173320237505869</c:v>
                </c:pt>
                <c:pt idx="707">
                  <c:v>0.87295899122179399</c:v>
                </c:pt>
                <c:pt idx="708">
                  <c:v>0.8741849710039582</c:v>
                </c:pt>
                <c:pt idx="709">
                  <c:v>0.87541114265485387</c:v>
                </c:pt>
                <c:pt idx="710">
                  <c:v>0.87663750710919197</c:v>
                </c:pt>
                <c:pt idx="711">
                  <c:v>0.87786406530310002</c:v>
                </c:pt>
                <c:pt idx="712">
                  <c:v>0.87909081817413037</c:v>
                </c:pt>
                <c:pt idx="713">
                  <c:v>0.88031776666126826</c:v>
                </c:pt>
                <c:pt idx="714">
                  <c:v>0.88154491170493987</c:v>
                </c:pt>
                <c:pt idx="715">
                  <c:v>0.88277225424702066</c:v>
                </c:pt>
                <c:pt idx="716">
                  <c:v>0.88399979523084371</c:v>
                </c:pt>
                <c:pt idx="717">
                  <c:v>0.88522753560120759</c:v>
                </c:pt>
                <c:pt idx="718">
                  <c:v>0.88645547630438526</c:v>
                </c:pt>
                <c:pt idx="719">
                  <c:v>0.8876836182881318</c:v>
                </c:pt>
                <c:pt idx="720">
                  <c:v>0.88891196250169324</c:v>
                </c:pt>
                <c:pt idx="721">
                  <c:v>0.8901405098958145</c:v>
                </c:pt>
                <c:pt idx="722">
                  <c:v>0.8913692614227483</c:v>
                </c:pt>
                <c:pt idx="723">
                  <c:v>0.89259821803626327</c:v>
                </c:pt>
                <c:pt idx="724">
                  <c:v>0.89382738069165246</c:v>
                </c:pt>
                <c:pt idx="725">
                  <c:v>0.89505675034574217</c:v>
                </c:pt>
                <c:pt idx="726">
                  <c:v>0.89628632795690011</c:v>
                </c:pt>
                <c:pt idx="727">
                  <c:v>0.8975161144850442</c:v>
                </c:pt>
                <c:pt idx="728">
                  <c:v>0.89874611089165113</c:v>
                </c:pt>
                <c:pt idx="729">
                  <c:v>0.8999763181397652</c:v>
                </c:pt>
                <c:pt idx="730">
                  <c:v>0.90120673719400668</c:v>
                </c:pt>
                <c:pt idx="731">
                  <c:v>0.90243736902058069</c:v>
                </c:pt>
                <c:pt idx="732">
                  <c:v>0.90366821458728608</c:v>
                </c:pt>
                <c:pt idx="733">
                  <c:v>0.90489927486352406</c:v>
                </c:pt>
                <c:pt idx="734">
                  <c:v>0.90613055082030713</c:v>
                </c:pt>
                <c:pt idx="735">
                  <c:v>0.90736204343026783</c:v>
                </c:pt>
                <c:pt idx="736">
                  <c:v>0.9085937536676677</c:v>
                </c:pt>
                <c:pt idx="737">
                  <c:v>0.90982568250840623</c:v>
                </c:pt>
                <c:pt idx="738">
                  <c:v>0.91105783093002979</c:v>
                </c:pt>
                <c:pt idx="739">
                  <c:v>0.91229019991174076</c:v>
                </c:pt>
                <c:pt idx="740">
                  <c:v>0.91352279043440621</c:v>
                </c:pt>
                <c:pt idx="741">
                  <c:v>0.9147556034805675</c:v>
                </c:pt>
                <c:pt idx="742">
                  <c:v>0.91598864003444891</c:v>
                </c:pt>
                <c:pt idx="743">
                  <c:v>0.91722190108196722</c:v>
                </c:pt>
                <c:pt idx="744">
                  <c:v>0.91845538761074041</c:v>
                </c:pt>
                <c:pt idx="745">
                  <c:v>0.91968910061009745</c:v>
                </c:pt>
                <c:pt idx="746">
                  <c:v>0.92092304107108702</c:v>
                </c:pt>
                <c:pt idx="747">
                  <c:v>0.9221572099864872</c:v>
                </c:pt>
                <c:pt idx="748">
                  <c:v>0.92339160835081457</c:v>
                </c:pt>
                <c:pt idx="749">
                  <c:v>0.92462623716033387</c:v>
                </c:pt>
                <c:pt idx="750">
                  <c:v>0.9258610974130671</c:v>
                </c:pt>
                <c:pt idx="751">
                  <c:v>0.92709619010880306</c:v>
                </c:pt>
                <c:pt idx="752">
                  <c:v>0.92833151624910704</c:v>
                </c:pt>
                <c:pt idx="753">
                  <c:v>0.92956707683733009</c:v>
                </c:pt>
                <c:pt idx="754">
                  <c:v>0.93080287287861874</c:v>
                </c:pt>
                <c:pt idx="755">
                  <c:v>0.93203890537992462</c:v>
                </c:pt>
                <c:pt idx="756">
                  <c:v>0.93327517535001403</c:v>
                </c:pt>
                <c:pt idx="757">
                  <c:v>0.9345116837994778</c:v>
                </c:pt>
                <c:pt idx="758">
                  <c:v>0.93574843174074085</c:v>
                </c:pt>
                <c:pt idx="759">
                  <c:v>0.93698542018807207</c:v>
                </c:pt>
                <c:pt idx="760">
                  <c:v>0.9382226501575941</c:v>
                </c:pt>
                <c:pt idx="761">
                  <c:v>0.93946012266729317</c:v>
                </c:pt>
                <c:pt idx="762">
                  <c:v>0.94069783873702906</c:v>
                </c:pt>
                <c:pt idx="763">
                  <c:v>0.94193579938854499</c:v>
                </c:pt>
                <c:pt idx="764">
                  <c:v>0.94317400564547771</c:v>
                </c:pt>
                <c:pt idx="765">
                  <c:v>0.9444124585333673</c:v>
                </c:pt>
                <c:pt idx="766">
                  <c:v>0.94565115907966768</c:v>
                </c:pt>
                <c:pt idx="767">
                  <c:v>0.9468901083137562</c:v>
                </c:pt>
                <c:pt idx="768">
                  <c:v>0.94812930726694422</c:v>
                </c:pt>
                <c:pt idx="769">
                  <c:v>0.94936875697248702</c:v>
                </c:pt>
                <c:pt idx="770">
                  <c:v>0.95060845846559439</c:v>
                </c:pt>
                <c:pt idx="771">
                  <c:v>0.95184841278344046</c:v>
                </c:pt>
                <c:pt idx="772">
                  <c:v>0.95308862096517455</c:v>
                </c:pt>
                <c:pt idx="773">
                  <c:v>0.95432908405193129</c:v>
                </c:pt>
                <c:pt idx="774">
                  <c:v>0.95556980308684092</c:v>
                </c:pt>
                <c:pt idx="775">
                  <c:v>0.95681077911504009</c:v>
                </c:pt>
                <c:pt idx="776">
                  <c:v>0.95805201318368205</c:v>
                </c:pt>
                <c:pt idx="777">
                  <c:v>0.95929350634194765</c:v>
                </c:pt>
                <c:pt idx="778">
                  <c:v>0.96053525964105546</c:v>
                </c:pt>
                <c:pt idx="779">
                  <c:v>0.96177727413427283</c:v>
                </c:pt>
                <c:pt idx="780">
                  <c:v>0.96301955087692648</c:v>
                </c:pt>
                <c:pt idx="781">
                  <c:v>0.96426209092641313</c:v>
                </c:pt>
                <c:pt idx="782">
                  <c:v>0.9655048953422104</c:v>
                </c:pt>
                <c:pt idx="783">
                  <c:v>0.9667479651858879</c:v>
                </c:pt>
                <c:pt idx="784">
                  <c:v>0.96799130152111768</c:v>
                </c:pt>
                <c:pt idx="785">
                  <c:v>0.96923490541368562</c:v>
                </c:pt>
                <c:pt idx="786">
                  <c:v>0.97047877793150217</c:v>
                </c:pt>
                <c:pt idx="787">
                  <c:v>0.97172292014461359</c:v>
                </c:pt>
                <c:pt idx="788">
                  <c:v>0.97296733312521277</c:v>
                </c:pt>
                <c:pt idx="789">
                  <c:v>0.97421201794765078</c:v>
                </c:pt>
                <c:pt idx="790">
                  <c:v>0.9754569756884478</c:v>
                </c:pt>
                <c:pt idx="791">
                  <c:v>0.97670220742630454</c:v>
                </c:pt>
                <c:pt idx="792">
                  <c:v>0.97794771424211335</c:v>
                </c:pt>
                <c:pt idx="793">
                  <c:v>0.97919349721896976</c:v>
                </c:pt>
                <c:pt idx="794">
                  <c:v>0.98043955744218381</c:v>
                </c:pt>
                <c:pt idx="795">
                  <c:v>0.98168589599929168</c:v>
                </c:pt>
                <c:pt idx="796">
                  <c:v>0.98293251398006709</c:v>
                </c:pt>
                <c:pt idx="797">
                  <c:v>0.98417941247653273</c:v>
                </c:pt>
                <c:pt idx="798">
                  <c:v>0.98542659258297216</c:v>
                </c:pt>
                <c:pt idx="799">
                  <c:v>0.98667405539594144</c:v>
                </c:pt>
                <c:pt idx="800">
                  <c:v>0.98792180201428059</c:v>
                </c:pt>
                <c:pt idx="801">
                  <c:v>0.98916983353912591</c:v>
                </c:pt>
                <c:pt idx="802">
                  <c:v>0.99041815107392128</c:v>
                </c:pt>
                <c:pt idx="803">
                  <c:v>0.99166675572443053</c:v>
                </c:pt>
                <c:pt idx="804">
                  <c:v>0.99291564859874903</c:v>
                </c:pt>
                <c:pt idx="805">
                  <c:v>0.99416483080731588</c:v>
                </c:pt>
                <c:pt idx="806">
                  <c:v>0.99541430346292603</c:v>
                </c:pt>
                <c:pt idx="807">
                  <c:v>0.99666406768074245</c:v>
                </c:pt>
                <c:pt idx="808">
                  <c:v>0.99791412457830808</c:v>
                </c:pt>
                <c:pt idx="809">
                  <c:v>0.99916447527555829</c:v>
                </c:pt>
                <c:pt idx="810">
                  <c:v>1.0004151208948333</c:v>
                </c:pt>
                <c:pt idx="811">
                  <c:v>1.0016660625608902</c:v>
                </c:pt>
                <c:pt idx="812">
                  <c:v>1.0029173014009156</c:v>
                </c:pt>
                <c:pt idx="813">
                  <c:v>1.004168838544538</c:v>
                </c:pt>
                <c:pt idx="814">
                  <c:v>1.0054206751238406</c:v>
                </c:pt>
                <c:pt idx="815">
                  <c:v>1.0066728122733737</c:v>
                </c:pt>
                <c:pt idx="816">
                  <c:v>1.0079252511301675</c:v>
                </c:pt>
                <c:pt idx="817">
                  <c:v>1.0091779928337445</c:v>
                </c:pt>
                <c:pt idx="818">
                  <c:v>1.0104310385261326</c:v>
                </c:pt>
                <c:pt idx="819">
                  <c:v>1.0116843893518779</c:v>
                </c:pt>
                <c:pt idx="820">
                  <c:v>1.0129380464580577</c:v>
                </c:pt>
                <c:pt idx="821">
                  <c:v>1.0141920109942935</c:v>
                </c:pt>
                <c:pt idx="822">
                  <c:v>1.0154462841127636</c:v>
                </c:pt>
                <c:pt idx="823">
                  <c:v>1.0167008669682167</c:v>
                </c:pt>
                <c:pt idx="824">
                  <c:v>1.017955760717985</c:v>
                </c:pt>
                <c:pt idx="825">
                  <c:v>1.0192109665219973</c:v>
                </c:pt>
                <c:pt idx="826">
                  <c:v>1.0204664855427923</c:v>
                </c:pt>
                <c:pt idx="827">
                  <c:v>1.0217223189455322</c:v>
                </c:pt>
                <c:pt idx="828">
                  <c:v>1.0229784678980161</c:v>
                </c:pt>
                <c:pt idx="829">
                  <c:v>1.0242349335706931</c:v>
                </c:pt>
                <c:pt idx="830">
                  <c:v>1.0254917171366762</c:v>
                </c:pt>
                <c:pt idx="831">
                  <c:v>1.026748819771756</c:v>
                </c:pt>
                <c:pt idx="832">
                  <c:v>1.0280062426544143</c:v>
                </c:pt>
                <c:pt idx="833">
                  <c:v>1.029263986965838</c:v>
                </c:pt>
                <c:pt idx="834">
                  <c:v>1.0305220538899327</c:v>
                </c:pt>
                <c:pt idx="835">
                  <c:v>1.0312215152853419</c:v>
                </c:pt>
                <c:pt idx="836">
                  <c:v>1.0319209766807511</c:v>
                </c:pt>
                <c:pt idx="837">
                  <c:v>1.0326204380761603</c:v>
                </c:pt>
                <c:pt idx="838">
                  <c:v>1.0333198994715695</c:v>
                </c:pt>
                <c:pt idx="839">
                  <c:v>1.0340193608669788</c:v>
                </c:pt>
                <c:pt idx="840">
                  <c:v>1.034718822262388</c:v>
                </c:pt>
                <c:pt idx="841">
                  <c:v>1.0354182836577972</c:v>
                </c:pt>
                <c:pt idx="842">
                  <c:v>1.0361177450532064</c:v>
                </c:pt>
                <c:pt idx="843">
                  <c:v>1.0368172064486156</c:v>
                </c:pt>
                <c:pt idx="844">
                  <c:v>1.0375166678440249</c:v>
                </c:pt>
                <c:pt idx="845">
                  <c:v>1.0382161292394341</c:v>
                </c:pt>
                <c:pt idx="846">
                  <c:v>1.0389155906348433</c:v>
                </c:pt>
                <c:pt idx="847">
                  <c:v>1.0396150520302525</c:v>
                </c:pt>
                <c:pt idx="848">
                  <c:v>1.0403145134256617</c:v>
                </c:pt>
                <c:pt idx="849">
                  <c:v>1.0410139748210709</c:v>
                </c:pt>
                <c:pt idx="850">
                  <c:v>1.0417134362164802</c:v>
                </c:pt>
                <c:pt idx="851">
                  <c:v>1.0424128976118894</c:v>
                </c:pt>
                <c:pt idx="852">
                  <c:v>1.0431123590072986</c:v>
                </c:pt>
                <c:pt idx="853">
                  <c:v>1.0438118204027078</c:v>
                </c:pt>
                <c:pt idx="854">
                  <c:v>1.044511281798117</c:v>
                </c:pt>
                <c:pt idx="855">
                  <c:v>1.0452107431935262</c:v>
                </c:pt>
                <c:pt idx="856">
                  <c:v>1.0459102045889355</c:v>
                </c:pt>
                <c:pt idx="857">
                  <c:v>1.0466096659843447</c:v>
                </c:pt>
                <c:pt idx="858">
                  <c:v>1.0473091273797539</c:v>
                </c:pt>
                <c:pt idx="859">
                  <c:v>1.0480085887751631</c:v>
                </c:pt>
                <c:pt idx="860">
                  <c:v>1.0487080501705723</c:v>
                </c:pt>
                <c:pt idx="861">
                  <c:v>1.0494075115659816</c:v>
                </c:pt>
                <c:pt idx="862">
                  <c:v>1.0501069729613908</c:v>
                </c:pt>
                <c:pt idx="863">
                  <c:v>1.0508064343568</c:v>
                </c:pt>
                <c:pt idx="864">
                  <c:v>1.0515058957522092</c:v>
                </c:pt>
                <c:pt idx="865">
                  <c:v>1.0522053571476184</c:v>
                </c:pt>
                <c:pt idx="866">
                  <c:v>1.0529048185430276</c:v>
                </c:pt>
                <c:pt idx="867">
                  <c:v>1.0536042799384369</c:v>
                </c:pt>
                <c:pt idx="868">
                  <c:v>1.0543037413338461</c:v>
                </c:pt>
                <c:pt idx="869">
                  <c:v>1.0550032027292553</c:v>
                </c:pt>
                <c:pt idx="870">
                  <c:v>1.0557026641246645</c:v>
                </c:pt>
                <c:pt idx="871">
                  <c:v>1.0564021255200737</c:v>
                </c:pt>
                <c:pt idx="872">
                  <c:v>1.0571015869154829</c:v>
                </c:pt>
                <c:pt idx="873">
                  <c:v>1.0578010483108922</c:v>
                </c:pt>
                <c:pt idx="874">
                  <c:v>1.0585005097063014</c:v>
                </c:pt>
                <c:pt idx="875">
                  <c:v>1.0591999711017106</c:v>
                </c:pt>
                <c:pt idx="876">
                  <c:v>1.0598994324971198</c:v>
                </c:pt>
                <c:pt idx="877">
                  <c:v>1.060598893892529</c:v>
                </c:pt>
                <c:pt idx="878">
                  <c:v>1.0612983552879383</c:v>
                </c:pt>
                <c:pt idx="879">
                  <c:v>1.0619978166833475</c:v>
                </c:pt>
                <c:pt idx="880">
                  <c:v>1.0626972780787567</c:v>
                </c:pt>
                <c:pt idx="881">
                  <c:v>1.0633967394741659</c:v>
                </c:pt>
                <c:pt idx="882">
                  <c:v>1.0640962008695751</c:v>
                </c:pt>
              </c:numCache>
            </c:numRef>
          </c:xVal>
          <c:yVal>
            <c:numRef>
              <c:f>Performance!$J$28:$J$910</c:f>
              <c:numCache>
                <c:formatCode>0</c:formatCode>
                <c:ptCount val="883"/>
                <c:pt idx="0">
                  <c:v>0</c:v>
                </c:pt>
                <c:pt idx="1">
                  <c:v>454.60116852204317</c:v>
                </c:pt>
                <c:pt idx="2">
                  <c:v>669.31142030393164</c:v>
                </c:pt>
                <c:pt idx="3">
                  <c:v>804.32392214721449</c:v>
                </c:pt>
                <c:pt idx="4">
                  <c:v>893.51978467958452</c:v>
                </c:pt>
                <c:pt idx="5">
                  <c:v>953.9788565920519</c:v>
                </c:pt>
                <c:pt idx="6">
                  <c:v>995.66364513250801</c:v>
                </c:pt>
                <c:pt idx="7">
                  <c:v>1024.7930438574595</c:v>
                </c:pt>
                <c:pt idx="8">
                  <c:v>1045.4001141313968</c:v>
                </c:pt>
                <c:pt idx="9">
                  <c:v>1060.1631951482286</c:v>
                </c:pt>
                <c:pt idx="10">
                  <c:v>1070.8892106536107</c:v>
                </c:pt>
                <c:pt idx="11">
                  <c:v>1078.8106634149487</c:v>
                </c:pt>
                <c:pt idx="12">
                  <c:v>1084.7749956622056</c:v>
                </c:pt>
                <c:pt idx="13">
                  <c:v>1089.368428823969</c:v>
                </c:pt>
                <c:pt idx="14">
                  <c:v>1092.9984181983707</c:v>
                </c:pt>
                <c:pt idx="15">
                  <c:v>1095.9492678805636</c:v>
                </c:pt>
                <c:pt idx="16">
                  <c:v>1098.4200031081241</c:v>
                </c:pt>
                <c:pt idx="17">
                  <c:v>1100.5503480666512</c:v>
                </c:pt>
                <c:pt idx="18">
                  <c:v>1102.4386458304957</c:v>
                </c:pt>
                <c:pt idx="19">
                  <c:v>1104.1542760161569</c:v>
                </c:pt>
                <c:pt idx="20">
                  <c:v>1105.7462919468392</c:v>
                </c:pt>
                <c:pt idx="21">
                  <c:v>1107.2494475074418</c:v>
                </c:pt>
                <c:pt idx="22">
                  <c:v>1108.688414376006</c:v>
                </c:pt>
                <c:pt idx="23">
                  <c:v>1110.0807404339928</c:v>
                </c:pt>
                <c:pt idx="24">
                  <c:v>1111.4389299166542</c:v>
                </c:pt>
                <c:pt idx="25">
                  <c:v>1112.7719092025068</c:v>
                </c:pt>
                <c:pt idx="26">
                  <c:v>1114.0860618144191</c:v>
                </c:pt>
                <c:pt idx="27">
                  <c:v>1115.3859606817252</c:v>
                </c:pt>
                <c:pt idx="28">
                  <c:v>1116.6748872006274</c:v>
                </c:pt>
                <c:pt idx="29">
                  <c:v>1117.9551998555844</c:v>
                </c:pt>
                <c:pt idx="30">
                  <c:v>1119.2285964747059</c:v>
                </c:pt>
                <c:pt idx="31">
                  <c:v>1120.4963011470829</c:v>
                </c:pt>
                <c:pt idx="32">
                  <c:v>1121.7591976769791</c:v>
                </c:pt>
                <c:pt idx="33">
                  <c:v>1123.0179250307222</c:v>
                </c:pt>
                <c:pt idx="34">
                  <c:v>1124.2729457195085</c:v>
                </c:pt>
                <c:pt idx="35">
                  <c:v>1125.5245948726638</c:v>
                </c:pt>
                <c:pt idx="36">
                  <c:v>1126.7731155138283</c:v>
                </c:pt>
                <c:pt idx="37">
                  <c:v>1128.0186839610476</c:v>
                </c:pt>
                <c:pt idx="38">
                  <c:v>1129.2614281449132</c:v>
                </c:pt>
                <c:pt idx="39">
                  <c:v>1130.5014408417769</c:v>
                </c:pt>
                <c:pt idx="40">
                  <c:v>1131.7387892472821</c:v>
                </c:pt>
                <c:pt idx="41">
                  <c:v>1132.9735219159948</c:v>
                </c:pt>
                <c:pt idx="42">
                  <c:v>1134.2056737965561</c:v>
                </c:pt>
                <c:pt idx="43">
                  <c:v>1135.4352698922391</c:v>
                </c:pt>
                <c:pt idx="44">
                  <c:v>1136.662327927655</c:v>
                </c:pt>
                <c:pt idx="45">
                  <c:v>1137.8868602912673</c:v>
                </c:pt>
                <c:pt idx="46">
                  <c:v>1139.1088754555913</c:v>
                </c:pt>
                <c:pt idx="47">
                  <c:v>1140.3283790147771</c:v>
                </c:pt>
                <c:pt idx="48">
                  <c:v>1141.5453744454296</c:v>
                </c:pt>
                <c:pt idx="49">
                  <c:v>1142.759863664211</c:v>
                </c:pt>
                <c:pt idx="50">
                  <c:v>1143.9718474379727</c:v>
                </c:pt>
                <c:pt idx="51">
                  <c:v>1145.1813256853704</c:v>
                </c:pt>
                <c:pt idx="52">
                  <c:v>1146.3882976980772</c:v>
                </c:pt>
                <c:pt idx="53">
                  <c:v>1147.5927623056953</c:v>
                </c:pt>
                <c:pt idx="54">
                  <c:v>1148.7947179965481</c:v>
                </c:pt>
                <c:pt idx="55">
                  <c:v>1149.9941630071121</c:v>
                </c:pt>
                <c:pt idx="56">
                  <c:v>1151.1910953885006</c:v>
                </c:pt>
                <c:pt idx="57">
                  <c:v>1152.3855130554875</c:v>
                </c:pt>
                <c:pt idx="58">
                  <c:v>1153.5774138237903</c:v>
                </c:pt>
                <c:pt idx="59">
                  <c:v>1154.7667954363781</c:v>
                </c:pt>
                <c:pt idx="60">
                  <c:v>1155.9536555844836</c:v>
                </c:pt>
                <c:pt idx="61">
                  <c:v>1157.1379919220758</c:v>
                </c:pt>
                <c:pt idx="62">
                  <c:v>1158.3198020777186</c:v>
                </c:pt>
                <c:pt idx="63">
                  <c:v>1159.4990836623836</c:v>
                </c:pt>
                <c:pt idx="64">
                  <c:v>1160.6758342768828</c:v>
                </c:pt>
                <c:pt idx="65">
                  <c:v>1161.8500515149872</c:v>
                </c:pt>
                <c:pt idx="66">
                  <c:v>1163.0217329683878</c:v>
                </c:pt>
                <c:pt idx="67">
                  <c:v>1164.1908762286357</c:v>
                </c:pt>
                <c:pt idx="68">
                  <c:v>1165.357478889295</c:v>
                </c:pt>
                <c:pt idx="69">
                  <c:v>1166.5215385472488</c:v>
                </c:pt>
                <c:pt idx="70">
                  <c:v>1167.68305280454</c:v>
                </c:pt>
                <c:pt idx="71">
                  <c:v>1168.842019268171</c:v>
                </c:pt>
                <c:pt idx="72">
                  <c:v>1169.9984355515201</c:v>
                </c:pt>
                <c:pt idx="73">
                  <c:v>1171.1522992746955</c:v>
                </c:pt>
                <c:pt idx="74">
                  <c:v>1172.3036080644088</c:v>
                </c:pt>
                <c:pt idx="75">
                  <c:v>1173.4523595549654</c:v>
                </c:pt>
                <c:pt idx="76">
                  <c:v>1174.5985513877984</c:v>
                </c:pt>
                <c:pt idx="77">
                  <c:v>1175.7421812121361</c:v>
                </c:pt>
                <c:pt idx="78">
                  <c:v>1176.8832466847953</c:v>
                </c:pt>
                <c:pt idx="79">
                  <c:v>1178.0217454702677</c:v>
                </c:pt>
                <c:pt idx="80">
                  <c:v>1179.1576752409962</c:v>
                </c:pt>
                <c:pt idx="81">
                  <c:v>1180.2910336771124</c:v>
                </c:pt>
                <c:pt idx="82">
                  <c:v>1181.4218184666215</c:v>
                </c:pt>
                <c:pt idx="83">
                  <c:v>1182.5500273056093</c:v>
                </c:pt>
                <c:pt idx="84">
                  <c:v>1183.6756578978082</c:v>
                </c:pt>
                <c:pt idx="85">
                  <c:v>1184.7987079547831</c:v>
                </c:pt>
                <c:pt idx="86">
                  <c:v>1185.9191751961898</c:v>
                </c:pt>
                <c:pt idx="87">
                  <c:v>1187.0370573495916</c:v>
                </c:pt>
                <c:pt idx="88">
                  <c:v>1188.1523521501745</c:v>
                </c:pt>
                <c:pt idx="89">
                  <c:v>1189.2650573408146</c:v>
                </c:pt>
                <c:pt idx="90">
                  <c:v>1190.3751706727471</c:v>
                </c:pt>
                <c:pt idx="91">
                  <c:v>1191.4826899045934</c:v>
                </c:pt>
                <c:pt idx="92">
                  <c:v>1192.587612802922</c:v>
                </c:pt>
                <c:pt idx="93">
                  <c:v>1193.6899371421291</c:v>
                </c:pt>
                <c:pt idx="94">
                  <c:v>1194.7896607042333</c:v>
                </c:pt>
                <c:pt idx="95">
                  <c:v>1195.886781279017</c:v>
                </c:pt>
                <c:pt idx="96">
                  <c:v>1196.9812966641748</c:v>
                </c:pt>
                <c:pt idx="97">
                  <c:v>1198.0732046648325</c:v>
                </c:pt>
                <c:pt idx="98">
                  <c:v>1199.162503094022</c:v>
                </c:pt>
                <c:pt idx="99">
                  <c:v>1200.2491897722371</c:v>
                </c:pt>
                <c:pt idx="100">
                  <c:v>1201.3332625277696</c:v>
                </c:pt>
                <c:pt idx="101">
                  <c:v>1202.4147191967309</c:v>
                </c:pt>
                <c:pt idx="102">
                  <c:v>1203.4935576223825</c:v>
                </c:pt>
                <c:pt idx="103">
                  <c:v>1204.5697756560457</c:v>
                </c:pt>
                <c:pt idx="104">
                  <c:v>1205.6433711562836</c:v>
                </c:pt>
                <c:pt idx="105">
                  <c:v>1206.7143419893703</c:v>
                </c:pt>
                <c:pt idx="106">
                  <c:v>1207.7826860291134</c:v>
                </c:pt>
                <c:pt idx="107">
                  <c:v>1208.848401156843</c:v>
                </c:pt>
                <c:pt idx="108">
                  <c:v>1209.9114852613379</c:v>
                </c:pt>
                <c:pt idx="109">
                  <c:v>1210.9719362390458</c:v>
                </c:pt>
                <c:pt idx="110">
                  <c:v>1212.0297519936262</c:v>
                </c:pt>
                <c:pt idx="111">
                  <c:v>1213.0849304362805</c:v>
                </c:pt>
                <c:pt idx="112">
                  <c:v>1214.1374694858764</c:v>
                </c:pt>
                <c:pt idx="113">
                  <c:v>1215.1873670682055</c:v>
                </c:pt>
                <c:pt idx="114">
                  <c:v>1216.2346211170891</c:v>
                </c:pt>
                <c:pt idx="115">
                  <c:v>1217.279229573269</c:v>
                </c:pt>
                <c:pt idx="116">
                  <c:v>1218.3211903848187</c:v>
                </c:pt>
                <c:pt idx="117">
                  <c:v>1219.3605015075862</c:v>
                </c:pt>
                <c:pt idx="118">
                  <c:v>1220.3971609043144</c:v>
                </c:pt>
                <c:pt idx="119">
                  <c:v>1221.4311665453554</c:v>
                </c:pt>
                <c:pt idx="120">
                  <c:v>1222.4625164081829</c:v>
                </c:pt>
                <c:pt idx="121">
                  <c:v>1223.4912084774969</c:v>
                </c:pt>
                <c:pt idx="122">
                  <c:v>1224.5172407455614</c:v>
                </c:pt>
                <c:pt idx="123">
                  <c:v>1225.5406112115647</c:v>
                </c:pt>
                <c:pt idx="124">
                  <c:v>1226.5613178820108</c:v>
                </c:pt>
                <c:pt idx="125">
                  <c:v>1227.5793587707251</c:v>
                </c:pt>
                <c:pt idx="126">
                  <c:v>1228.5947318987176</c:v>
                </c:pt>
                <c:pt idx="127">
                  <c:v>1229.6074352939454</c:v>
                </c:pt>
                <c:pt idx="128">
                  <c:v>1230.6174669918939</c:v>
                </c:pt>
                <c:pt idx="129">
                  <c:v>1231.6248250348824</c:v>
                </c:pt>
                <c:pt idx="130">
                  <c:v>1232.6295074724269</c:v>
                </c:pt>
                <c:pt idx="131">
                  <c:v>1233.6315123613354</c:v>
                </c:pt>
                <c:pt idx="132">
                  <c:v>1234.6308377652658</c:v>
                </c:pt>
                <c:pt idx="133">
                  <c:v>1235.6274817552071</c:v>
                </c:pt>
                <c:pt idx="134">
                  <c:v>1236.6214424088541</c:v>
                </c:pt>
                <c:pt idx="135">
                  <c:v>1237.6127178114264</c:v>
                </c:pt>
                <c:pt idx="136">
                  <c:v>1238.6013060548007</c:v>
                </c:pt>
                <c:pt idx="137">
                  <c:v>1239.5872052379589</c:v>
                </c:pt>
                <c:pt idx="138">
                  <c:v>1240.5704134670502</c:v>
                </c:pt>
                <c:pt idx="139">
                  <c:v>1241.5509288549106</c:v>
                </c:pt>
                <c:pt idx="140">
                  <c:v>1242.5287495217488</c:v>
                </c:pt>
                <c:pt idx="141">
                  <c:v>1243.5038735942728</c:v>
                </c:pt>
                <c:pt idx="142">
                  <c:v>1244.4762992063725</c:v>
                </c:pt>
                <c:pt idx="143">
                  <c:v>1245.4460244989634</c:v>
                </c:pt>
                <c:pt idx="144">
                  <c:v>1246.4130476196628</c:v>
                </c:pt>
                <c:pt idx="145">
                  <c:v>1247.3773667230789</c:v>
                </c:pt>
                <c:pt idx="146">
                  <c:v>1248.3389799707243</c:v>
                </c:pt>
                <c:pt idx="147">
                  <c:v>1249.2978855308538</c:v>
                </c:pt>
                <c:pt idx="148">
                  <c:v>1250.2540815787147</c:v>
                </c:pt>
                <c:pt idx="149">
                  <c:v>1251.2075662963264</c:v>
                </c:pt>
                <c:pt idx="150">
                  <c:v>1252.1583378724674</c:v>
                </c:pt>
                <c:pt idx="151">
                  <c:v>1253.1063945027925</c:v>
                </c:pt>
                <c:pt idx="152">
                  <c:v>1254.0517343897377</c:v>
                </c:pt>
                <c:pt idx="153">
                  <c:v>1254.9943557425017</c:v>
                </c:pt>
                <c:pt idx="154">
                  <c:v>1255.9342567770468</c:v>
                </c:pt>
                <c:pt idx="155">
                  <c:v>1256.8714357160056</c:v>
                </c:pt>
                <c:pt idx="156">
                  <c:v>1257.805890788926</c:v>
                </c:pt>
                <c:pt idx="157">
                  <c:v>1258.7376202318228</c:v>
                </c:pt>
                <c:pt idx="158">
                  <c:v>1259.666622287634</c:v>
                </c:pt>
                <c:pt idx="159">
                  <c:v>1260.5928952058159</c:v>
                </c:pt>
                <c:pt idx="160">
                  <c:v>1261.5164372426734</c:v>
                </c:pt>
                <c:pt idx="161">
                  <c:v>1262.437246661065</c:v>
                </c:pt>
                <c:pt idx="162">
                  <c:v>1263.3553217303436</c:v>
                </c:pt>
                <c:pt idx="163">
                  <c:v>1264.2706607268035</c:v>
                </c:pt>
                <c:pt idx="164">
                  <c:v>1265.183261933169</c:v>
                </c:pt>
                <c:pt idx="165">
                  <c:v>1266.0931236387255</c:v>
                </c:pt>
                <c:pt idx="166">
                  <c:v>1267.0002441394522</c:v>
                </c:pt>
                <c:pt idx="167">
                  <c:v>1267.9046217379077</c:v>
                </c:pt>
                <c:pt idx="168">
                  <c:v>1268.8062547431455</c:v>
                </c:pt>
                <c:pt idx="169">
                  <c:v>1269.7051414707526</c:v>
                </c:pt>
                <c:pt idx="170">
                  <c:v>1270.6012802429543</c:v>
                </c:pt>
                <c:pt idx="171">
                  <c:v>1271.4946693884046</c:v>
                </c:pt>
                <c:pt idx="172">
                  <c:v>1272.3853072422744</c:v>
                </c:pt>
                <c:pt idx="173">
                  <c:v>1273.2731921462796</c:v>
                </c:pt>
                <c:pt idx="174">
                  <c:v>1274.1583224484791</c:v>
                </c:pt>
                <c:pt idx="175">
                  <c:v>1275.0406965036709</c:v>
                </c:pt>
                <c:pt idx="176">
                  <c:v>1275.9203126727807</c:v>
                </c:pt>
                <c:pt idx="177">
                  <c:v>1276.7971693233883</c:v>
                </c:pt>
                <c:pt idx="178">
                  <c:v>1277.6712648294063</c:v>
                </c:pt>
                <c:pt idx="179">
                  <c:v>1278.5425975713006</c:v>
                </c:pt>
                <c:pt idx="180">
                  <c:v>1279.4111659357156</c:v>
                </c:pt>
                <c:pt idx="181">
                  <c:v>1280.2769683158106</c:v>
                </c:pt>
                <c:pt idx="182">
                  <c:v>1281.1400031112032</c:v>
                </c:pt>
                <c:pt idx="183">
                  <c:v>1282.0002687277306</c:v>
                </c:pt>
                <c:pt idx="184">
                  <c:v>1282.8577635776353</c:v>
                </c:pt>
                <c:pt idx="185">
                  <c:v>1283.7124860793829</c:v>
                </c:pt>
                <c:pt idx="186">
                  <c:v>1284.5644346580614</c:v>
                </c:pt>
                <c:pt idx="187">
                  <c:v>1285.413607744812</c:v>
                </c:pt>
                <c:pt idx="188">
                  <c:v>1286.260003777126</c:v>
                </c:pt>
                <c:pt idx="189">
                  <c:v>1287.1036211987685</c:v>
                </c:pt>
                <c:pt idx="190">
                  <c:v>1287.9444584598923</c:v>
                </c:pt>
                <c:pt idx="191">
                  <c:v>1288.7825140167949</c:v>
                </c:pt>
                <c:pt idx="192">
                  <c:v>1289.617786332049</c:v>
                </c:pt>
                <c:pt idx="193">
                  <c:v>1290.4502738745095</c:v>
                </c:pt>
                <c:pt idx="194">
                  <c:v>1291.2799751192133</c:v>
                </c:pt>
                <c:pt idx="195">
                  <c:v>1292.1068885474428</c:v>
                </c:pt>
                <c:pt idx="196">
                  <c:v>1292.9310126466398</c:v>
                </c:pt>
                <c:pt idx="197">
                  <c:v>1293.7523459104982</c:v>
                </c:pt>
                <c:pt idx="198">
                  <c:v>1294.5708868387999</c:v>
                </c:pt>
                <c:pt idx="199">
                  <c:v>1295.3866339375923</c:v>
                </c:pt>
                <c:pt idx="200">
                  <c:v>1296.1995857190238</c:v>
                </c:pt>
                <c:pt idx="201">
                  <c:v>1297.0097407013911</c:v>
                </c:pt>
                <c:pt idx="202">
                  <c:v>1297.8170974091079</c:v>
                </c:pt>
                <c:pt idx="203">
                  <c:v>1298.6216543727519</c:v>
                </c:pt>
                <c:pt idx="204">
                  <c:v>1299.4234101289519</c:v>
                </c:pt>
                <c:pt idx="205">
                  <c:v>1300.2223632204964</c:v>
                </c:pt>
                <c:pt idx="206">
                  <c:v>1301.018512196222</c:v>
                </c:pt>
                <c:pt idx="207">
                  <c:v>1301.8118556109621</c:v>
                </c:pt>
                <c:pt idx="208">
                  <c:v>1302.6023920258262</c:v>
                </c:pt>
                <c:pt idx="209">
                  <c:v>1303.3901200077701</c:v>
                </c:pt>
                <c:pt idx="210">
                  <c:v>1304.1750381298436</c:v>
                </c:pt>
                <c:pt idx="211">
                  <c:v>1304.9571449711902</c:v>
                </c:pt>
                <c:pt idx="212">
                  <c:v>1305.7364391168705</c:v>
                </c:pt>
                <c:pt idx="213">
                  <c:v>1306.5129191580349</c:v>
                </c:pt>
                <c:pt idx="214">
                  <c:v>1307.2865836917827</c:v>
                </c:pt>
                <c:pt idx="215">
                  <c:v>1308.057431321299</c:v>
                </c:pt>
                <c:pt idx="216">
                  <c:v>1308.825460655469</c:v>
                </c:pt>
                <c:pt idx="217">
                  <c:v>1309.5906703095363</c:v>
                </c:pt>
                <c:pt idx="218">
                  <c:v>1310.3530589044262</c:v>
                </c:pt>
                <c:pt idx="219">
                  <c:v>1311.1126250669404</c:v>
                </c:pt>
                <c:pt idx="220">
                  <c:v>1311.8693674301569</c:v>
                </c:pt>
                <c:pt idx="221">
                  <c:v>1312.6232846326529</c:v>
                </c:pt>
                <c:pt idx="222">
                  <c:v>1313.3743753192305</c:v>
                </c:pt>
                <c:pt idx="223">
                  <c:v>1314.1226381404742</c:v>
                </c:pt>
                <c:pt idx="224">
                  <c:v>1314.8680717528614</c:v>
                </c:pt>
                <c:pt idx="225">
                  <c:v>1315.6106748187392</c:v>
                </c:pt>
                <c:pt idx="226">
                  <c:v>1316.3504460062661</c:v>
                </c:pt>
                <c:pt idx="227">
                  <c:v>1317.0873839896831</c:v>
                </c:pt>
                <c:pt idx="228">
                  <c:v>1317.8214874487535</c:v>
                </c:pt>
                <c:pt idx="229">
                  <c:v>1318.5527550693878</c:v>
                </c:pt>
                <c:pt idx="230">
                  <c:v>1319.2811855430341</c:v>
                </c:pt>
                <c:pt idx="231">
                  <c:v>1320.0067775671907</c:v>
                </c:pt>
                <c:pt idx="232">
                  <c:v>1320.7295298450699</c:v>
                </c:pt>
                <c:pt idx="233">
                  <c:v>1321.4494410857137</c:v>
                </c:pt>
                <c:pt idx="234">
                  <c:v>1322.1665100038722</c:v>
                </c:pt>
                <c:pt idx="235">
                  <c:v>1322.8807353201503</c:v>
                </c:pt>
                <c:pt idx="236">
                  <c:v>1323.5921157608393</c:v>
                </c:pt>
                <c:pt idx="237">
                  <c:v>1324.3006500581762</c:v>
                </c:pt>
                <c:pt idx="238">
                  <c:v>1325.0063369498484</c:v>
                </c:pt>
                <c:pt idx="239">
                  <c:v>1325.7091751796156</c:v>
                </c:pt>
                <c:pt idx="240">
                  <c:v>1326.4091634966135</c:v>
                </c:pt>
                <c:pt idx="241">
                  <c:v>1327.1063006560298</c:v>
                </c:pt>
                <c:pt idx="242">
                  <c:v>1327.8005854185617</c:v>
                </c:pt>
                <c:pt idx="243">
                  <c:v>1328.4920165506378</c:v>
                </c:pt>
                <c:pt idx="244">
                  <c:v>1329.1805928243812</c:v>
                </c:pt>
                <c:pt idx="245">
                  <c:v>1329.8663130176483</c:v>
                </c:pt>
                <c:pt idx="246">
                  <c:v>1330.5491759139293</c:v>
                </c:pt>
                <c:pt idx="247">
                  <c:v>1331.2291803023068</c:v>
                </c:pt>
                <c:pt idx="248">
                  <c:v>1331.9063249777164</c:v>
                </c:pt>
                <c:pt idx="249">
                  <c:v>1332.5806087404765</c:v>
                </c:pt>
                <c:pt idx="250">
                  <c:v>1333.2520303967526</c:v>
                </c:pt>
                <c:pt idx="251">
                  <c:v>1333.9205887582464</c:v>
                </c:pt>
                <c:pt idx="252">
                  <c:v>1334.5862826422526</c:v>
                </c:pt>
                <c:pt idx="253">
                  <c:v>1335.2491108717209</c:v>
                </c:pt>
                <c:pt idx="254">
                  <c:v>1335.9090722752276</c:v>
                </c:pt>
                <c:pt idx="255">
                  <c:v>1336.5661656868306</c:v>
                </c:pt>
                <c:pt idx="256">
                  <c:v>1337.2203899462515</c:v>
                </c:pt>
                <c:pt idx="257">
                  <c:v>1337.8717438988047</c:v>
                </c:pt>
                <c:pt idx="258">
                  <c:v>1338.5202263953076</c:v>
                </c:pt>
                <c:pt idx="259">
                  <c:v>1339.165836292156</c:v>
                </c:pt>
                <c:pt idx="260">
                  <c:v>1339.8085724512866</c:v>
                </c:pt>
                <c:pt idx="261">
                  <c:v>1340.4484337402305</c:v>
                </c:pt>
                <c:pt idx="262">
                  <c:v>1341.0854190319046</c:v>
                </c:pt>
                <c:pt idx="263">
                  <c:v>1341.719527204903</c:v>
                </c:pt>
                <c:pt idx="264">
                  <c:v>1342.3507571432754</c:v>
                </c:pt>
                <c:pt idx="265">
                  <c:v>1342.9791077365339</c:v>
                </c:pt>
                <c:pt idx="266">
                  <c:v>1343.6045778797532</c:v>
                </c:pt>
                <c:pt idx="267">
                  <c:v>1344.2271664734637</c:v>
                </c:pt>
                <c:pt idx="268">
                  <c:v>1344.8468724236245</c:v>
                </c:pt>
                <c:pt idx="269">
                  <c:v>1345.463694641797</c:v>
                </c:pt>
                <c:pt idx="270">
                  <c:v>1346.0776320448176</c:v>
                </c:pt>
                <c:pt idx="271">
                  <c:v>1346.6886835551729</c:v>
                </c:pt>
                <c:pt idx="272">
                  <c:v>1347.2968481007003</c:v>
                </c:pt>
                <c:pt idx="273">
                  <c:v>1347.9021246146019</c:v>
                </c:pt>
                <c:pt idx="274">
                  <c:v>1348.5045120356499</c:v>
                </c:pt>
                <c:pt idx="275">
                  <c:v>1349.1040093080219</c:v>
                </c:pt>
                <c:pt idx="276">
                  <c:v>1349.7006153811892</c:v>
                </c:pt>
                <c:pt idx="277">
                  <c:v>1350.2943292100854</c:v>
                </c:pt>
                <c:pt idx="278">
                  <c:v>1350.8851497551402</c:v>
                </c:pt>
                <c:pt idx="279">
                  <c:v>1351.4730759820668</c:v>
                </c:pt>
                <c:pt idx="280">
                  <c:v>1352.0581068620188</c:v>
                </c:pt>
                <c:pt idx="281">
                  <c:v>1352.6402413714407</c:v>
                </c:pt>
                <c:pt idx="282">
                  <c:v>1353.2194784922604</c:v>
                </c:pt>
                <c:pt idx="283">
                  <c:v>1353.7958172116391</c:v>
                </c:pt>
                <c:pt idx="284">
                  <c:v>1354.369256522252</c:v>
                </c:pt>
                <c:pt idx="285">
                  <c:v>1354.9397954219644</c:v>
                </c:pt>
                <c:pt idx="286">
                  <c:v>1355.5074329140846</c:v>
                </c:pt>
                <c:pt idx="287">
                  <c:v>1356.0721680071592</c:v>
                </c:pt>
                <c:pt idx="288">
                  <c:v>1356.6339997151563</c:v>
                </c:pt>
                <c:pt idx="289">
                  <c:v>1357.1929270572809</c:v>
                </c:pt>
                <c:pt idx="290">
                  <c:v>1357.7489490581127</c:v>
                </c:pt>
                <c:pt idx="291">
                  <c:v>1358.3020647475369</c:v>
                </c:pt>
                <c:pt idx="292">
                  <c:v>1358.8522731605651</c:v>
                </c:pt>
                <c:pt idx="293">
                  <c:v>1359.3995733377317</c:v>
                </c:pt>
                <c:pt idx="294">
                  <c:v>1359.943964324772</c:v>
                </c:pt>
                <c:pt idx="295">
                  <c:v>1360.4854451725355</c:v>
                </c:pt>
                <c:pt idx="296">
                  <c:v>1361.0240149374163</c:v>
                </c:pt>
                <c:pt idx="297">
                  <c:v>1361.5596726807537</c:v>
                </c:pt>
                <c:pt idx="298">
                  <c:v>1362.0924174694858</c:v>
                </c:pt>
                <c:pt idx="299">
                  <c:v>1362.6222483755257</c:v>
                </c:pt>
                <c:pt idx="300">
                  <c:v>1363.1491644761238</c:v>
                </c:pt>
                <c:pt idx="301">
                  <c:v>1363.6731648537809</c:v>
                </c:pt>
                <c:pt idx="302">
                  <c:v>1364.1942485961592</c:v>
                </c:pt>
                <c:pt idx="303">
                  <c:v>1364.7124147961915</c:v>
                </c:pt>
                <c:pt idx="304">
                  <c:v>1365.2276625519869</c:v>
                </c:pt>
                <c:pt idx="305">
                  <c:v>1365.7399909669348</c:v>
                </c:pt>
                <c:pt idx="306">
                  <c:v>1366.2493991495046</c:v>
                </c:pt>
                <c:pt idx="307">
                  <c:v>1366.755886213449</c:v>
                </c:pt>
                <c:pt idx="308">
                  <c:v>1367.2594512776784</c:v>
                </c:pt>
                <c:pt idx="309">
                  <c:v>1367.7600934662491</c:v>
                </c:pt>
                <c:pt idx="310">
                  <c:v>1368.257811908489</c:v>
                </c:pt>
                <c:pt idx="311">
                  <c:v>1368.7526057387713</c:v>
                </c:pt>
                <c:pt idx="312">
                  <c:v>1369.2444740966771</c:v>
                </c:pt>
                <c:pt idx="313">
                  <c:v>1369.7334161269346</c:v>
                </c:pt>
                <c:pt idx="314">
                  <c:v>1370.2194309795143</c:v>
                </c:pt>
                <c:pt idx="315">
                  <c:v>1370.7025178093579</c:v>
                </c:pt>
                <c:pt idx="316">
                  <c:v>1371.1826757766582</c:v>
                </c:pt>
                <c:pt idx="317">
                  <c:v>1371.6599040467254</c:v>
                </c:pt>
                <c:pt idx="318">
                  <c:v>1372.1342017898955</c:v>
                </c:pt>
                <c:pt idx="319">
                  <c:v>1372.605568181787</c:v>
                </c:pt>
                <c:pt idx="320">
                  <c:v>1373.0740024030479</c:v>
                </c:pt>
                <c:pt idx="321">
                  <c:v>1373.5395036393397</c:v>
                </c:pt>
                <c:pt idx="322">
                  <c:v>1374.0020710815372</c:v>
                </c:pt>
                <c:pt idx="323">
                  <c:v>1374.4617039256182</c:v>
                </c:pt>
                <c:pt idx="324">
                  <c:v>1374.9184013725796</c:v>
                </c:pt>
                <c:pt idx="325">
                  <c:v>1375.3721626285253</c:v>
                </c:pt>
                <c:pt idx="326">
                  <c:v>1375.8229869046654</c:v>
                </c:pt>
                <c:pt idx="327">
                  <c:v>1376.2708734172074</c:v>
                </c:pt>
                <c:pt idx="328">
                  <c:v>1376.7158213875175</c:v>
                </c:pt>
                <c:pt idx="329">
                  <c:v>1377.1578300419146</c:v>
                </c:pt>
                <c:pt idx="330">
                  <c:v>1377.5968986118762</c:v>
                </c:pt>
                <c:pt idx="331">
                  <c:v>1378.0330263338126</c:v>
                </c:pt>
                <c:pt idx="332">
                  <c:v>1378.4662124492984</c:v>
                </c:pt>
                <c:pt idx="333">
                  <c:v>1378.896456204897</c:v>
                </c:pt>
                <c:pt idx="334">
                  <c:v>1379.3237568521404</c:v>
                </c:pt>
                <c:pt idx="335">
                  <c:v>1379.7481136476765</c:v>
                </c:pt>
                <c:pt idx="336">
                  <c:v>1380.1695258531236</c:v>
                </c:pt>
                <c:pt idx="337">
                  <c:v>1380.5879927351421</c:v>
                </c:pt>
                <c:pt idx="338">
                  <c:v>1381.0035135653561</c:v>
                </c:pt>
                <c:pt idx="339">
                  <c:v>1381.4160876205096</c:v>
                </c:pt>
                <c:pt idx="340">
                  <c:v>1381.8257141821582</c:v>
                </c:pt>
                <c:pt idx="341">
                  <c:v>1382.2323925370058</c:v>
                </c:pt>
                <c:pt idx="342">
                  <c:v>1382.6361219766864</c:v>
                </c:pt>
                <c:pt idx="343">
                  <c:v>1383.0369017978405</c:v>
                </c:pt>
                <c:pt idx="344">
                  <c:v>1383.4347313020839</c:v>
                </c:pt>
                <c:pt idx="345">
                  <c:v>1383.8296097959624</c:v>
                </c:pt>
                <c:pt idx="346">
                  <c:v>1384.2215365910788</c:v>
                </c:pt>
                <c:pt idx="347">
                  <c:v>1384.6105110039089</c:v>
                </c:pt>
                <c:pt idx="348">
                  <c:v>1384.9965323559134</c:v>
                </c:pt>
                <c:pt idx="349">
                  <c:v>1385.3795999735889</c:v>
                </c:pt>
                <c:pt idx="350">
                  <c:v>1385.759713188226</c:v>
                </c:pt>
                <c:pt idx="351">
                  <c:v>1386.1368713362961</c:v>
                </c:pt>
                <c:pt idx="352">
                  <c:v>1386.5110737589089</c:v>
                </c:pt>
                <c:pt idx="353">
                  <c:v>1386.882319802314</c:v>
                </c:pt>
                <c:pt idx="354">
                  <c:v>1387.2506088176526</c:v>
                </c:pt>
                <c:pt idx="355">
                  <c:v>1387.6159401610048</c:v>
                </c:pt>
                <c:pt idx="356">
                  <c:v>1387.9783131933684</c:v>
                </c:pt>
                <c:pt idx="357">
                  <c:v>1388.3377272805974</c:v>
                </c:pt>
                <c:pt idx="358">
                  <c:v>1388.6941817934958</c:v>
                </c:pt>
                <c:pt idx="359">
                  <c:v>1389.0476761078103</c:v>
                </c:pt>
                <c:pt idx="360">
                  <c:v>1389.3982096041873</c:v>
                </c:pt>
                <c:pt idx="361">
                  <c:v>1389.7457816680935</c:v>
                </c:pt>
                <c:pt idx="362">
                  <c:v>1390.090391689989</c:v>
                </c:pt>
                <c:pt idx="363">
                  <c:v>1390.4320390652115</c:v>
                </c:pt>
                <c:pt idx="364">
                  <c:v>1390.7707231939044</c:v>
                </c:pt>
                <c:pt idx="365">
                  <c:v>1391.1064434812024</c:v>
                </c:pt>
                <c:pt idx="366">
                  <c:v>1391.4391993370441</c:v>
                </c:pt>
                <c:pt idx="367">
                  <c:v>1391.7689901762333</c:v>
                </c:pt>
                <c:pt idx="368">
                  <c:v>1392.0958154185253</c:v>
                </c:pt>
                <c:pt idx="369">
                  <c:v>1392.419674488486</c:v>
                </c:pt>
                <c:pt idx="370">
                  <c:v>1392.7405668155477</c:v>
                </c:pt>
                <c:pt idx="371">
                  <c:v>1393.0584918339691</c:v>
                </c:pt>
                <c:pt idx="372">
                  <c:v>1393.3734489829706</c:v>
                </c:pt>
                <c:pt idx="373">
                  <c:v>1393.6854377064863</c:v>
                </c:pt>
                <c:pt idx="374">
                  <c:v>1393.9944574533856</c:v>
                </c:pt>
                <c:pt idx="375">
                  <c:v>1394.3005076773504</c:v>
                </c:pt>
                <c:pt idx="376">
                  <c:v>1394.6035878369437</c:v>
                </c:pt>
                <c:pt idx="377">
                  <c:v>1394.9036973954942</c:v>
                </c:pt>
                <c:pt idx="378">
                  <c:v>1395.200835821179</c:v>
                </c:pt>
                <c:pt idx="379">
                  <c:v>1395.4950025870894</c:v>
                </c:pt>
                <c:pt idx="380">
                  <c:v>1395.786197171052</c:v>
                </c:pt>
                <c:pt idx="381">
                  <c:v>1396.0744190556957</c:v>
                </c:pt>
                <c:pt idx="382">
                  <c:v>1396.3596677285404</c:v>
                </c:pt>
                <c:pt idx="383">
                  <c:v>1396.6419426818632</c:v>
                </c:pt>
                <c:pt idx="384">
                  <c:v>1396.9212434128224</c:v>
                </c:pt>
                <c:pt idx="385">
                  <c:v>1397.1975694232981</c:v>
                </c:pt>
                <c:pt idx="386">
                  <c:v>1397.4709202200272</c:v>
                </c:pt>
                <c:pt idx="387">
                  <c:v>1397.7412953145081</c:v>
                </c:pt>
                <c:pt idx="388">
                  <c:v>1398.0086942230832</c:v>
                </c:pt>
                <c:pt idx="389">
                  <c:v>1398.2731164668874</c:v>
                </c:pt>
                <c:pt idx="390">
                  <c:v>1398.534561571784</c:v>
                </c:pt>
                <c:pt idx="391">
                  <c:v>1398.7930290684544</c:v>
                </c:pt>
                <c:pt idx="392">
                  <c:v>1399.0485184924091</c:v>
                </c:pt>
                <c:pt idx="393">
                  <c:v>1399.3010293838934</c:v>
                </c:pt>
                <c:pt idx="394">
                  <c:v>1399.5505612879278</c:v>
                </c:pt>
                <c:pt idx="395">
                  <c:v>1399.7971137543223</c:v>
                </c:pt>
                <c:pt idx="396">
                  <c:v>1400.0406863376497</c:v>
                </c:pt>
                <c:pt idx="397">
                  <c:v>1400.2812785972817</c:v>
                </c:pt>
                <c:pt idx="398">
                  <c:v>1400.5188900973164</c:v>
                </c:pt>
                <c:pt idx="399">
                  <c:v>1400.7535204066035</c:v>
                </c:pt>
                <c:pt idx="400">
                  <c:v>1400.9851690988023</c:v>
                </c:pt>
                <c:pt idx="401">
                  <c:v>1401.2138357523186</c:v>
                </c:pt>
                <c:pt idx="402">
                  <c:v>1401.4395199502846</c:v>
                </c:pt>
                <c:pt idx="403">
                  <c:v>1401.6622212805721</c:v>
                </c:pt>
                <c:pt idx="404">
                  <c:v>1401.8819393358624</c:v>
                </c:pt>
                <c:pt idx="405">
                  <c:v>1402.0986737135152</c:v>
                </c:pt>
                <c:pt idx="406">
                  <c:v>1402.3124240156938</c:v>
                </c:pt>
                <c:pt idx="407">
                  <c:v>1402.5231898492223</c:v>
                </c:pt>
                <c:pt idx="408">
                  <c:v>1402.730970825771</c:v>
                </c:pt>
                <c:pt idx="409">
                  <c:v>1402.9357665617242</c:v>
                </c:pt>
                <c:pt idx="410">
                  <c:v>1403.1375766780593</c:v>
                </c:pt>
                <c:pt idx="411">
                  <c:v>1403.3364008006279</c:v>
                </c:pt>
                <c:pt idx="412">
                  <c:v>1403.5322385599916</c:v>
                </c:pt>
                <c:pt idx="413">
                  <c:v>1403.7250895913921</c:v>
                </c:pt>
                <c:pt idx="414">
                  <c:v>1403.9149535348297</c:v>
                </c:pt>
                <c:pt idx="415">
                  <c:v>1404.1018300349895</c:v>
                </c:pt>
                <c:pt idx="416">
                  <c:v>1404.2857187413508</c:v>
                </c:pt>
                <c:pt idx="417">
                  <c:v>1404.4666193080245</c:v>
                </c:pt>
                <c:pt idx="418">
                  <c:v>1404.6445313938398</c:v>
                </c:pt>
                <c:pt idx="419">
                  <c:v>1404.8194546624118</c:v>
                </c:pt>
                <c:pt idx="420">
                  <c:v>1404.9913887819919</c:v>
                </c:pt>
                <c:pt idx="421">
                  <c:v>1405.1603334255863</c:v>
                </c:pt>
                <c:pt idx="422">
                  <c:v>1405.3262882708525</c:v>
                </c:pt>
                <c:pt idx="423">
                  <c:v>1405.4892530002155</c:v>
                </c:pt>
                <c:pt idx="424">
                  <c:v>1405.6492273007786</c:v>
                </c:pt>
                <c:pt idx="425">
                  <c:v>1405.8062108643107</c:v>
                </c:pt>
                <c:pt idx="426">
                  <c:v>1405.9602033873184</c:v>
                </c:pt>
                <c:pt idx="427">
                  <c:v>1406.1112045710065</c:v>
                </c:pt>
                <c:pt idx="428">
                  <c:v>1406.2592141212149</c:v>
                </c:pt>
                <c:pt idx="429">
                  <c:v>1406.404231748543</c:v>
                </c:pt>
                <c:pt idx="430">
                  <c:v>1406.5462571682492</c:v>
                </c:pt>
                <c:pt idx="431">
                  <c:v>1406.6852901002835</c:v>
                </c:pt>
                <c:pt idx="432">
                  <c:v>1406.8213302693107</c:v>
                </c:pt>
                <c:pt idx="433">
                  <c:v>1406.9543774046147</c:v>
                </c:pt>
                <c:pt idx="434">
                  <c:v>1407.0844312402294</c:v>
                </c:pt>
                <c:pt idx="435">
                  <c:v>1407.2114915148143</c:v>
                </c:pt>
                <c:pt idx="436">
                  <c:v>1407.3355579717495</c:v>
                </c:pt>
                <c:pt idx="437">
                  <c:v>1407.4566303590982</c:v>
                </c:pt>
                <c:pt idx="438">
                  <c:v>1407.5747084295524</c:v>
                </c:pt>
                <c:pt idx="439">
                  <c:v>1407.6897919405499</c:v>
                </c:pt>
                <c:pt idx="440">
                  <c:v>1407.8018806541188</c:v>
                </c:pt>
                <c:pt idx="441">
                  <c:v>1407.9109743370418</c:v>
                </c:pt>
                <c:pt idx="442">
                  <c:v>1408.0170727607187</c:v>
                </c:pt>
                <c:pt idx="443">
                  <c:v>1408.1201757012159</c:v>
                </c:pt>
                <c:pt idx="444">
                  <c:v>1408.2202829393268</c:v>
                </c:pt>
                <c:pt idx="445">
                  <c:v>1408.3173942604069</c:v>
                </c:pt>
                <c:pt idx="446">
                  <c:v>1408.4115094545991</c:v>
                </c:pt>
                <c:pt idx="447">
                  <c:v>1408.5026283166687</c:v>
                </c:pt>
                <c:pt idx="448">
                  <c:v>1408.5907506459828</c:v>
                </c:pt>
                <c:pt idx="449">
                  <c:v>1408.6758762466197</c:v>
                </c:pt>
                <c:pt idx="450">
                  <c:v>1408.7580049273788</c:v>
                </c:pt>
                <c:pt idx="451">
                  <c:v>1408.8371365015639</c:v>
                </c:pt>
                <c:pt idx="452">
                  <c:v>1408.9132707873075</c:v>
                </c:pt>
                <c:pt idx="453">
                  <c:v>1408.9864076073352</c:v>
                </c:pt>
                <c:pt idx="454">
                  <c:v>1409.0565467889649</c:v>
                </c:pt>
                <c:pt idx="455">
                  <c:v>1409.1236881642521</c:v>
                </c:pt>
                <c:pt idx="456">
                  <c:v>1409.1878315698805</c:v>
                </c:pt>
                <c:pt idx="457">
                  <c:v>1409.2489768472069</c:v>
                </c:pt>
                <c:pt idx="458">
                  <c:v>1409.3071238422119</c:v>
                </c:pt>
                <c:pt idx="459">
                  <c:v>1409.3622724055394</c:v>
                </c:pt>
                <c:pt idx="460">
                  <c:v>1409.4144223925216</c:v>
                </c:pt>
                <c:pt idx="461">
                  <c:v>1409.463573663038</c:v>
                </c:pt>
                <c:pt idx="462">
                  <c:v>1409.5097260817772</c:v>
                </c:pt>
                <c:pt idx="463">
                  <c:v>1409.5528795179498</c:v>
                </c:pt>
                <c:pt idx="464">
                  <c:v>1409.5930338454459</c:v>
                </c:pt>
                <c:pt idx="465">
                  <c:v>1409.6301889428662</c:v>
                </c:pt>
                <c:pt idx="466">
                  <c:v>1409.6643446933479</c:v>
                </c:pt>
                <c:pt idx="467">
                  <c:v>1409.6955009847959</c:v>
                </c:pt>
                <c:pt idx="468">
                  <c:v>1409.723657709694</c:v>
                </c:pt>
                <c:pt idx="469">
                  <c:v>1409.7488147651932</c:v>
                </c:pt>
                <c:pt idx="470">
                  <c:v>1409.7709720530568</c:v>
                </c:pt>
                <c:pt idx="471">
                  <c:v>1409.7901294797241</c:v>
                </c:pt>
                <c:pt idx="472">
                  <c:v>1409.8062869563148</c:v>
                </c:pt>
                <c:pt idx="473">
                  <c:v>1409.8194443985772</c:v>
                </c:pt>
                <c:pt idx="474">
                  <c:v>1409.8296017268194</c:v>
                </c:pt>
                <c:pt idx="475">
                  <c:v>1409.8367588660824</c:v>
                </c:pt>
                <c:pt idx="476">
                  <c:v>1409.8409157460515</c:v>
                </c:pt>
                <c:pt idx="477">
                  <c:v>1409.8420723010747</c:v>
                </c:pt>
                <c:pt idx="478">
                  <c:v>1409.8402284700467</c:v>
                </c:pt>
                <c:pt idx="479">
                  <c:v>1409.8353841965984</c:v>
                </c:pt>
                <c:pt idx="480">
                  <c:v>1409.8275394289594</c:v>
                </c:pt>
                <c:pt idx="481">
                  <c:v>1409.8166941200705</c:v>
                </c:pt>
                <c:pt idx="482">
                  <c:v>1409.8028482274408</c:v>
                </c:pt>
                <c:pt idx="483">
                  <c:v>1409.7860017132525</c:v>
                </c:pt>
                <c:pt idx="484">
                  <c:v>1409.7661545443625</c:v>
                </c:pt>
                <c:pt idx="485">
                  <c:v>1409.743306692201</c:v>
                </c:pt>
                <c:pt idx="486">
                  <c:v>1409.7174581329025</c:v>
                </c:pt>
                <c:pt idx="487">
                  <c:v>1409.6886088472647</c:v>
                </c:pt>
                <c:pt idx="488">
                  <c:v>1409.6567588206649</c:v>
                </c:pt>
                <c:pt idx="489">
                  <c:v>1409.6219080431893</c:v>
                </c:pt>
                <c:pt idx="490">
                  <c:v>1409.5840565095318</c:v>
                </c:pt>
                <c:pt idx="491">
                  <c:v>1409.5432042190625</c:v>
                </c:pt>
                <c:pt idx="492">
                  <c:v>1409.4993511757343</c:v>
                </c:pt>
                <c:pt idx="493">
                  <c:v>1409.4524973882583</c:v>
                </c:pt>
                <c:pt idx="494">
                  <c:v>1409.4026428698764</c:v>
                </c:pt>
                <c:pt idx="495">
                  <c:v>1409.3497876386086</c:v>
                </c:pt>
                <c:pt idx="496">
                  <c:v>1409.293931716973</c:v>
                </c:pt>
                <c:pt idx="497">
                  <c:v>1409.2350751322447</c:v>
                </c:pt>
                <c:pt idx="498">
                  <c:v>1409.17321791631</c:v>
                </c:pt>
                <c:pt idx="499">
                  <c:v>1409.1083601057412</c:v>
                </c:pt>
                <c:pt idx="500">
                  <c:v>1409.0405017417499</c:v>
                </c:pt>
                <c:pt idx="501">
                  <c:v>1408.9696428701545</c:v>
                </c:pt>
                <c:pt idx="502">
                  <c:v>1408.8957835414565</c:v>
                </c:pt>
                <c:pt idx="503">
                  <c:v>1408.8189238108614</c:v>
                </c:pt>
                <c:pt idx="504">
                  <c:v>1408.7390637381325</c:v>
                </c:pt>
                <c:pt idx="505">
                  <c:v>1408.6562033877967</c:v>
                </c:pt>
                <c:pt idx="506">
                  <c:v>1408.5703428289348</c:v>
                </c:pt>
                <c:pt idx="507">
                  <c:v>1408.4814821353407</c:v>
                </c:pt>
                <c:pt idx="508">
                  <c:v>1408.3896213854987</c:v>
                </c:pt>
                <c:pt idx="509">
                  <c:v>1408.2947606624518</c:v>
                </c:pt>
                <c:pt idx="510">
                  <c:v>1408.19690005403</c:v>
                </c:pt>
                <c:pt idx="511">
                  <c:v>1408.0960396526109</c:v>
                </c:pt>
                <c:pt idx="512">
                  <c:v>1407.9921795552877</c:v>
                </c:pt>
                <c:pt idx="513">
                  <c:v>1407.8853198638656</c:v>
                </c:pt>
                <c:pt idx="514">
                  <c:v>1407.7754606847006</c:v>
                </c:pt>
                <c:pt idx="515">
                  <c:v>1407.6626021289294</c:v>
                </c:pt>
                <c:pt idx="516">
                  <c:v>1407.5467443122675</c:v>
                </c:pt>
                <c:pt idx="517">
                  <c:v>1407.4278873551643</c:v>
                </c:pt>
                <c:pt idx="518">
                  <c:v>1407.3060313826941</c:v>
                </c:pt>
                <c:pt idx="519">
                  <c:v>1407.1811765246262</c:v>
                </c:pt>
                <c:pt idx="520">
                  <c:v>1407.0533229154316</c:v>
                </c:pt>
                <c:pt idx="521">
                  <c:v>1406.9224706941725</c:v>
                </c:pt>
                <c:pt idx="522">
                  <c:v>1406.7886200046748</c:v>
                </c:pt>
                <c:pt idx="523">
                  <c:v>1406.6517709953682</c:v>
                </c:pt>
                <c:pt idx="524">
                  <c:v>1406.5119238194352</c:v>
                </c:pt>
                <c:pt idx="525">
                  <c:v>1406.3690786346776</c:v>
                </c:pt>
                <c:pt idx="526">
                  <c:v>1406.2232356036245</c:v>
                </c:pt>
                <c:pt idx="527">
                  <c:v>1406.0743948934551</c:v>
                </c:pt>
                <c:pt idx="528">
                  <c:v>1405.9225566760374</c:v>
                </c:pt>
                <c:pt idx="529">
                  <c:v>1405.7677211279395</c:v>
                </c:pt>
                <c:pt idx="530">
                  <c:v>1405.6098884304452</c:v>
                </c:pt>
                <c:pt idx="531">
                  <c:v>1405.4490587694602</c:v>
                </c:pt>
                <c:pt idx="532">
                  <c:v>1405.2852323356515</c:v>
                </c:pt>
                <c:pt idx="533">
                  <c:v>1405.1184093243442</c:v>
                </c:pt>
                <c:pt idx="534">
                  <c:v>1404.9485899355514</c:v>
                </c:pt>
                <c:pt idx="535">
                  <c:v>1404.7757743740096</c:v>
                </c:pt>
                <c:pt idx="536">
                  <c:v>1404.5999628491568</c:v>
                </c:pt>
                <c:pt idx="537">
                  <c:v>1404.421155575094</c:v>
                </c:pt>
                <c:pt idx="538">
                  <c:v>1404.2393527706961</c:v>
                </c:pt>
                <c:pt idx="539">
                  <c:v>1404.0545546594597</c:v>
                </c:pt>
                <c:pt idx="540">
                  <c:v>1403.8667614696722</c:v>
                </c:pt>
                <c:pt idx="541">
                  <c:v>1403.6759734342638</c:v>
                </c:pt>
                <c:pt idx="542">
                  <c:v>1403.4821907909291</c:v>
                </c:pt>
                <c:pt idx="543">
                  <c:v>1403.2854137820359</c:v>
                </c:pt>
                <c:pt idx="544">
                  <c:v>1403.0856426546904</c:v>
                </c:pt>
                <c:pt idx="545">
                  <c:v>1402.8828776607556</c:v>
                </c:pt>
                <c:pt idx="546">
                  <c:v>1402.6771190567349</c:v>
                </c:pt>
                <c:pt idx="547">
                  <c:v>1402.4683671039263</c:v>
                </c:pt>
                <c:pt idx="548">
                  <c:v>1402.2566220683175</c:v>
                </c:pt>
                <c:pt idx="549">
                  <c:v>1402.0418842206218</c:v>
                </c:pt>
                <c:pt idx="550">
                  <c:v>1401.8241538363286</c:v>
                </c:pt>
                <c:pt idx="551">
                  <c:v>1401.6034311956073</c:v>
                </c:pt>
                <c:pt idx="552">
                  <c:v>1401.3797165834008</c:v>
                </c:pt>
                <c:pt idx="553">
                  <c:v>1401.1530102893835</c:v>
                </c:pt>
                <c:pt idx="554">
                  <c:v>1400.9233126079687</c:v>
                </c:pt>
                <c:pt idx="555">
                  <c:v>1400.6906238383037</c:v>
                </c:pt>
                <c:pt idx="556">
                  <c:v>1400.4549442842974</c:v>
                </c:pt>
                <c:pt idx="557">
                  <c:v>1400.2162742546093</c:v>
                </c:pt>
                <c:pt idx="558">
                  <c:v>1399.9746140626421</c:v>
                </c:pt>
                <c:pt idx="559">
                  <c:v>1399.7299640265483</c:v>
                </c:pt>
                <c:pt idx="560">
                  <c:v>1399.4823244692589</c:v>
                </c:pt>
                <c:pt idx="561">
                  <c:v>1399.2316957184785</c:v>
                </c:pt>
                <c:pt idx="562">
                  <c:v>1398.9780781066393</c:v>
                </c:pt>
                <c:pt idx="563">
                  <c:v>1398.7214719709596</c:v>
                </c:pt>
                <c:pt idx="564">
                  <c:v>1398.4618776534228</c:v>
                </c:pt>
                <c:pt idx="565">
                  <c:v>1398.1992955007859</c:v>
                </c:pt>
                <c:pt idx="566">
                  <c:v>1397.9337258645965</c:v>
                </c:pt>
                <c:pt idx="567">
                  <c:v>1397.6651691011614</c:v>
                </c:pt>
                <c:pt idx="568">
                  <c:v>1397.3936255715976</c:v>
                </c:pt>
                <c:pt idx="569">
                  <c:v>1397.1190956417809</c:v>
                </c:pt>
                <c:pt idx="570">
                  <c:v>1396.8415796823683</c:v>
                </c:pt>
                <c:pt idx="571">
                  <c:v>1396.5610780688726</c:v>
                </c:pt>
                <c:pt idx="572">
                  <c:v>1396.2775911815133</c:v>
                </c:pt>
                <c:pt idx="573">
                  <c:v>1395.9911194053759</c:v>
                </c:pt>
                <c:pt idx="574">
                  <c:v>1395.7016631303168</c:v>
                </c:pt>
                <c:pt idx="575">
                  <c:v>1395.4092227510109</c:v>
                </c:pt>
                <c:pt idx="576">
                  <c:v>1395.1137986669376</c:v>
                </c:pt>
                <c:pt idx="577">
                  <c:v>1394.8153912824027</c:v>
                </c:pt>
                <c:pt idx="578">
                  <c:v>1394.5140010064999</c:v>
                </c:pt>
                <c:pt idx="579">
                  <c:v>1394.20962825319</c:v>
                </c:pt>
                <c:pt idx="580">
                  <c:v>1393.9022734411797</c:v>
                </c:pt>
                <c:pt idx="581">
                  <c:v>1393.5919369940691</c:v>
                </c:pt>
                <c:pt idx="582">
                  <c:v>1393.2786193402951</c:v>
                </c:pt>
                <c:pt idx="583">
                  <c:v>1392.9623209131037</c:v>
                </c:pt>
                <c:pt idx="584">
                  <c:v>1392.6430421505629</c:v>
                </c:pt>
                <c:pt idx="585">
                  <c:v>1392.3207834956113</c:v>
                </c:pt>
                <c:pt idx="586">
                  <c:v>1391.9955453960199</c:v>
                </c:pt>
                <c:pt idx="587">
                  <c:v>1391.6673283044172</c:v>
                </c:pt>
                <c:pt idx="588">
                  <c:v>1391.3361326782826</c:v>
                </c:pt>
                <c:pt idx="589">
                  <c:v>1391.0019589799435</c:v>
                </c:pt>
                <c:pt idx="590">
                  <c:v>1390.6648076766232</c:v>
                </c:pt>
                <c:pt idx="591">
                  <c:v>1390.3246792403665</c:v>
                </c:pt>
                <c:pt idx="592">
                  <c:v>1389.9815741481159</c:v>
                </c:pt>
                <c:pt idx="593">
                  <c:v>1389.6354928816813</c:v>
                </c:pt>
                <c:pt idx="594">
                  <c:v>1389.2864359277626</c:v>
                </c:pt>
                <c:pt idx="595">
                  <c:v>1388.9344037779131</c:v>
                </c:pt>
                <c:pt idx="596">
                  <c:v>1388.5793969286126</c:v>
                </c:pt>
                <c:pt idx="597">
                  <c:v>1388.2214158811839</c:v>
                </c:pt>
                <c:pt idx="598">
                  <c:v>1387.8604611418809</c:v>
                </c:pt>
                <c:pt idx="599">
                  <c:v>1387.4965332218474</c:v>
                </c:pt>
                <c:pt idx="600">
                  <c:v>1387.1296326371469</c:v>
                </c:pt>
                <c:pt idx="601">
                  <c:v>1386.7597599087139</c:v>
                </c:pt>
                <c:pt idx="602">
                  <c:v>1386.3869155624409</c:v>
                </c:pt>
                <c:pt idx="603">
                  <c:v>1386.0111001290977</c:v>
                </c:pt>
                <c:pt idx="604">
                  <c:v>1385.6323141443913</c:v>
                </c:pt>
                <c:pt idx="605">
                  <c:v>1385.2505581489843</c:v>
                </c:pt>
                <c:pt idx="606">
                  <c:v>1384.865832688411</c:v>
                </c:pt>
                <c:pt idx="607">
                  <c:v>1384.4781383132024</c:v>
                </c:pt>
                <c:pt idx="608">
                  <c:v>1384.0874755787825</c:v>
                </c:pt>
                <c:pt idx="609">
                  <c:v>1383.6938450455648</c:v>
                </c:pt>
                <c:pt idx="610">
                  <c:v>1383.2972472788636</c:v>
                </c:pt>
                <c:pt idx="611">
                  <c:v>1382.897682848981</c:v>
                </c:pt>
                <c:pt idx="612">
                  <c:v>1382.4951523311963</c:v>
                </c:pt>
                <c:pt idx="613">
                  <c:v>1382.0896563056936</c:v>
                </c:pt>
                <c:pt idx="614">
                  <c:v>1381.6811953576894</c:v>
                </c:pt>
                <c:pt idx="615">
                  <c:v>1381.2697700773172</c:v>
                </c:pt>
                <c:pt idx="616">
                  <c:v>1380.8553810597607</c:v>
                </c:pt>
                <c:pt idx="617">
                  <c:v>1380.4380289051196</c:v>
                </c:pt>
                <c:pt idx="618">
                  <c:v>1380.0177142185414</c:v>
                </c:pt>
                <c:pt idx="619">
                  <c:v>1379.5944376101179</c:v>
                </c:pt>
                <c:pt idx="620">
                  <c:v>1379.1681996949496</c:v>
                </c:pt>
                <c:pt idx="621">
                  <c:v>1378.7390010931979</c:v>
                </c:pt>
                <c:pt idx="622">
                  <c:v>1378.3068424299756</c:v>
                </c:pt>
                <c:pt idx="623">
                  <c:v>1377.8717243354351</c:v>
                </c:pt>
                <c:pt idx="624">
                  <c:v>1377.4336474447216</c:v>
                </c:pt>
                <c:pt idx="625">
                  <c:v>1376.9926123980731</c:v>
                </c:pt>
                <c:pt idx="626">
                  <c:v>1376.5486198406716</c:v>
                </c:pt>
                <c:pt idx="627">
                  <c:v>1376.1016704228323</c:v>
                </c:pt>
                <c:pt idx="628">
                  <c:v>1375.6517647998207</c:v>
                </c:pt>
                <c:pt idx="629">
                  <c:v>1375.1989036320367</c:v>
                </c:pt>
                <c:pt idx="630">
                  <c:v>1374.7430875848625</c:v>
                </c:pt>
                <c:pt idx="631">
                  <c:v>1374.2843173287911</c:v>
                </c:pt>
                <c:pt idx="632">
                  <c:v>1373.8225935393546</c:v>
                </c:pt>
                <c:pt idx="633">
                  <c:v>1373.3579168971801</c:v>
                </c:pt>
                <c:pt idx="634">
                  <c:v>1372.8902880879286</c:v>
                </c:pt>
                <c:pt idx="635">
                  <c:v>1372.4197078023865</c:v>
                </c:pt>
                <c:pt idx="636">
                  <c:v>1371.9461767364098</c:v>
                </c:pt>
                <c:pt idx="637">
                  <c:v>1371.4696955909833</c:v>
                </c:pt>
                <c:pt idx="638">
                  <c:v>1370.9902650721392</c:v>
                </c:pt>
                <c:pt idx="639">
                  <c:v>1370.5078858910495</c:v>
                </c:pt>
                <c:pt idx="640">
                  <c:v>1370.02255876399</c:v>
                </c:pt>
                <c:pt idx="641">
                  <c:v>1369.5342844123654</c:v>
                </c:pt>
                <c:pt idx="642">
                  <c:v>1369.0430635626872</c:v>
                </c:pt>
                <c:pt idx="643">
                  <c:v>1368.5488969466157</c:v>
                </c:pt>
                <c:pt idx="644">
                  <c:v>1368.0517853009494</c:v>
                </c:pt>
                <c:pt idx="645">
                  <c:v>1367.5517293676107</c:v>
                </c:pt>
                <c:pt idx="646">
                  <c:v>1367.0487298936839</c:v>
                </c:pt>
                <c:pt idx="647">
                  <c:v>1366.5427876314357</c:v>
                </c:pt>
                <c:pt idx="648">
                  <c:v>1366.0339033382388</c:v>
                </c:pt>
                <c:pt idx="649">
                  <c:v>1365.5220777766865</c:v>
                </c:pt>
                <c:pt idx="650">
                  <c:v>1365.007311714535</c:v>
                </c:pt>
                <c:pt idx="651">
                  <c:v>1364.4896059247067</c:v>
                </c:pt>
                <c:pt idx="652">
                  <c:v>1363.9689611853305</c:v>
                </c:pt>
                <c:pt idx="653">
                  <c:v>1363.4453782797234</c:v>
                </c:pt>
                <c:pt idx="654">
                  <c:v>1362.9188579963793</c:v>
                </c:pt>
                <c:pt idx="655">
                  <c:v>1362.389401129059</c:v>
                </c:pt>
                <c:pt idx="656">
                  <c:v>1361.8570084766895</c:v>
                </c:pt>
                <c:pt idx="657">
                  <c:v>1361.3216808434518</c:v>
                </c:pt>
                <c:pt idx="658">
                  <c:v>1360.7834190387171</c:v>
                </c:pt>
                <c:pt idx="659">
                  <c:v>1360.242223877138</c:v>
                </c:pt>
                <c:pt idx="660">
                  <c:v>1359.6980961785794</c:v>
                </c:pt>
                <c:pt idx="661">
                  <c:v>1359.1510367681742</c:v>
                </c:pt>
                <c:pt idx="662">
                  <c:v>1358.6010464762812</c:v>
                </c:pt>
                <c:pt idx="663">
                  <c:v>1358.0481261385748</c:v>
                </c:pt>
                <c:pt idx="664">
                  <c:v>1357.4922765959425</c:v>
                </c:pt>
                <c:pt idx="665">
                  <c:v>1356.9334986945871</c:v>
                </c:pt>
                <c:pt idx="666">
                  <c:v>1356.3717932860129</c:v>
                </c:pt>
                <c:pt idx="667">
                  <c:v>1355.8071612269555</c:v>
                </c:pt>
                <c:pt idx="668">
                  <c:v>1355.239603379513</c:v>
                </c:pt>
                <c:pt idx="669">
                  <c:v>1354.6691206110474</c:v>
                </c:pt>
                <c:pt idx="670">
                  <c:v>1354.0957137942619</c:v>
                </c:pt>
                <c:pt idx="671">
                  <c:v>1353.5193838071709</c:v>
                </c:pt>
                <c:pt idx="672">
                  <c:v>1352.9401315331188</c:v>
                </c:pt>
                <c:pt idx="673">
                  <c:v>1352.3579578607737</c:v>
                </c:pt>
                <c:pt idx="674">
                  <c:v>1351.7728636841809</c:v>
                </c:pt>
                <c:pt idx="675">
                  <c:v>1351.1848499027139</c:v>
                </c:pt>
                <c:pt idx="676">
                  <c:v>1350.5939174210998</c:v>
                </c:pt>
                <c:pt idx="677">
                  <c:v>1350.0000671494608</c:v>
                </c:pt>
                <c:pt idx="678">
                  <c:v>1349.4033000032664</c:v>
                </c:pt>
                <c:pt idx="679">
                  <c:v>1348.8036169033708</c:v>
                </c:pt>
                <c:pt idx="680">
                  <c:v>1348.2010187760509</c:v>
                </c:pt>
                <c:pt idx="681">
                  <c:v>1347.595506552954</c:v>
                </c:pt>
                <c:pt idx="682">
                  <c:v>1346.9870811711178</c:v>
                </c:pt>
                <c:pt idx="683">
                  <c:v>1346.3757435730454</c:v>
                </c:pt>
                <c:pt idx="684">
                  <c:v>1345.7614947066252</c:v>
                </c:pt>
                <c:pt idx="685">
                  <c:v>1345.1443355251772</c:v>
                </c:pt>
                <c:pt idx="686">
                  <c:v>1344.5242669874617</c:v>
                </c:pt>
                <c:pt idx="687">
                  <c:v>1343.9012900577034</c:v>
                </c:pt>
                <c:pt idx="688">
                  <c:v>1343.2754057055699</c:v>
                </c:pt>
                <c:pt idx="689">
                  <c:v>1342.6466149061839</c:v>
                </c:pt>
                <c:pt idx="690">
                  <c:v>1342.0149186401623</c:v>
                </c:pt>
                <c:pt idx="691">
                  <c:v>1341.3803178935743</c:v>
                </c:pt>
                <c:pt idx="692">
                  <c:v>1340.7428136580068</c:v>
                </c:pt>
                <c:pt idx="693">
                  <c:v>1340.1024069305211</c:v>
                </c:pt>
                <c:pt idx="694">
                  <c:v>1339.459098713683</c:v>
                </c:pt>
                <c:pt idx="695">
                  <c:v>1338.8128900155916</c:v>
                </c:pt>
                <c:pt idx="696">
                  <c:v>1338.16378184986</c:v>
                </c:pt>
                <c:pt idx="697">
                  <c:v>1337.511775235613</c:v>
                </c:pt>
                <c:pt idx="698">
                  <c:v>1336.856871197552</c:v>
                </c:pt>
                <c:pt idx="699">
                  <c:v>1336.1990707659099</c:v>
                </c:pt>
                <c:pt idx="700">
                  <c:v>1335.5383749764533</c:v>
                </c:pt>
                <c:pt idx="701">
                  <c:v>1334.8747848705657</c:v>
                </c:pt>
                <c:pt idx="702">
                  <c:v>1334.2083014951545</c:v>
                </c:pt>
                <c:pt idx="703">
                  <c:v>1333.5389259027429</c:v>
                </c:pt>
                <c:pt idx="704">
                  <c:v>1332.8666591514332</c:v>
                </c:pt>
                <c:pt idx="705">
                  <c:v>1332.1915023049487</c:v>
                </c:pt>
                <c:pt idx="706">
                  <c:v>1331.5134564325951</c:v>
                </c:pt>
                <c:pt idx="707">
                  <c:v>1330.832522609322</c:v>
                </c:pt>
                <c:pt idx="708">
                  <c:v>1330.1487019157041</c:v>
                </c:pt>
                <c:pt idx="709">
                  <c:v>1329.4619954379477</c:v>
                </c:pt>
                <c:pt idx="710">
                  <c:v>1328.7724042679101</c:v>
                </c:pt>
                <c:pt idx="711">
                  <c:v>1328.0799295031163</c:v>
                </c:pt>
                <c:pt idx="712">
                  <c:v>1327.3845722467456</c:v>
                </c:pt>
                <c:pt idx="713">
                  <c:v>1326.6863336076619</c:v>
                </c:pt>
                <c:pt idx="714">
                  <c:v>1325.985214700403</c:v>
                </c:pt>
                <c:pt idx="715">
                  <c:v>1325.2812166452322</c:v>
                </c:pt>
                <c:pt idx="716">
                  <c:v>1324.5743405680926</c:v>
                </c:pt>
                <c:pt idx="717">
                  <c:v>1323.864587600634</c:v>
                </c:pt>
                <c:pt idx="718">
                  <c:v>1323.1519588802589</c:v>
                </c:pt>
                <c:pt idx="719">
                  <c:v>1322.4364555500808</c:v>
                </c:pt>
                <c:pt idx="720">
                  <c:v>1321.7180787589646</c:v>
                </c:pt>
                <c:pt idx="721">
                  <c:v>1320.9968296615427</c:v>
                </c:pt>
                <c:pt idx="722">
                  <c:v>1320.2727094181967</c:v>
                </c:pt>
                <c:pt idx="723">
                  <c:v>1319.5457191950811</c:v>
                </c:pt>
                <c:pt idx="724">
                  <c:v>1318.8158601641499</c:v>
                </c:pt>
                <c:pt idx="725">
                  <c:v>1318.0831335031303</c:v>
                </c:pt>
                <c:pt idx="726">
                  <c:v>1317.347540395582</c:v>
                </c:pt>
                <c:pt idx="727">
                  <c:v>1316.6090820308486</c:v>
                </c:pt>
                <c:pt idx="728">
                  <c:v>1315.8677596041255</c:v>
                </c:pt>
                <c:pt idx="729">
                  <c:v>1315.1235743164157</c:v>
                </c:pt>
                <c:pt idx="730">
                  <c:v>1314.3765273745882</c:v>
                </c:pt>
                <c:pt idx="731">
                  <c:v>1313.6266199913853</c:v>
                </c:pt>
                <c:pt idx="732">
                  <c:v>1312.8738533853718</c:v>
                </c:pt>
                <c:pt idx="733">
                  <c:v>1312.1182287810195</c:v>
                </c:pt>
                <c:pt idx="734">
                  <c:v>1311.3597474086823</c:v>
                </c:pt>
                <c:pt idx="735">
                  <c:v>1310.5984105046005</c:v>
                </c:pt>
                <c:pt idx="736">
                  <c:v>1309.8342193109384</c:v>
                </c:pt>
                <c:pt idx="737">
                  <c:v>1309.0671750757924</c:v>
                </c:pt>
                <c:pt idx="738">
                  <c:v>1308.2972790531469</c:v>
                </c:pt>
                <c:pt idx="739">
                  <c:v>1307.5245325029655</c:v>
                </c:pt>
                <c:pt idx="740">
                  <c:v>1306.7489366911457</c:v>
                </c:pt>
                <c:pt idx="741">
                  <c:v>1305.9704928895796</c:v>
                </c:pt>
                <c:pt idx="742">
                  <c:v>1305.1892023760865</c:v>
                </c:pt>
                <c:pt idx="743">
                  <c:v>1304.4050664344959</c:v>
                </c:pt>
                <c:pt idx="744">
                  <c:v>1303.618086354654</c:v>
                </c:pt>
                <c:pt idx="745">
                  <c:v>1302.8282634323732</c:v>
                </c:pt>
                <c:pt idx="746">
                  <c:v>1302.0355989695249</c:v>
                </c:pt>
                <c:pt idx="747">
                  <c:v>1301.2400942739771</c:v>
                </c:pt>
                <c:pt idx="748">
                  <c:v>1300.4417506596717</c:v>
                </c:pt>
                <c:pt idx="749">
                  <c:v>1299.6405694465757</c:v>
                </c:pt>
                <c:pt idx="750">
                  <c:v>1298.8365519607325</c:v>
                </c:pt>
                <c:pt idx="751">
                  <c:v>1298.0296995342726</c:v>
                </c:pt>
                <c:pt idx="752">
                  <c:v>1297.220013505404</c:v>
                </c:pt>
                <c:pt idx="753">
                  <c:v>1296.4074952184335</c:v>
                </c:pt>
                <c:pt idx="754">
                  <c:v>1295.5921460237882</c:v>
                </c:pt>
                <c:pt idx="755">
                  <c:v>1294.7739672780187</c:v>
                </c:pt>
                <c:pt idx="756">
                  <c:v>1293.9529603437957</c:v>
                </c:pt>
                <c:pt idx="757">
                  <c:v>1293.1291265899529</c:v>
                </c:pt>
                <c:pt idx="758">
                  <c:v>1292.3024673914765</c:v>
                </c:pt>
                <c:pt idx="759">
                  <c:v>1291.4729841295209</c:v>
                </c:pt>
                <c:pt idx="760">
                  <c:v>1290.6406781914379</c:v>
                </c:pt>
                <c:pt idx="761">
                  <c:v>1289.8055509707556</c:v>
                </c:pt>
                <c:pt idx="762">
                  <c:v>1288.9676038672246</c:v>
                </c:pt>
                <c:pt idx="763">
                  <c:v>1288.1268382868104</c:v>
                </c:pt>
                <c:pt idx="764">
                  <c:v>1287.2832556417175</c:v>
                </c:pt>
                <c:pt idx="765">
                  <c:v>1286.436857350383</c:v>
                </c:pt>
                <c:pt idx="766">
                  <c:v>1285.5876448375161</c:v>
                </c:pt>
                <c:pt idx="767">
                  <c:v>1284.7356195340938</c:v>
                </c:pt>
                <c:pt idx="768">
                  <c:v>1283.8807828773474</c:v>
                </c:pt>
                <c:pt idx="769">
                  <c:v>1283.0231363108549</c:v>
                </c:pt>
                <c:pt idx="770">
                  <c:v>1282.1626812844531</c:v>
                </c:pt>
                <c:pt idx="771">
                  <c:v>1281.2994192543374</c:v>
                </c:pt>
                <c:pt idx="772">
                  <c:v>1280.4333516830138</c:v>
                </c:pt>
                <c:pt idx="773">
                  <c:v>1279.56448003933</c:v>
                </c:pt>
                <c:pt idx="774">
                  <c:v>1278.6928057985194</c:v>
                </c:pt>
                <c:pt idx="775">
                  <c:v>1277.8183304421605</c:v>
                </c:pt>
                <c:pt idx="776">
                  <c:v>1276.941055458251</c:v>
                </c:pt>
                <c:pt idx="777">
                  <c:v>1276.0609823411585</c:v>
                </c:pt>
                <c:pt idx="778">
                  <c:v>1275.1781125916793</c:v>
                </c:pt>
                <c:pt idx="779">
                  <c:v>1274.2924477170077</c:v>
                </c:pt>
                <c:pt idx="780">
                  <c:v>1273.4039892307942</c:v>
                </c:pt>
                <c:pt idx="781">
                  <c:v>1272.5127386531797</c:v>
                </c:pt>
                <c:pt idx="782">
                  <c:v>1271.618697510695</c:v>
                </c:pt>
                <c:pt idx="783">
                  <c:v>1270.7218673364255</c:v>
                </c:pt>
                <c:pt idx="784">
                  <c:v>1269.8222496698963</c:v>
                </c:pt>
                <c:pt idx="785">
                  <c:v>1268.9198460571674</c:v>
                </c:pt>
                <c:pt idx="786">
                  <c:v>1268.0146580507985</c:v>
                </c:pt>
                <c:pt idx="787">
                  <c:v>1267.1066872099036</c:v>
                </c:pt>
                <c:pt idx="788">
                  <c:v>1266.1959351001453</c:v>
                </c:pt>
                <c:pt idx="789">
                  <c:v>1265.2824032937235</c:v>
                </c:pt>
                <c:pt idx="790">
                  <c:v>1264.366093369443</c:v>
                </c:pt>
                <c:pt idx="791">
                  <c:v>1263.4470069126703</c:v>
                </c:pt>
                <c:pt idx="792">
                  <c:v>1262.5251455154112</c:v>
                </c:pt>
                <c:pt idx="793">
                  <c:v>1261.6005107762758</c:v>
                </c:pt>
                <c:pt idx="794">
                  <c:v>1260.6731043004938</c:v>
                </c:pt>
                <c:pt idx="795">
                  <c:v>1259.7429276999617</c:v>
                </c:pt>
                <c:pt idx="796">
                  <c:v>1258.809982593212</c:v>
                </c:pt>
                <c:pt idx="797">
                  <c:v>1257.8742706054932</c:v>
                </c:pt>
                <c:pt idx="798">
                  <c:v>1256.935793368722</c:v>
                </c:pt>
                <c:pt idx="799">
                  <c:v>1255.9945525215021</c:v>
                </c:pt>
                <c:pt idx="800">
                  <c:v>1255.0505497092061</c:v>
                </c:pt>
                <c:pt idx="801">
                  <c:v>1254.103786583901</c:v>
                </c:pt>
                <c:pt idx="802">
                  <c:v>1253.1542648044106</c:v>
                </c:pt>
                <c:pt idx="803">
                  <c:v>1252.2019860363362</c:v>
                </c:pt>
                <c:pt idx="804">
                  <c:v>1251.2469519520585</c:v>
                </c:pt>
                <c:pt idx="805">
                  <c:v>1250.2891642307395</c:v>
                </c:pt>
                <c:pt idx="806">
                  <c:v>1249.328624558362</c:v>
                </c:pt>
                <c:pt idx="807">
                  <c:v>1248.3653346277531</c:v>
                </c:pt>
                <c:pt idx="808">
                  <c:v>1247.3992961385422</c:v>
                </c:pt>
                <c:pt idx="809">
                  <c:v>1246.430510797235</c:v>
                </c:pt>
                <c:pt idx="810">
                  <c:v>1245.458980317215</c:v>
                </c:pt>
                <c:pt idx="811">
                  <c:v>1244.4847064187534</c:v>
                </c:pt>
                <c:pt idx="812">
                  <c:v>1243.5076908290005</c:v>
                </c:pt>
                <c:pt idx="813">
                  <c:v>1242.527935282078</c:v>
                </c:pt>
                <c:pt idx="814">
                  <c:v>1241.5454415189899</c:v>
                </c:pt>
                <c:pt idx="815">
                  <c:v>1240.5602112876991</c:v>
                </c:pt>
                <c:pt idx="816">
                  <c:v>1239.5722463431443</c:v>
                </c:pt>
                <c:pt idx="817">
                  <c:v>1238.5815484472589</c:v>
                </c:pt>
                <c:pt idx="818">
                  <c:v>1237.5881193689609</c:v>
                </c:pt>
                <c:pt idx="819">
                  <c:v>1236.5919608841762</c:v>
                </c:pt>
                <c:pt idx="820">
                  <c:v>1235.593074775891</c:v>
                </c:pt>
                <c:pt idx="821">
                  <c:v>1234.5914628340938</c:v>
                </c:pt>
                <c:pt idx="822">
                  <c:v>1233.587126855854</c:v>
                </c:pt>
                <c:pt idx="823">
                  <c:v>1232.5800686453581</c:v>
                </c:pt>
                <c:pt idx="824">
                  <c:v>1231.5702900138515</c:v>
                </c:pt>
                <c:pt idx="825">
                  <c:v>1230.557792779698</c:v>
                </c:pt>
                <c:pt idx="826">
                  <c:v>1229.5425787683851</c:v>
                </c:pt>
                <c:pt idx="827">
                  <c:v>1228.5246498125505</c:v>
                </c:pt>
                <c:pt idx="828">
                  <c:v>1227.5040077520098</c:v>
                </c:pt>
                <c:pt idx="829">
                  <c:v>1226.4806544337407</c:v>
                </c:pt>
                <c:pt idx="830">
                  <c:v>1225.454591711939</c:v>
                </c:pt>
                <c:pt idx="831">
                  <c:v>1224.4258214479887</c:v>
                </c:pt>
                <c:pt idx="832">
                  <c:v>1223.3943455105359</c:v>
                </c:pt>
                <c:pt idx="833">
                  <c:v>1222.3601657754348</c:v>
                </c:pt>
                <c:pt idx="834">
                  <c:v>1221.3232841258437</c:v>
                </c:pt>
                <c:pt idx="835">
                  <c:v>1165.3378138279759</c:v>
                </c:pt>
                <c:pt idx="836">
                  <c:v>1111.7919640104267</c:v>
                </c:pt>
                <c:pt idx="837">
                  <c:v>1060.5794258745686</c:v>
                </c:pt>
                <c:pt idx="838">
                  <c:v>1011.5985231294753</c:v>
                </c:pt>
                <c:pt idx="839">
                  <c:v>964.75201012596426</c:v>
                </c:pt>
                <c:pt idx="840">
                  <c:v>919.94687878713921</c:v>
                </c:pt>
                <c:pt idx="841">
                  <c:v>877.0941739521196</c:v>
                </c:pt>
                <c:pt idx="842">
                  <c:v>836.10881676634403</c:v>
                </c:pt>
                <c:pt idx="843">
                  <c:v>796.90943576781194</c:v>
                </c:pt>
                <c:pt idx="844">
                  <c:v>759.4182053339</c:v>
                </c:pt>
                <c:pt idx="845">
                  <c:v>723.56069116801768</c:v>
                </c:pt>
                <c:pt idx="846">
                  <c:v>689.26570251932719</c:v>
                </c:pt>
                <c:pt idx="847">
                  <c:v>656.46515084213149</c:v>
                </c:pt>
                <c:pt idx="848">
                  <c:v>625.09391461431369</c:v>
                </c:pt>
                <c:pt idx="849">
                  <c:v>595.08971004644445</c:v>
                </c:pt>
                <c:pt idx="850">
                  <c:v>566.39296742486249</c:v>
                </c:pt>
                <c:pt idx="851">
                  <c:v>538.94671284322305</c:v>
                </c:pt>
                <c:pt idx="852">
                  <c:v>512.6964550877093</c:v>
                </c:pt>
                <c:pt idx="853">
                  <c:v>487.59007745132772</c:v>
                </c:pt>
                <c:pt idx="854">
                  <c:v>463.57773426249969</c:v>
                </c:pt>
                <c:pt idx="855">
                  <c:v>440.61175192251704</c:v>
                </c:pt>
                <c:pt idx="856">
                  <c:v>418.64653425538921</c:v>
                </c:pt>
                <c:pt idx="857">
                  <c:v>397.63847198215694</c:v>
                </c:pt>
                <c:pt idx="858">
                  <c:v>377.54585613995215</c:v>
                </c:pt>
                <c:pt idx="859">
                  <c:v>358.91507257963457</c:v>
                </c:pt>
                <c:pt idx="860">
                  <c:v>341.17027545003043</c:v>
                </c:pt>
                <c:pt idx="861">
                  <c:v>324.267289879717</c:v>
                </c:pt>
                <c:pt idx="862">
                  <c:v>308.16698059756357</c:v>
                </c:pt>
                <c:pt idx="863">
                  <c:v>292.83200521613782</c:v>
                </c:pt>
                <c:pt idx="864">
                  <c:v>278.22673283136578</c:v>
                </c:pt>
                <c:pt idx="865">
                  <c:v>264.31716628660371</c:v>
                </c:pt>
                <c:pt idx="866">
                  <c:v>251.07086793670183</c:v>
                </c:pt>
                <c:pt idx="867">
                  <c:v>238.45688875494704</c:v>
                </c:pt>
                <c:pt idx="868">
                  <c:v>226.4457006327473</c:v>
                </c:pt>
                <c:pt idx="869">
                  <c:v>215.00913172858384</c:v>
                </c:pt>
                <c:pt idx="870">
                  <c:v>204.12030472912247</c:v>
                </c:pt>
                <c:pt idx="871">
                  <c:v>193.75357789144672</c:v>
                </c:pt>
                <c:pt idx="872">
                  <c:v>183.88448874117407</c:v>
                </c:pt>
                <c:pt idx="873">
                  <c:v>174.48970030675099</c:v>
                </c:pt>
                <c:pt idx="874">
                  <c:v>165.54694977549789</c:v>
                </c:pt>
                <c:pt idx="875">
                  <c:v>157.03499946201447</c:v>
                </c:pt>
                <c:pt idx="876">
                  <c:v>148.93358998434789</c:v>
                </c:pt>
                <c:pt idx="877">
                  <c:v>141.22339554790406</c:v>
                </c:pt>
                <c:pt idx="878">
                  <c:v>133.88598124143346</c:v>
                </c:pt>
                <c:pt idx="879">
                  <c:v>126.90376225356316</c:v>
                </c:pt>
                <c:pt idx="880">
                  <c:v>120.25996492228461</c:v>
                </c:pt>
                <c:pt idx="881">
                  <c:v>113.9385895335392</c:v>
                </c:pt>
                <c:pt idx="882">
                  <c:v>0</c:v>
                </c:pt>
              </c:numCache>
            </c:numRef>
          </c:yVal>
          <c:smooth val="1"/>
          <c:extLst>
            <c:ext xmlns:c16="http://schemas.microsoft.com/office/drawing/2014/chart" uri="{C3380CC4-5D6E-409C-BE32-E72D297353CC}">
              <c16:uniqueId val="{00000000-E9BF-40D2-8F73-06B3DA370149}"/>
            </c:ext>
          </c:extLst>
        </c:ser>
        <c:dLbls>
          <c:showLegendKey val="0"/>
          <c:showVal val="0"/>
          <c:showCatName val="0"/>
          <c:showSerName val="0"/>
          <c:showPercent val="0"/>
          <c:showBubbleSize val="0"/>
        </c:dLbls>
        <c:axId val="505512944"/>
        <c:axId val="505515688"/>
      </c:scatterChart>
      <c:valAx>
        <c:axId val="505512944"/>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s-MX"/>
          </a:p>
        </c:txPr>
        <c:crossAx val="505515688"/>
        <c:crosses val="autoZero"/>
        <c:crossBetween val="midCat"/>
      </c:valAx>
      <c:valAx>
        <c:axId val="505515688"/>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s-MX"/>
          </a:p>
        </c:txPr>
        <c:crossAx val="505512944"/>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s-MX"/>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35160536"/>
        <c:axId val="335161320"/>
      </c:scatterChart>
      <c:valAx>
        <c:axId val="33516053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35161320"/>
        <c:crosses val="autoZero"/>
        <c:crossBetween val="midCat"/>
      </c:valAx>
      <c:valAx>
        <c:axId val="33516132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3516053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drawings/drawing2.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28/10/2025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Lo que puedes ampliar oralmente:</a:t>
            </a:r>
            <a:endParaRPr lang="es-ES" dirty="0"/>
          </a:p>
          <a:p>
            <a:r>
              <a:rPr lang="es-ES" dirty="0"/>
              <a:t>Detalles sobre por qué la presión es dominante</a:t>
            </a:r>
          </a:p>
          <a:p>
            <a:r>
              <a:rPr lang="es-ES" dirty="0"/>
              <a:t>Explicación de </a:t>
            </a:r>
            <a:r>
              <a:rPr lang="es-ES" dirty="0" err="1"/>
              <a:t>strand</a:t>
            </a:r>
            <a:r>
              <a:rPr lang="es-ES" dirty="0"/>
              <a:t> </a:t>
            </a:r>
            <a:r>
              <a:rPr lang="es-ES" dirty="0" err="1"/>
              <a:t>burner</a:t>
            </a:r>
            <a:endParaRPr lang="es-ES" dirty="0"/>
          </a:p>
          <a:p>
            <a:r>
              <a:rPr lang="es-ES" dirty="0"/>
              <a:t>Ejemplos de discrepancias teórico-experimental</a:t>
            </a:r>
          </a:p>
          <a:p>
            <a:r>
              <a:rPr lang="es-ES" dirty="0"/>
              <a:t>¿Te funciona este enfoque o prefieres ajustar el contenido o el recurso visual?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3</a:t>
            </a:fld>
            <a:endParaRPr lang="es-MX"/>
          </a:p>
        </p:txBody>
      </p:sp>
    </p:spTree>
    <p:extLst>
      <p:ext uri="{BB962C8B-B14F-4D97-AF65-F5344CB8AC3E}">
        <p14:creationId xmlns:p14="http://schemas.microsoft.com/office/powerpoint/2010/main" val="224393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Para ampliar oralmente:</a:t>
            </a:r>
            <a:endParaRPr lang="es-ES" dirty="0"/>
          </a:p>
          <a:p>
            <a:r>
              <a:rPr lang="es-ES" dirty="0"/>
              <a:t>Detalles sobre coeficientes de convección</a:t>
            </a:r>
          </a:p>
          <a:p>
            <a:r>
              <a:rPr lang="es-ES" dirty="0"/>
              <a:t>Ejemplos de materiales aislantes</a:t>
            </a:r>
          </a:p>
          <a:p>
            <a:r>
              <a:rPr lang="es-ES" dirty="0"/>
              <a:t>Tipos específicos de vibraciones</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4</a:t>
            </a:fld>
            <a:endParaRPr lang="es-MX"/>
          </a:p>
        </p:txBody>
      </p:sp>
    </p:spTree>
    <p:extLst>
      <p:ext uri="{BB962C8B-B14F-4D97-AF65-F5344CB8AC3E}">
        <p14:creationId xmlns:p14="http://schemas.microsoft.com/office/powerpoint/2010/main" val="433699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err="1"/>
              <a:t>Elementos</a:t>
            </a:r>
            <a:r>
              <a:rPr lang="en-US" b="1" dirty="0"/>
              <a:t> </a:t>
            </a:r>
            <a:r>
              <a:rPr lang="en-US" b="1" dirty="0" err="1"/>
              <a:t>destacados</a:t>
            </a:r>
            <a:r>
              <a:rPr lang="en-US" b="1" dirty="0"/>
              <a:t>:</a:t>
            </a:r>
            <a:endParaRPr lang="en-US" dirty="0"/>
          </a:p>
          <a:p>
            <a:r>
              <a:rPr lang="en-US" dirty="0" err="1"/>
              <a:t>Aplicaciones</a:t>
            </a:r>
            <a:r>
              <a:rPr lang="en-US" dirty="0"/>
              <a:t> </a:t>
            </a:r>
            <a:r>
              <a:rPr lang="en-US" dirty="0" err="1"/>
              <a:t>múltiples</a:t>
            </a:r>
            <a:r>
              <a:rPr lang="en-US" dirty="0"/>
              <a:t> de </a:t>
            </a:r>
            <a:r>
              <a:rPr lang="en-US" dirty="0" err="1"/>
              <a:t>motores</a:t>
            </a:r>
            <a:r>
              <a:rPr lang="en-US" dirty="0"/>
              <a:t> </a:t>
            </a:r>
            <a:r>
              <a:rPr lang="en-US" dirty="0" err="1"/>
              <a:t>cohete</a:t>
            </a:r>
            <a:endParaRPr lang="en-US" dirty="0"/>
          </a:p>
          <a:p>
            <a:r>
              <a:rPr lang="en-US" dirty="0" err="1"/>
              <a:t>Enfoque</a:t>
            </a:r>
            <a:r>
              <a:rPr lang="en-US" dirty="0"/>
              <a:t> low-cost </a:t>
            </a:r>
            <a:r>
              <a:rPr lang="en-US" dirty="0" err="1"/>
              <a:t>por</a:t>
            </a:r>
            <a:r>
              <a:rPr lang="en-US" dirty="0"/>
              <a:t> </a:t>
            </a:r>
            <a:r>
              <a:rPr lang="en-US" dirty="0" err="1"/>
              <a:t>limitaciones</a:t>
            </a:r>
            <a:r>
              <a:rPr lang="en-US" dirty="0"/>
              <a:t> de </a:t>
            </a:r>
            <a:r>
              <a:rPr lang="en-US" dirty="0" err="1"/>
              <a:t>equipo</a:t>
            </a:r>
            <a:endParaRPr lang="en-US" dirty="0"/>
          </a:p>
          <a:p>
            <a:r>
              <a:rPr lang="en-US" dirty="0" err="1"/>
              <a:t>Objetivos</a:t>
            </a:r>
            <a:r>
              <a:rPr lang="en-US" dirty="0"/>
              <a:t> </a:t>
            </a:r>
            <a:r>
              <a:rPr lang="en-US" dirty="0" err="1"/>
              <a:t>académicos</a:t>
            </a:r>
            <a:r>
              <a:rPr lang="en-US" dirty="0"/>
              <a:t> vs </a:t>
            </a:r>
            <a:r>
              <a:rPr lang="en-US" dirty="0" err="1"/>
              <a:t>industriales</a:t>
            </a:r>
            <a:endParaRPr lang="en-US" dirty="0"/>
          </a:p>
          <a:p>
            <a:r>
              <a:rPr lang="es-ES" b="1" dirty="0"/>
              <a:t>Para ampliar oralmente:</a:t>
            </a:r>
            <a:endParaRPr lang="es-ES" dirty="0"/>
          </a:p>
          <a:p>
            <a:r>
              <a:rPr lang="es-ES" dirty="0"/>
              <a:t>Ejemplos específicos de equipos desactualizados</a:t>
            </a:r>
          </a:p>
          <a:p>
            <a:r>
              <a:rPr lang="es-ES" dirty="0"/>
              <a:t>Comparación con laboratorios de la industria</a:t>
            </a:r>
          </a:p>
          <a:p>
            <a:r>
              <a:rPr lang="es-ES" dirty="0"/>
              <a:t>Impacto en comunidad académica local</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5</a:t>
            </a:fld>
            <a:endParaRPr lang="es-MX"/>
          </a:p>
        </p:txBody>
      </p:sp>
    </p:spTree>
    <p:extLst>
      <p:ext uri="{BB962C8B-B14F-4D97-AF65-F5344CB8AC3E}">
        <p14:creationId xmlns:p14="http://schemas.microsoft.com/office/powerpoint/2010/main" val="2199039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S/N = </a:t>
            </a:r>
            <a:r>
              <a:rPr lang="es-ES" b="1" dirty="0" err="1"/>
              <a:t>Signal-to-Noise</a:t>
            </a:r>
            <a:r>
              <a:rPr lang="es-ES" b="1" dirty="0"/>
              <a:t> Ratio</a:t>
            </a:r>
            <a:r>
              <a:rPr lang="es-ES" dirty="0"/>
              <a:t> (Relación Señal/Ruido)</a:t>
            </a:r>
          </a:p>
          <a:p>
            <a:r>
              <a:rPr lang="es-ES" b="1" dirty="0"/>
              <a:t>Definición:</a:t>
            </a:r>
            <a:r>
              <a:rPr lang="es-ES" dirty="0"/>
              <a:t> Ratio entre la potencia de la señal útil y la potencia del ruido.</a:t>
            </a:r>
          </a:p>
          <a:p>
            <a:r>
              <a:rPr lang="es-ES" b="1" dirty="0"/>
              <a:t>Fórmula:</a:t>
            </a:r>
            <a:r>
              <a:rPr lang="es-ES" dirty="0"/>
              <a:t> S/N = 20 log₁₀(</a:t>
            </a:r>
            <a:r>
              <a:rPr lang="es-ES" dirty="0" err="1"/>
              <a:t>V_señal</a:t>
            </a:r>
            <a:r>
              <a:rPr lang="es-ES" dirty="0"/>
              <a:t>/</a:t>
            </a:r>
            <a:r>
              <a:rPr lang="es-ES" dirty="0" err="1"/>
              <a:t>V_ruido</a:t>
            </a:r>
            <a:r>
              <a:rPr lang="es-ES" dirty="0"/>
              <a:t>) [dB]</a:t>
            </a:r>
          </a:p>
          <a:p>
            <a:endParaRPr lang="es-419" dirty="0"/>
          </a:p>
        </p:txBody>
      </p:sp>
      <p:sp>
        <p:nvSpPr>
          <p:cNvPr id="4" name="Slide Number Placeholder 3"/>
          <p:cNvSpPr>
            <a:spLocks noGrp="1"/>
          </p:cNvSpPr>
          <p:nvPr>
            <p:ph type="sldNum" sz="quarter" idx="5"/>
          </p:nvPr>
        </p:nvSpPr>
        <p:spPr/>
        <p:txBody>
          <a:bodyPr/>
          <a:lstStyle/>
          <a:p>
            <a:fld id="{DB28F327-BEE5-45AC-9CE6-84AF0ACB1493}" type="slidenum">
              <a:rPr lang="es-MX" smtClean="0"/>
              <a:t>6</a:t>
            </a:fld>
            <a:endParaRPr lang="es-MX"/>
          </a:p>
        </p:txBody>
      </p:sp>
    </p:spTree>
    <p:extLst>
      <p:ext uri="{BB962C8B-B14F-4D97-AF65-F5344CB8AC3E}">
        <p14:creationId xmlns:p14="http://schemas.microsoft.com/office/powerpoint/2010/main" val="228186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2BDB245-CECD-89CE-B664-2CC8D187A9BC}"/>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id="{A7F57656-A1B3-EA52-D886-4E6C01672D26}"/>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CA16216-C1B7-06B6-1C48-21A033CE44B4}"/>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2A9A8C79-6B0F-1272-769E-1604E7A38E7E}"/>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E07417BD-5542-D618-A913-46D99F70A70D}"/>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A08AA826-DE5D-8987-747F-54A3BB500240}"/>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9664074F-D602-7BA4-F9BA-23096A9C6A38}"/>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7F45A3EC-518F-4874-4E15-BD41DD47172C}"/>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9613C39C-8B5F-3765-1484-F2205D391090}"/>
              </a:ext>
            </a:extLst>
          </p:cNvPr>
          <p:cNvSpPr>
            <a:spLocks noGrp="1"/>
          </p:cNvSpPr>
          <p:nvPr>
            <p:ph type="sldNum" sz="quarter" idx="5"/>
          </p:nvPr>
        </p:nvSpPr>
        <p:spPr/>
        <p:txBody>
          <a:bodyPr/>
          <a:lstStyle/>
          <a:p>
            <a:fld id="{DB28F327-BEE5-45AC-9CE6-84AF0ACB1493}" type="slidenum">
              <a:rPr lang="es-MX" smtClean="0"/>
              <a:t>28</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406BC02-B764-5E67-CBC6-E22C444008BB}"/>
              </a:ext>
            </a:extLst>
          </p:cNvPr>
          <p:cNvSpPr>
            <a:spLocks noGrp="1"/>
          </p:cNvSpPr>
          <p:nvPr>
            <p:ph type="sldNum" sz="quarter" idx="5"/>
          </p:nvPr>
        </p:nvSpPr>
        <p:spPr/>
        <p:txBody>
          <a:bodyPr/>
          <a:lstStyle/>
          <a:p>
            <a:fld id="{DB28F327-BEE5-45AC-9CE6-84AF0ACB1493}" type="slidenum">
              <a:rPr lang="es-MX" smtClean="0"/>
              <a:t>29</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652DCEEE-E07C-E210-6E45-2CC589218B89}"/>
              </a:ext>
            </a:extLst>
          </p:cNvPr>
          <p:cNvSpPr>
            <a:spLocks noGrp="1"/>
          </p:cNvSpPr>
          <p:nvPr>
            <p:ph type="sldNum" sz="quarter" idx="5"/>
          </p:nvPr>
        </p:nvSpPr>
        <p:spPr/>
        <p:txBody>
          <a:bodyPr/>
          <a:lstStyle/>
          <a:p>
            <a:fld id="{DB28F327-BEE5-45AC-9CE6-84AF0ACB1493}" type="slidenum">
              <a:rPr lang="es-MX" smtClean="0"/>
              <a:t>30</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17A06162-F436-5B7E-9088-189F02566719}"/>
              </a:ext>
            </a:extLst>
          </p:cNvPr>
          <p:cNvSpPr>
            <a:spLocks noGrp="1"/>
          </p:cNvSpPr>
          <p:nvPr>
            <p:ph type="sldNum" sz="quarter" idx="5"/>
          </p:nvPr>
        </p:nvSpPr>
        <p:spPr/>
        <p:txBody>
          <a:bodyPr/>
          <a:lstStyle/>
          <a:p>
            <a:fld id="{DB28F327-BEE5-45AC-9CE6-84AF0ACB1493}" type="slidenum">
              <a:rPr lang="es-MX" smtClean="0"/>
              <a:t>31</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id="{623A789C-4886-A0E5-19F8-9831EADBA6A6}"/>
              </a:ext>
            </a:extLst>
          </p:cNvPr>
          <p:cNvSpPr>
            <a:spLocks noGrp="1"/>
          </p:cNvSpPr>
          <p:nvPr>
            <p:ph type="sldNum" sz="quarter" idx="5"/>
          </p:nvPr>
        </p:nvSpPr>
        <p:spPr/>
        <p:txBody>
          <a:bodyPr/>
          <a:lstStyle/>
          <a:p>
            <a:fld id="{DB28F327-BEE5-45AC-9CE6-84AF0ACB1493}" type="slidenum">
              <a:rPr lang="es-MX" smtClean="0"/>
              <a:t>32</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BE456964-3528-D9A1-7629-89B88C0007C0}"/>
              </a:ext>
            </a:extLst>
          </p:cNvPr>
          <p:cNvSpPr>
            <a:spLocks noGrp="1"/>
          </p:cNvSpPr>
          <p:nvPr>
            <p:ph type="sldNum" sz="quarter" idx="5"/>
          </p:nvPr>
        </p:nvSpPr>
        <p:spPr/>
        <p:txBody>
          <a:bodyPr/>
          <a:lstStyle/>
          <a:p>
            <a:fld id="{DB28F327-BEE5-45AC-9CE6-84AF0ACB1493}" type="slidenum">
              <a:rPr lang="es-MX" smtClean="0"/>
              <a:t>33</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704A619-3851-BE3A-0E11-A37FFBF75140}"/>
              </a:ext>
            </a:extLst>
          </p:cNvPr>
          <p:cNvSpPr>
            <a:spLocks noGrp="1"/>
          </p:cNvSpPr>
          <p:nvPr>
            <p:ph type="sldNum" sz="quarter" idx="5"/>
          </p:nvPr>
        </p:nvSpPr>
        <p:spPr/>
        <p:txBody>
          <a:bodyPr/>
          <a:lstStyle/>
          <a:p>
            <a:fld id="{DB28F327-BEE5-45AC-9CE6-84AF0ACB1493}" type="slidenum">
              <a:rPr lang="es-MX" smtClean="0"/>
              <a:t>34</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B90464B-C3A1-A13C-0087-D33DBA175332}"/>
              </a:ext>
            </a:extLst>
          </p:cNvPr>
          <p:cNvSpPr>
            <a:spLocks noGrp="1"/>
          </p:cNvSpPr>
          <p:nvPr>
            <p:ph type="sldNum" sz="quarter" idx="5"/>
          </p:nvPr>
        </p:nvSpPr>
        <p:spPr/>
        <p:txBody>
          <a:bodyPr/>
          <a:lstStyle/>
          <a:p>
            <a:fld id="{DB28F327-BEE5-45AC-9CE6-84AF0ACB1493}" type="slidenum">
              <a:rPr lang="es-MX" smtClean="0"/>
              <a:t>35</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23C1211-D21A-F39B-CA9C-2B2EBF97B8F1}"/>
              </a:ext>
            </a:extLst>
          </p:cNvPr>
          <p:cNvSpPr>
            <a:spLocks noGrp="1"/>
          </p:cNvSpPr>
          <p:nvPr>
            <p:ph type="sldNum" sz="quarter" idx="5"/>
          </p:nvPr>
        </p:nvSpPr>
        <p:spPr/>
        <p:txBody>
          <a:bodyPr/>
          <a:lstStyle/>
          <a:p>
            <a:fld id="{DB28F327-BEE5-45AC-9CE6-84AF0ACB1493}" type="slidenum">
              <a:rPr lang="es-MX" smtClean="0"/>
              <a:t>36</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E01E37A-A885-024B-3CE1-005FB890C64A}"/>
              </a:ext>
            </a:extLst>
          </p:cNvPr>
          <p:cNvSpPr>
            <a:spLocks noGrp="1"/>
          </p:cNvSpPr>
          <p:nvPr>
            <p:ph type="sldNum" sz="quarter" idx="5"/>
          </p:nvPr>
        </p:nvSpPr>
        <p:spPr/>
        <p:txBody>
          <a:bodyPr/>
          <a:lstStyle/>
          <a:p>
            <a:fld id="{DB28F327-BEE5-45AC-9CE6-84AF0ACB1493}" type="slidenum">
              <a:rPr lang="es-MX" smtClean="0"/>
              <a:t>37</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03598296-8EC7-E502-6F68-E99DAF522D72}"/>
              </a:ext>
            </a:extLst>
          </p:cNvPr>
          <p:cNvSpPr>
            <a:spLocks noGrp="1"/>
          </p:cNvSpPr>
          <p:nvPr>
            <p:ph type="sldNum" sz="quarter" idx="5"/>
          </p:nvPr>
        </p:nvSpPr>
        <p:spPr/>
        <p:txBody>
          <a:bodyPr/>
          <a:lstStyle/>
          <a:p>
            <a:fld id="{DB28F327-BEE5-45AC-9CE6-84AF0ACB1493}" type="slidenum">
              <a:rPr lang="es-MX" smtClean="0"/>
              <a:t>38</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4609BF8-7980-12F8-2456-9CB5C9E586DC}"/>
              </a:ext>
            </a:extLst>
          </p:cNvPr>
          <p:cNvSpPr>
            <a:spLocks noGrp="1"/>
          </p:cNvSpPr>
          <p:nvPr>
            <p:ph type="sldNum" sz="quarter" idx="5"/>
          </p:nvPr>
        </p:nvSpPr>
        <p:spPr/>
        <p:txBody>
          <a:bodyPr/>
          <a:lstStyle/>
          <a:p>
            <a:fld id="{DB28F327-BEE5-45AC-9CE6-84AF0ACB1493}" type="slidenum">
              <a:rPr lang="es-MX" smtClean="0"/>
              <a:t>39</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E125C349-FDA0-328B-61A4-41A3D521F7BE}"/>
              </a:ext>
            </a:extLst>
          </p:cNvPr>
          <p:cNvSpPr>
            <a:spLocks noGrp="1"/>
          </p:cNvSpPr>
          <p:nvPr>
            <p:ph type="sldNum" sz="quarter" idx="5"/>
          </p:nvPr>
        </p:nvSpPr>
        <p:spPr/>
        <p:txBody>
          <a:bodyPr/>
          <a:lstStyle/>
          <a:p>
            <a:fld id="{DB28F327-BEE5-45AC-9CE6-84AF0ACB1493}" type="slidenum">
              <a:rPr lang="es-MX" smtClean="0"/>
              <a:t>40</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897523A9-CFD7-7340-FF11-FB4447A3F7A3}"/>
              </a:ext>
            </a:extLst>
          </p:cNvPr>
          <p:cNvSpPr>
            <a:spLocks noGrp="1"/>
          </p:cNvSpPr>
          <p:nvPr>
            <p:ph type="sldNum" sz="quarter" idx="5"/>
          </p:nvPr>
        </p:nvSpPr>
        <p:spPr/>
        <p:txBody>
          <a:bodyPr/>
          <a:lstStyle/>
          <a:p>
            <a:fld id="{DB28F327-BEE5-45AC-9CE6-84AF0ACB1493}" type="slidenum">
              <a:rPr lang="es-MX" smtClean="0"/>
              <a:t>41</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28/10/2025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4.png"/><Relationship Id="rId4" Type="http://schemas.openxmlformats.org/officeDocument/2006/relationships/image" Target="../media/image9.png"/><Relationship Id="rId9"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jpeg"/><Relationship Id="rId4" Type="http://schemas.openxmlformats.org/officeDocument/2006/relationships/image" Target="../media/image18.png"/><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9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80.png"/><Relationship Id="rId5" Type="http://schemas.openxmlformats.org/officeDocument/2006/relationships/image" Target="../media/image170.png"/><Relationship Id="rId4" Type="http://schemas.openxmlformats.org/officeDocument/2006/relationships/chart" Target="../charts/char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220.png"/><Relationship Id="rId4" Type="http://schemas.openxmlformats.org/officeDocument/2006/relationships/image" Target="../media/image230.png"/></Relationships>
</file>

<file path=ppt/slides/_rels/slide2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8.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4.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3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6459181" y="4195217"/>
            <a:ext cx="4694371" cy="1398472"/>
          </a:xfrm>
        </p:spPr>
        <p:txBody>
          <a:bodyPr>
            <a:normAutofit fontScale="92500" lnSpcReduction="1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ID: 2079870</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 </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Recomendaciones y conclusiones</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grpSp>
        <p:nvGrpSpPr>
          <p:cNvPr id="7" name="Group 6">
            <a:extLst>
              <a:ext uri="{FF2B5EF4-FFF2-40B4-BE49-F238E27FC236}">
                <a16:creationId xmlns:a16="http://schemas.microsoft.com/office/drawing/2014/main" id="{91E0EF01-5EF7-F741-67B7-7E7FC20A87D7}"/>
              </a:ext>
            </a:extLst>
          </p:cNvPr>
          <p:cNvGrpSpPr/>
          <p:nvPr/>
        </p:nvGrpSpPr>
        <p:grpSpPr>
          <a:xfrm>
            <a:off x="238842" y="5666029"/>
            <a:ext cx="3979742" cy="1463028"/>
            <a:chOff x="270740" y="5676661"/>
            <a:chExt cx="3979742" cy="1463028"/>
          </a:xfrm>
        </p:grpSpPr>
        <p:pic>
          <p:nvPicPr>
            <p:cNvPr id="4" name="Imagen 7">
              <a:extLst>
                <a:ext uri="{FF2B5EF4-FFF2-40B4-BE49-F238E27FC236}">
                  <a16:creationId xmlns:a16="http://schemas.microsoft.com/office/drawing/2014/main" id="{B2C155BD-CC25-5EBE-0829-626E659EB4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5" name="Imagen 11">
              <a:extLst>
                <a:ext uri="{FF2B5EF4-FFF2-40B4-BE49-F238E27FC236}">
                  <a16:creationId xmlns:a16="http://schemas.microsoft.com/office/drawing/2014/main" id="{5AB81FBA-70BE-D89F-5C53-9662921A1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6" name="Imagen 13">
              <a:extLst>
                <a:ext uri="{FF2B5EF4-FFF2-40B4-BE49-F238E27FC236}">
                  <a16:creationId xmlns:a16="http://schemas.microsoft.com/office/drawing/2014/main" id="{25118A5E-ED08-D694-86C6-1BF7CEB30C8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latin typeface="Times New Roman" panose="02020603050405020304" pitchFamily="18" charset="0"/>
                <a:cs typeface="Times New Roman" panose="02020603050405020304" pitchFamily="18" charset="0"/>
              </a:rPr>
              <a:t>Problematica</a:t>
            </a:r>
            <a:endParaRPr lang="es-419"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a:xfrm>
            <a:off x="825795" y="1489996"/>
            <a:ext cx="10515600" cy="898455"/>
          </a:xfrm>
        </p:spPr>
        <p:txBody>
          <a:bodyPr>
            <a:normAutofit/>
          </a:bodyPr>
          <a:lstStyle/>
          <a:p>
            <a:pPr marL="0" indent="0" algn="ctr">
              <a:buNone/>
            </a:pPr>
            <a:r>
              <a:rPr lang="es-419" dirty="0"/>
              <a:t>“</a:t>
            </a:r>
            <a:r>
              <a:rPr lang="es-419" i="1" dirty="0"/>
              <a:t>La correcta medición de la presión permite una mejor caracterización del sistema propulsivo” </a:t>
            </a:r>
          </a:p>
        </p:txBody>
      </p:sp>
      <p:grpSp>
        <p:nvGrpSpPr>
          <p:cNvPr id="4" name="Group 3">
            <a:extLst>
              <a:ext uri="{FF2B5EF4-FFF2-40B4-BE49-F238E27FC236}">
                <a16:creationId xmlns:a16="http://schemas.microsoft.com/office/drawing/2014/main" id="{08B302FD-C244-CC3A-1CC9-738A0CDA888E}"/>
              </a:ext>
            </a:extLst>
          </p:cNvPr>
          <p:cNvGrpSpPr/>
          <p:nvPr/>
        </p:nvGrpSpPr>
        <p:grpSpPr>
          <a:xfrm>
            <a:off x="134256" y="5761361"/>
            <a:ext cx="3979742" cy="1463028"/>
            <a:chOff x="270740" y="5676661"/>
            <a:chExt cx="3979742" cy="1463028"/>
          </a:xfrm>
        </p:grpSpPr>
        <p:pic>
          <p:nvPicPr>
            <p:cNvPr id="5" name="Imagen 7">
              <a:extLst>
                <a:ext uri="{FF2B5EF4-FFF2-40B4-BE49-F238E27FC236}">
                  <a16:creationId xmlns:a16="http://schemas.microsoft.com/office/drawing/2014/main" id="{463C658A-BD83-9BE3-D1F3-71076DC69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6" name="Imagen 11">
              <a:extLst>
                <a:ext uri="{FF2B5EF4-FFF2-40B4-BE49-F238E27FC236}">
                  <a16:creationId xmlns:a16="http://schemas.microsoft.com/office/drawing/2014/main" id="{70AF1C6F-1A36-D571-C187-25E3EBA1C5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7" name="Imagen 13">
              <a:extLst>
                <a:ext uri="{FF2B5EF4-FFF2-40B4-BE49-F238E27FC236}">
                  <a16:creationId xmlns:a16="http://schemas.microsoft.com/office/drawing/2014/main" id="{1AEBA4F5-4648-9E71-ECF3-8BF95B801D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6490F59-B497-671C-21CE-8607BE322CAB}"/>
                  </a:ext>
                </a:extLst>
              </p:cNvPr>
              <p:cNvSpPr txBox="1"/>
              <p:nvPr/>
            </p:nvSpPr>
            <p:spPr>
              <a:xfrm>
                <a:off x="1337930" y="2516369"/>
                <a:ext cx="4745665" cy="2210990"/>
              </a:xfrm>
              <a:prstGeom prst="rect">
                <a:avLst/>
              </a:prstGeom>
              <a:noFill/>
            </p:spPr>
            <p:txBody>
              <a:bodyPr wrap="square">
                <a:spAutoFit/>
              </a:bodyPr>
              <a:lstStyle/>
              <a:p>
                <a:pPr marL="0" indent="0">
                  <a:buNone/>
                </a:pPr>
                <a:r>
                  <a:rPr lang="es-MX" sz="20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𝐹</m:t>
                          </m:r>
                        </m:e>
                        <m:sub>
                          <m:r>
                            <a:rPr lang="es-MX" sz="1800" b="0" i="1" smtClean="0">
                              <a:latin typeface="Cambria Math" panose="02040503050406030204" pitchFamily="18" charset="0"/>
                              <a:cs typeface="Times New Roman" panose="02020603050405020304" pitchFamily="18" charset="0"/>
                            </a:rPr>
                            <m:t>𝑔𝑒𝑛</m:t>
                          </m:r>
                        </m:sub>
                      </m:sSub>
                      <m:r>
                        <a:rPr lang="es-MX" sz="1800" b="0" i="1" smtClean="0">
                          <a:latin typeface="Cambria Math" panose="02040503050406030204" pitchFamily="18" charset="0"/>
                          <a:cs typeface="Times New Roman" panose="02020603050405020304" pitchFamily="18" charset="0"/>
                        </a:rPr>
                        <m:t>=(</m:t>
                      </m:r>
                      <m:acc>
                        <m:accPr>
                          <m:chr m:val="̇"/>
                          <m:ctrlPr>
                            <a:rPr lang="es-MX" sz="1800" b="0" i="1" smtClean="0">
                              <a:latin typeface="Cambria Math" panose="02040503050406030204" pitchFamily="18" charset="0"/>
                              <a:cs typeface="Times New Roman" panose="02020603050405020304" pitchFamily="18" charset="0"/>
                            </a:rPr>
                          </m:ctrlPr>
                        </m:acc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0</m:t>
                              </m:r>
                            </m:sub>
                          </m:sSub>
                        </m:e>
                      </m:acc>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b="0" i="1" smtClean="0">
                                  <a:latin typeface="Cambria Math" panose="02040503050406030204" pitchFamily="18" charset="0"/>
                                  <a:cs typeface="Times New Roman" panose="02020603050405020304" pitchFamily="18" charset="0"/>
                                </a:rPr>
                                <m:t>𝑓</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acc>
                            <m:accPr>
                              <m:chr m:val="̇"/>
                              <m:ctrlPr>
                                <a:rPr lang="es-MX" sz="1800" i="1">
                                  <a:latin typeface="Cambria Math" panose="02040503050406030204" pitchFamily="18" charset="0"/>
                                  <a:cs typeface="Times New Roman" panose="02020603050405020304" pitchFamily="18" charset="0"/>
                                </a:rPr>
                              </m:ctrlPr>
                            </m:accPr>
                            <m:e>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𝑚</m:t>
                                  </m:r>
                                </m:e>
                                <m:sub>
                                  <m:r>
                                    <a:rPr lang="es-MX" sz="1800" i="1">
                                      <a:latin typeface="Cambria Math" panose="02040503050406030204" pitchFamily="18" charset="0"/>
                                      <a:cs typeface="Times New Roman" panose="02020603050405020304" pitchFamily="18" charset="0"/>
                                    </a:rPr>
                                    <m:t>0</m:t>
                                  </m:r>
                                </m:sub>
                              </m:sSub>
                            </m:e>
                          </m:acc>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𝑉</m:t>
                              </m:r>
                            </m:e>
                            <m:sub>
                              <m:r>
                                <a:rPr lang="es-MX" sz="1800" b="0" i="1" smtClean="0">
                                  <a:latin typeface="Cambria Math" panose="02040503050406030204" pitchFamily="18" charset="0"/>
                                  <a:cs typeface="Times New Roman" panose="02020603050405020304" pitchFamily="18" charset="0"/>
                                </a:rPr>
                                <m:t>0</m:t>
                              </m:r>
                            </m:sub>
                          </m:sSub>
                          <m:r>
                            <a:rPr lang="es-MX" sz="1800" b="0" i="1" smtClean="0">
                              <a:latin typeface="Cambria Math" panose="02040503050406030204" pitchFamily="18" charset="0"/>
                              <a:cs typeface="Times New Roman" panose="02020603050405020304" pitchFamily="18" charset="0"/>
                            </a:rPr>
                            <m:t>+</m:t>
                          </m:r>
                          <m:d>
                            <m:dPr>
                              <m:ctrlPr>
                                <a:rPr lang="es-MX" sz="1800" b="0" i="1" smtClean="0">
                                  <a:latin typeface="Cambria Math" panose="02040503050406030204" pitchFamily="18" charset="0"/>
                                  <a:cs typeface="Times New Roman" panose="02020603050405020304" pitchFamily="18" charset="0"/>
                                </a:rPr>
                              </m:ctrlPr>
                            </m:dPr>
                            <m:e>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𝑒</m:t>
                                  </m:r>
                                </m:sub>
                              </m:sSub>
                              <m:r>
                                <a:rPr lang="es-MX" sz="1800" b="0" i="1" smtClean="0">
                                  <a:latin typeface="Cambria Math" panose="02040503050406030204" pitchFamily="18" charset="0"/>
                                  <a:cs typeface="Times New Roman" panose="02020603050405020304" pitchFamily="18" charset="0"/>
                                </a:rPr>
                                <m:t>−</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𝑝</m:t>
                                  </m:r>
                                </m:e>
                                <m:sub>
                                  <m:r>
                                    <a:rPr lang="es-MX" sz="1800" b="0" i="1" smtClean="0">
                                      <a:latin typeface="Cambria Math" panose="02040503050406030204" pitchFamily="18" charset="0"/>
                                      <a:cs typeface="Times New Roman" panose="02020603050405020304" pitchFamily="18" charset="0"/>
                                    </a:rPr>
                                    <m:t>0</m:t>
                                  </m:r>
                                </m:sub>
                              </m:sSub>
                            </m:e>
                          </m:d>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𝐴</m:t>
                              </m:r>
                            </m:e>
                            <m:sub>
                              <m:r>
                                <a:rPr lang="es-MX" sz="1800" b="0" i="1" smtClean="0">
                                  <a:latin typeface="Cambria Math" panose="02040503050406030204" pitchFamily="18" charset="0"/>
                                  <a:cs typeface="Times New Roman" panose="02020603050405020304" pitchFamily="18" charset="0"/>
                                </a:rPr>
                                <m:t>𝑒</m:t>
                              </m:r>
                            </m:sub>
                          </m:sSub>
                        </m:e>
                      </m:acc>
                    </m:oMath>
                  </m:oMathPara>
                </a14:m>
                <a:endParaRPr lang="es-MX" sz="2000" dirty="0">
                  <a:latin typeface="Times New Roman" panose="02020603050405020304" pitchFamily="18" charset="0"/>
                  <a:cs typeface="Times New Roman" panose="02020603050405020304" pitchFamily="18" charset="0"/>
                </a:endParaRPr>
              </a:p>
              <a:p>
                <a:pPr marL="0" indent="0">
                  <a:buNone/>
                </a:pPr>
                <a:r>
                  <a:rPr lang="es-MX" sz="2000" b="0" dirty="0">
                    <a:latin typeface="Times New Roman" panose="02020603050405020304" pitchFamily="18" charset="0"/>
                    <a:cs typeface="Times New Roman" panose="02020603050405020304" pitchFamily="18" charset="0"/>
                  </a:rPr>
                  <a:t>Re</a:t>
                </a:r>
                <a:r>
                  <a:rPr lang="es-MX" sz="2000" dirty="0">
                    <a:latin typeface="Times New Roman" panose="02020603050405020304" pitchFamily="18" charset="0"/>
                    <a:cs typeface="Times New Roman" panose="02020603050405020304" pitchFamily="18" charset="0"/>
                  </a:rPr>
                  <a:t>ducida para motores cohete, y derivada de un volumen de control:</a:t>
                </a:r>
                <a:endParaRPr lang="es-MX" sz="20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cs typeface="Times New Roman" panose="02020603050405020304" pitchFamily="18" charset="0"/>
                        </a:rPr>
                        <m:t>𝐹</m:t>
                      </m:r>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r>
                            <a:rPr lang="es-MX" sz="2000" b="0" i="1" smtClean="0">
                              <a:latin typeface="Cambria Math" panose="02040503050406030204" pitchFamily="18" charset="0"/>
                              <a:cs typeface="Times New Roman" panose="02020603050405020304" pitchFamily="18" charset="0"/>
                            </a:rPr>
                            <m:t>𝑚</m:t>
                          </m:r>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𝑣</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2</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3</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2</m:t>
                          </m:r>
                        </m:sub>
                      </m:sSub>
                    </m:oMath>
                  </m:oMathPara>
                </a14:m>
                <a:endParaRPr lang="es-419" dirty="0"/>
              </a:p>
              <a:p>
                <a:pPr marL="0" indent="0">
                  <a:buNone/>
                </a:pPr>
                <a:r>
                  <a:rPr lang="es-419" dirty="0">
                    <a:latin typeface="Times New Roman" panose="02020603050405020304" pitchFamily="18" charset="0"/>
                    <a:cs typeface="Times New Roman" panose="02020603050405020304" pitchFamily="18" charset="0"/>
                  </a:rPr>
                  <a:t>Reduciendo a:</a:t>
                </a:r>
              </a:p>
              <a:p>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p:txBody>
          </p:sp>
        </mc:Choice>
        <mc:Fallback>
          <p:sp>
            <p:nvSpPr>
              <p:cNvPr id="9" name="TextBox 8">
                <a:extLst>
                  <a:ext uri="{FF2B5EF4-FFF2-40B4-BE49-F238E27FC236}">
                    <a16:creationId xmlns:a16="http://schemas.microsoft.com/office/drawing/2014/main" id="{E6490F59-B497-671C-21CE-8607BE322CAB}"/>
                  </a:ext>
                </a:extLst>
              </p:cNvPr>
              <p:cNvSpPr txBox="1">
                <a:spLocks noRot="1" noChangeAspect="1" noMove="1" noResize="1" noEditPoints="1" noAdjustHandles="1" noChangeArrowheads="1" noChangeShapeType="1" noTextEdit="1"/>
              </p:cNvSpPr>
              <p:nvPr/>
            </p:nvSpPr>
            <p:spPr>
              <a:xfrm>
                <a:off x="1337930" y="2516369"/>
                <a:ext cx="4745665" cy="2210990"/>
              </a:xfrm>
              <a:prstGeom prst="rect">
                <a:avLst/>
              </a:prstGeom>
              <a:blipFill>
                <a:blip r:embed="rId6"/>
                <a:stretch>
                  <a:fillRect l="-1284" t="-1657" r="-2567" b="-552"/>
                </a:stretch>
              </a:blipFill>
            </p:spPr>
            <p:txBody>
              <a:bodyPr/>
              <a:lstStyle/>
              <a:p>
                <a:r>
                  <a:rPr lang="es-419">
                    <a:noFill/>
                  </a:rPr>
                  <a:t> </a:t>
                </a:r>
              </a:p>
            </p:txBody>
          </p:sp>
        </mc:Fallback>
      </mc:AlternateContent>
      <p:pic>
        <p:nvPicPr>
          <p:cNvPr id="10" name="Imagen 10">
            <a:extLst>
              <a:ext uri="{FF2B5EF4-FFF2-40B4-BE49-F238E27FC236}">
                <a16:creationId xmlns:a16="http://schemas.microsoft.com/office/drawing/2014/main" id="{06CD6875-AC60-6048-2FB4-12292553919A}"/>
              </a:ext>
            </a:extLst>
          </p:cNvPr>
          <p:cNvPicPr>
            <a:picLocks noChangeAspect="1"/>
          </p:cNvPicPr>
          <p:nvPr/>
        </p:nvPicPr>
        <p:blipFill>
          <a:blip r:embed="rId7"/>
          <a:stretch>
            <a:fillRect/>
          </a:stretch>
        </p:blipFill>
        <p:spPr>
          <a:xfrm>
            <a:off x="6796201" y="2296530"/>
            <a:ext cx="4245582" cy="2428075"/>
          </a:xfrm>
          <a:prstGeom prst="rect">
            <a:avLst/>
          </a:prstGeom>
        </p:spPr>
      </p:pic>
      <p:sp>
        <p:nvSpPr>
          <p:cNvPr id="11" name="CuadroTexto 18">
            <a:extLst>
              <a:ext uri="{FF2B5EF4-FFF2-40B4-BE49-F238E27FC236}">
                <a16:creationId xmlns:a16="http://schemas.microsoft.com/office/drawing/2014/main" id="{C3416965-6BAC-EF75-A0D8-44E244C820C1}"/>
              </a:ext>
            </a:extLst>
          </p:cNvPr>
          <p:cNvSpPr txBox="1"/>
          <p:nvPr/>
        </p:nvSpPr>
        <p:spPr>
          <a:xfrm>
            <a:off x="7495953" y="6028211"/>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32)</a:t>
            </a:r>
          </a:p>
        </p:txBody>
      </p:sp>
      <p:sp>
        <p:nvSpPr>
          <p:cNvPr id="12" name="Rectangle 11">
            <a:extLst>
              <a:ext uri="{FF2B5EF4-FFF2-40B4-BE49-F238E27FC236}">
                <a16:creationId xmlns:a16="http://schemas.microsoft.com/office/drawing/2014/main" id="{F13DB901-9CD5-2CCD-4FCA-49F048534096}"/>
              </a:ext>
            </a:extLst>
          </p:cNvPr>
          <p:cNvSpPr/>
          <p:nvPr/>
        </p:nvSpPr>
        <p:spPr>
          <a:xfrm>
            <a:off x="2124127" y="5072093"/>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Combustible solido</a:t>
            </a:r>
          </a:p>
        </p:txBody>
      </p:sp>
      <p:sp>
        <p:nvSpPr>
          <p:cNvPr id="13" name="Rectangle 12">
            <a:extLst>
              <a:ext uri="{FF2B5EF4-FFF2-40B4-BE49-F238E27FC236}">
                <a16:creationId xmlns:a16="http://schemas.microsoft.com/office/drawing/2014/main" id="{E29DA15F-4305-938B-F69A-CD80040B91CB}"/>
              </a:ext>
            </a:extLst>
          </p:cNvPr>
          <p:cNvSpPr/>
          <p:nvPr/>
        </p:nvSpPr>
        <p:spPr>
          <a:xfrm>
            <a:off x="4389082" y="5072093"/>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Taza de quemado</a:t>
            </a:r>
          </a:p>
        </p:txBody>
      </p:sp>
      <p:sp>
        <p:nvSpPr>
          <p:cNvPr id="14" name="Rectangle 13">
            <a:extLst>
              <a:ext uri="{FF2B5EF4-FFF2-40B4-BE49-F238E27FC236}">
                <a16:creationId xmlns:a16="http://schemas.microsoft.com/office/drawing/2014/main" id="{ED1D1358-50A8-3A7E-EAAC-7E0D69D835DF}"/>
              </a:ext>
            </a:extLst>
          </p:cNvPr>
          <p:cNvSpPr/>
          <p:nvPr/>
        </p:nvSpPr>
        <p:spPr>
          <a:xfrm>
            <a:off x="6654037" y="5070512"/>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Presión de cámara</a:t>
            </a:r>
          </a:p>
        </p:txBody>
      </p:sp>
      <p:sp>
        <p:nvSpPr>
          <p:cNvPr id="15" name="Rectangle 14">
            <a:extLst>
              <a:ext uri="{FF2B5EF4-FFF2-40B4-BE49-F238E27FC236}">
                <a16:creationId xmlns:a16="http://schemas.microsoft.com/office/drawing/2014/main" id="{C950D674-314E-B935-7B8F-15B589465341}"/>
              </a:ext>
            </a:extLst>
          </p:cNvPr>
          <p:cNvSpPr/>
          <p:nvPr/>
        </p:nvSpPr>
        <p:spPr>
          <a:xfrm>
            <a:off x="8918992" y="5070512"/>
            <a:ext cx="1619645" cy="5198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419" dirty="0">
                <a:latin typeface="Times New Roman" panose="02020603050405020304" pitchFamily="18" charset="0"/>
                <a:cs typeface="Times New Roman" panose="02020603050405020304" pitchFamily="18" charset="0"/>
              </a:rPr>
              <a:t>Empuje</a:t>
            </a:r>
          </a:p>
        </p:txBody>
      </p:sp>
      <p:sp>
        <p:nvSpPr>
          <p:cNvPr id="16" name="TextBox 15">
            <a:extLst>
              <a:ext uri="{FF2B5EF4-FFF2-40B4-BE49-F238E27FC236}">
                <a16:creationId xmlns:a16="http://schemas.microsoft.com/office/drawing/2014/main" id="{056E56E6-F9E1-2500-292B-F6D79B4682F2}"/>
              </a:ext>
            </a:extLst>
          </p:cNvPr>
          <p:cNvSpPr txBox="1"/>
          <p:nvPr/>
        </p:nvSpPr>
        <p:spPr>
          <a:xfrm>
            <a:off x="4484606" y="5645904"/>
            <a:ext cx="1428596" cy="369332"/>
          </a:xfrm>
          <a:prstGeom prst="rect">
            <a:avLst/>
          </a:prstGeom>
          <a:noFill/>
        </p:spPr>
        <p:txBody>
          <a:bodyPr wrap="none" rtlCol="0">
            <a:spAutoFit/>
          </a:bodyPr>
          <a:lstStyle/>
          <a:p>
            <a:r>
              <a:rPr lang="es-419" dirty="0">
                <a:latin typeface="Times New Roman" panose="02020603050405020304" pitchFamily="18" charset="0"/>
                <a:cs typeface="Times New Roman" panose="02020603050405020304" pitchFamily="18" charset="0"/>
              </a:rPr>
              <a:t>Experimental</a:t>
            </a:r>
          </a:p>
        </p:txBody>
      </p:sp>
      <p:cxnSp>
        <p:nvCxnSpPr>
          <p:cNvPr id="18" name="Straight Arrow Connector 17">
            <a:extLst>
              <a:ext uri="{FF2B5EF4-FFF2-40B4-BE49-F238E27FC236}">
                <a16:creationId xmlns:a16="http://schemas.microsoft.com/office/drawing/2014/main" id="{9D0F36FE-4B7D-646F-BAF4-A194CE2CABBD}"/>
              </a:ext>
            </a:extLst>
          </p:cNvPr>
          <p:cNvCxnSpPr>
            <a:stCxn id="12" idx="3"/>
            <a:endCxn id="13" idx="1"/>
          </p:cNvCxnSpPr>
          <p:nvPr/>
        </p:nvCxnSpPr>
        <p:spPr>
          <a:xfrm>
            <a:off x="3743772" y="5332029"/>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9D3EFEC-0C2F-EA15-E129-DF44C5A24B73}"/>
              </a:ext>
            </a:extLst>
          </p:cNvPr>
          <p:cNvCxnSpPr>
            <a:stCxn id="13" idx="3"/>
            <a:endCxn id="14" idx="1"/>
          </p:cNvCxnSpPr>
          <p:nvPr/>
        </p:nvCxnSpPr>
        <p:spPr>
          <a:xfrm flipV="1">
            <a:off x="6008727" y="5330448"/>
            <a:ext cx="645310" cy="1581"/>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F348B4E-E3C0-ED92-A5BC-AB7CD463B260}"/>
              </a:ext>
            </a:extLst>
          </p:cNvPr>
          <p:cNvCxnSpPr>
            <a:stCxn id="14" idx="3"/>
            <a:endCxn id="15" idx="1"/>
          </p:cNvCxnSpPr>
          <p:nvPr/>
        </p:nvCxnSpPr>
        <p:spPr>
          <a:xfrm>
            <a:off x="8273682" y="5330448"/>
            <a:ext cx="64531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Problemática – alcance y limitaciones</a:t>
            </a:r>
          </a:p>
        </p:txBody>
      </p:sp>
      <p:sp>
        <p:nvSpPr>
          <p:cNvPr id="4" name="Content Placeholder 2">
            <a:extLst>
              <a:ext uri="{FF2B5EF4-FFF2-40B4-BE49-F238E27FC236}">
                <a16:creationId xmlns:a16="http://schemas.microsoft.com/office/drawing/2014/main" id="{B79D1C2C-20AB-488B-22DA-C3FC060A49A7}"/>
              </a:ext>
            </a:extLst>
          </p:cNvPr>
          <p:cNvSpPr txBox="1">
            <a:spLocks/>
          </p:cNvSpPr>
          <p:nvPr/>
        </p:nvSpPr>
        <p:spPr>
          <a:xfrm>
            <a:off x="6253716" y="1825625"/>
            <a:ext cx="5257800" cy="523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s-419" dirty="0">
                <a:latin typeface="Times New Roman" panose="02020603050405020304" pitchFamily="18" charset="0"/>
                <a:cs typeface="Times New Roman" panose="02020603050405020304" pitchFamily="18" charset="0"/>
              </a:rPr>
              <a:t>Sistema estático vs dinámico </a:t>
            </a:r>
          </a:p>
        </p:txBody>
      </p:sp>
      <p:pic>
        <p:nvPicPr>
          <p:cNvPr id="9" name="Picture 8">
            <a:extLst>
              <a:ext uri="{FF2B5EF4-FFF2-40B4-BE49-F238E27FC236}">
                <a16:creationId xmlns:a16="http://schemas.microsoft.com/office/drawing/2014/main" id="{13709654-5ACE-63E1-0D1D-970FBE294D67}"/>
              </a:ext>
            </a:extLst>
          </p:cNvPr>
          <p:cNvPicPr>
            <a:picLocks noChangeAspect="1"/>
          </p:cNvPicPr>
          <p:nvPr/>
        </p:nvPicPr>
        <p:blipFill>
          <a:blip r:embed="rId3"/>
          <a:stretch>
            <a:fillRect/>
          </a:stretch>
        </p:blipFill>
        <p:spPr>
          <a:xfrm>
            <a:off x="1536530" y="3315160"/>
            <a:ext cx="3357990" cy="2615520"/>
          </a:xfrm>
          <a:prstGeom prst="rect">
            <a:avLst/>
          </a:prstGeom>
        </p:spPr>
      </p:pic>
      <p:grpSp>
        <p:nvGrpSpPr>
          <p:cNvPr id="12" name="Group 11">
            <a:extLst>
              <a:ext uri="{FF2B5EF4-FFF2-40B4-BE49-F238E27FC236}">
                <a16:creationId xmlns:a16="http://schemas.microsoft.com/office/drawing/2014/main" id="{3C4561C3-4895-885C-5D3F-1AD1C8FD5D87}"/>
              </a:ext>
            </a:extLst>
          </p:cNvPr>
          <p:cNvGrpSpPr/>
          <p:nvPr/>
        </p:nvGrpSpPr>
        <p:grpSpPr>
          <a:xfrm>
            <a:off x="1148317" y="2268143"/>
            <a:ext cx="1746397" cy="733647"/>
            <a:chOff x="1233377" y="2268143"/>
            <a:chExt cx="1746397" cy="733647"/>
          </a:xfrm>
        </p:grpSpPr>
        <p:sp>
          <p:nvSpPr>
            <p:cNvPr id="11" name="Isosceles Triangle 10">
              <a:extLst>
                <a:ext uri="{FF2B5EF4-FFF2-40B4-BE49-F238E27FC236}">
                  <a16:creationId xmlns:a16="http://schemas.microsoft.com/office/drawing/2014/main" id="{BD3211EC-E8F6-35E1-B966-B260D69B7662}"/>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0" name="Rectangle 9">
              <a:extLst>
                <a:ext uri="{FF2B5EF4-FFF2-40B4-BE49-F238E27FC236}">
                  <a16:creationId xmlns:a16="http://schemas.microsoft.com/office/drawing/2014/main" id="{56D78A64-B132-9E5E-35BA-4F9105808455}"/>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13" name="Group 12">
            <a:extLst>
              <a:ext uri="{FF2B5EF4-FFF2-40B4-BE49-F238E27FC236}">
                <a16:creationId xmlns:a16="http://schemas.microsoft.com/office/drawing/2014/main" id="{6072978C-BFD8-3690-827F-7703F392C4F8}"/>
              </a:ext>
            </a:extLst>
          </p:cNvPr>
          <p:cNvGrpSpPr/>
          <p:nvPr/>
        </p:nvGrpSpPr>
        <p:grpSpPr>
          <a:xfrm>
            <a:off x="3764454" y="2246701"/>
            <a:ext cx="1746397" cy="733647"/>
            <a:chOff x="1233377" y="2268143"/>
            <a:chExt cx="1746397" cy="733647"/>
          </a:xfrm>
        </p:grpSpPr>
        <p:sp>
          <p:nvSpPr>
            <p:cNvPr id="14" name="Isosceles Triangle 13">
              <a:extLst>
                <a:ext uri="{FF2B5EF4-FFF2-40B4-BE49-F238E27FC236}">
                  <a16:creationId xmlns:a16="http://schemas.microsoft.com/office/drawing/2014/main" id="{C05116A4-8318-B460-3BF6-D9C1209BC116}"/>
                </a:ext>
              </a:extLst>
            </p:cNvPr>
            <p:cNvSpPr/>
            <p:nvPr/>
          </p:nvSpPr>
          <p:spPr>
            <a:xfrm rot="16200000">
              <a:off x="2336504" y="2358520"/>
              <a:ext cx="733647" cy="552893"/>
            </a:xfrm>
            <a:prstGeom prst="triangl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5" name="Rectangle 14">
              <a:extLst>
                <a:ext uri="{FF2B5EF4-FFF2-40B4-BE49-F238E27FC236}">
                  <a16:creationId xmlns:a16="http://schemas.microsoft.com/office/drawing/2014/main" id="{4C4084B4-9EEE-37EA-F2E7-47C43FE45F98}"/>
                </a:ext>
              </a:extLst>
            </p:cNvPr>
            <p:cNvSpPr/>
            <p:nvPr/>
          </p:nvSpPr>
          <p:spPr>
            <a:xfrm>
              <a:off x="1233377" y="2349795"/>
              <a:ext cx="1488558" cy="574158"/>
            </a:xfrm>
            <a:prstGeom prst="rect">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30E75655-C86B-17C4-00D1-B2E30931A5F3}"/>
                  </a:ext>
                </a:extLst>
              </p:cNvPr>
              <p:cNvSpPr txBox="1"/>
              <p:nvPr/>
            </p:nvSpPr>
            <p:spPr>
              <a:xfrm>
                <a:off x="1015234" y="1754073"/>
                <a:ext cx="627672" cy="31059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b="0" i="1" smtClean="0">
                          <a:latin typeface="Cambria Math" panose="02040503050406030204" pitchFamily="18" charset="0"/>
                        </a:rPr>
                        <m:t>=0</m:t>
                      </m:r>
                    </m:oMath>
                  </m:oMathPara>
                </a14:m>
                <a:endParaRPr lang="es-419" dirty="0"/>
              </a:p>
            </p:txBody>
          </p:sp>
        </mc:Choice>
        <mc:Fallback>
          <p:sp>
            <p:nvSpPr>
              <p:cNvPr id="17" name="TextBox 16">
                <a:extLst>
                  <a:ext uri="{FF2B5EF4-FFF2-40B4-BE49-F238E27FC236}">
                    <a16:creationId xmlns:a16="http://schemas.microsoft.com/office/drawing/2014/main" id="{30E75655-C86B-17C4-00D1-B2E30931A5F3}"/>
                  </a:ext>
                </a:extLst>
              </p:cNvPr>
              <p:cNvSpPr txBox="1">
                <a:spLocks noRot="1" noChangeAspect="1" noMove="1" noResize="1" noEditPoints="1" noAdjustHandles="1" noChangeArrowheads="1" noChangeShapeType="1" noTextEdit="1"/>
              </p:cNvSpPr>
              <p:nvPr/>
            </p:nvSpPr>
            <p:spPr>
              <a:xfrm>
                <a:off x="1015234" y="1754073"/>
                <a:ext cx="627672" cy="310598"/>
              </a:xfrm>
              <a:prstGeom prst="rect">
                <a:avLst/>
              </a:prstGeom>
              <a:blipFill>
                <a:blip r:embed="rId4"/>
                <a:stretch>
                  <a:fillRect l="-9709" r="-8738" b="-3922"/>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24A543EA-E6F8-1E0F-4E74-2502BA9A6B8C}"/>
                  </a:ext>
                </a:extLst>
              </p:cNvPr>
              <p:cNvSpPr txBox="1"/>
              <p:nvPr/>
            </p:nvSpPr>
            <p:spPr>
              <a:xfrm>
                <a:off x="4745405" y="1775039"/>
                <a:ext cx="627672" cy="31059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b="0" i="1" smtClean="0">
                              <a:latin typeface="Cambria Math" panose="02040503050406030204" pitchFamily="18" charset="0"/>
                            </a:rPr>
                            <m:t>𝑉</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ea typeface="Cambria Math" panose="02040503050406030204" pitchFamily="18" charset="0"/>
                        </a:rPr>
                        <m:t>0</m:t>
                      </m:r>
                    </m:oMath>
                  </m:oMathPara>
                </a14:m>
                <a:endParaRPr lang="es-419" dirty="0"/>
              </a:p>
            </p:txBody>
          </p:sp>
        </mc:Choice>
        <mc:Fallback>
          <p:sp>
            <p:nvSpPr>
              <p:cNvPr id="18" name="TextBox 17">
                <a:extLst>
                  <a:ext uri="{FF2B5EF4-FFF2-40B4-BE49-F238E27FC236}">
                    <a16:creationId xmlns:a16="http://schemas.microsoft.com/office/drawing/2014/main" id="{24A543EA-E6F8-1E0F-4E74-2502BA9A6B8C}"/>
                  </a:ext>
                </a:extLst>
              </p:cNvPr>
              <p:cNvSpPr txBox="1">
                <a:spLocks noRot="1" noChangeAspect="1" noMove="1" noResize="1" noEditPoints="1" noAdjustHandles="1" noChangeArrowheads="1" noChangeShapeType="1" noTextEdit="1"/>
              </p:cNvSpPr>
              <p:nvPr/>
            </p:nvSpPr>
            <p:spPr>
              <a:xfrm>
                <a:off x="4745405" y="1775039"/>
                <a:ext cx="627672" cy="310598"/>
              </a:xfrm>
              <a:prstGeom prst="rect">
                <a:avLst/>
              </a:prstGeom>
              <a:blipFill>
                <a:blip r:embed="rId5"/>
                <a:stretch>
                  <a:fillRect l="-8738" r="-9709" b="-5882"/>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146E18D6-91E9-B427-5774-5AE9A4C2A4CD}"/>
                  </a:ext>
                </a:extLst>
              </p:cNvPr>
              <p:cNvSpPr txBox="1"/>
              <p:nvPr/>
            </p:nvSpPr>
            <p:spPr>
              <a:xfrm>
                <a:off x="1984832" y="1759426"/>
                <a:ext cx="647870"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b="0" i="1" smtClean="0">
                          <a:latin typeface="Cambria Math" panose="02040503050406030204" pitchFamily="18" charset="0"/>
                        </a:rPr>
                        <m:t>=0</m:t>
                      </m:r>
                    </m:oMath>
                  </m:oMathPara>
                </a14:m>
                <a:endParaRPr lang="es-419" dirty="0"/>
              </a:p>
            </p:txBody>
          </p:sp>
        </mc:Choice>
        <mc:Fallback>
          <p:sp>
            <p:nvSpPr>
              <p:cNvPr id="19" name="TextBox 18">
                <a:extLst>
                  <a:ext uri="{FF2B5EF4-FFF2-40B4-BE49-F238E27FC236}">
                    <a16:creationId xmlns:a16="http://schemas.microsoft.com/office/drawing/2014/main" id="{146E18D6-91E9-B427-5774-5AE9A4C2A4CD}"/>
                  </a:ext>
                </a:extLst>
              </p:cNvPr>
              <p:cNvSpPr txBox="1">
                <a:spLocks noRot="1" noChangeAspect="1" noMove="1" noResize="1" noEditPoints="1" noAdjustHandles="1" noChangeArrowheads="1" noChangeShapeType="1" noTextEdit="1"/>
              </p:cNvSpPr>
              <p:nvPr/>
            </p:nvSpPr>
            <p:spPr>
              <a:xfrm>
                <a:off x="1984832" y="1759426"/>
                <a:ext cx="647870" cy="276999"/>
              </a:xfrm>
              <a:prstGeom prst="rect">
                <a:avLst/>
              </a:prstGeom>
              <a:blipFill>
                <a:blip r:embed="rId6"/>
                <a:stretch>
                  <a:fillRect l="-5660" r="-8491" b="-6667"/>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529127DD-860C-7770-BCA4-82DD807FFCD8}"/>
                  </a:ext>
                </a:extLst>
              </p:cNvPr>
              <p:cNvSpPr txBox="1"/>
              <p:nvPr/>
            </p:nvSpPr>
            <p:spPr>
              <a:xfrm>
                <a:off x="3860863" y="1787672"/>
                <a:ext cx="647870"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es-419" i="1" smtClean="0">
                              <a:latin typeface="Cambria Math" panose="02040503050406030204" pitchFamily="18" charset="0"/>
                            </a:rPr>
                          </m:ctrlPr>
                        </m:accPr>
                        <m:e>
                          <m:r>
                            <a:rPr lang="es-419" i="1" smtClean="0">
                              <a:latin typeface="Cambria Math" panose="02040503050406030204" pitchFamily="18" charset="0"/>
                              <a:ea typeface="Cambria Math" panose="02040503050406030204" pitchFamily="18" charset="0"/>
                            </a:rPr>
                            <m:t>𝜔</m:t>
                          </m:r>
                        </m:e>
                      </m:acc>
                      <m:r>
                        <a:rPr lang="es-419" i="1">
                          <a:latin typeface="Cambria Math" panose="02040503050406030204" pitchFamily="18" charset="0"/>
                          <a:ea typeface="Cambria Math" panose="02040503050406030204" pitchFamily="18" charset="0"/>
                        </a:rPr>
                        <m:t>≠</m:t>
                      </m:r>
                      <m:r>
                        <a:rPr lang="es-419" b="0" i="1" smtClean="0">
                          <a:latin typeface="Cambria Math" panose="02040503050406030204" pitchFamily="18" charset="0"/>
                        </a:rPr>
                        <m:t>0</m:t>
                      </m:r>
                    </m:oMath>
                  </m:oMathPara>
                </a14:m>
                <a:endParaRPr lang="es-419" dirty="0"/>
              </a:p>
            </p:txBody>
          </p:sp>
        </mc:Choice>
        <mc:Fallback>
          <p:sp>
            <p:nvSpPr>
              <p:cNvPr id="20" name="TextBox 19">
                <a:extLst>
                  <a:ext uri="{FF2B5EF4-FFF2-40B4-BE49-F238E27FC236}">
                    <a16:creationId xmlns:a16="http://schemas.microsoft.com/office/drawing/2014/main" id="{529127DD-860C-7770-BCA4-82DD807FFCD8}"/>
                  </a:ext>
                </a:extLst>
              </p:cNvPr>
              <p:cNvSpPr txBox="1">
                <a:spLocks noRot="1" noChangeAspect="1" noMove="1" noResize="1" noEditPoints="1" noAdjustHandles="1" noChangeArrowheads="1" noChangeShapeType="1" noTextEdit="1"/>
              </p:cNvSpPr>
              <p:nvPr/>
            </p:nvSpPr>
            <p:spPr>
              <a:xfrm>
                <a:off x="3860863" y="1787672"/>
                <a:ext cx="647870" cy="276999"/>
              </a:xfrm>
              <a:prstGeom prst="rect">
                <a:avLst/>
              </a:prstGeom>
              <a:blipFill>
                <a:blip r:embed="rId7"/>
                <a:stretch>
                  <a:fillRect l="-5607" r="-8411" b="-6522"/>
                </a:stretch>
              </a:blipFill>
            </p:spPr>
            <p:txBody>
              <a:bodyPr/>
              <a:lstStyle/>
              <a:p>
                <a:r>
                  <a:rPr lang="es-419">
                    <a:noFill/>
                  </a:rPr>
                  <a:t> </a:t>
                </a:r>
              </a:p>
            </p:txBody>
          </p:sp>
        </mc:Fallback>
      </mc:AlternateContent>
      <p:cxnSp>
        <p:nvCxnSpPr>
          <p:cNvPr id="22" name="Straight Arrow Connector 21">
            <a:extLst>
              <a:ext uri="{FF2B5EF4-FFF2-40B4-BE49-F238E27FC236}">
                <a16:creationId xmlns:a16="http://schemas.microsoft.com/office/drawing/2014/main" id="{5C6E93B4-2171-D8DC-1359-0C40672405DF}"/>
              </a:ext>
            </a:extLst>
          </p:cNvPr>
          <p:cNvCxnSpPr>
            <a:stCxn id="15" idx="1"/>
          </p:cNvCxnSpPr>
          <p:nvPr/>
        </p:nvCxnSpPr>
        <p:spPr>
          <a:xfrm flipH="1" flipV="1">
            <a:off x="3215525" y="2613525"/>
            <a:ext cx="548929" cy="19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E6C853A7-CF8E-BFFC-BF6F-6913FADDA371}"/>
              </a:ext>
            </a:extLst>
          </p:cNvPr>
          <p:cNvCxnSpPr>
            <a:cxnSpLocks/>
            <a:stCxn id="15" idx="2"/>
          </p:cNvCxnSpPr>
          <p:nvPr/>
        </p:nvCxnSpPr>
        <p:spPr>
          <a:xfrm rot="5400000" flipH="1" flipV="1">
            <a:off x="4456750" y="2401301"/>
            <a:ext cx="553192" cy="449227"/>
          </a:xfrm>
          <a:prstGeom prst="curvedConnector3">
            <a:avLst>
              <a:gd name="adj1" fmla="val -41324"/>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CuadroTexto 18">
            <a:extLst>
              <a:ext uri="{FF2B5EF4-FFF2-40B4-BE49-F238E27FC236}">
                <a16:creationId xmlns:a16="http://schemas.microsoft.com/office/drawing/2014/main" id="{0E43CF0E-5556-E695-89C5-87900A390E37}"/>
              </a:ext>
            </a:extLst>
          </p:cNvPr>
          <p:cNvSpPr txBox="1"/>
          <p:nvPr/>
        </p:nvSpPr>
        <p:spPr>
          <a:xfrm>
            <a:off x="7813158" y="5992297"/>
            <a:ext cx="3540642" cy="369332"/>
          </a:xfrm>
          <a:prstGeom prst="rect">
            <a:avLst/>
          </a:prstGeom>
          <a:noFill/>
        </p:spPr>
        <p:txBody>
          <a:bodyPr wrap="square" rtlCol="0">
            <a:spAutoFit/>
          </a:bodyPr>
          <a:lstStyle/>
          <a:p>
            <a:r>
              <a:rPr lang="es-MX" dirty="0">
                <a:latin typeface="Times New Roman" panose="02020603050405020304" pitchFamily="18" charset="0"/>
                <a:cs typeface="Times New Roman" panose="02020603050405020304" pitchFamily="18" charset="0"/>
              </a:rPr>
              <a:t>(Sutton &amp; </a:t>
            </a:r>
            <a:r>
              <a:rPr lang="es-MX" dirty="0" err="1">
                <a:latin typeface="Times New Roman" panose="02020603050405020304" pitchFamily="18" charset="0"/>
                <a:cs typeface="Times New Roman" panose="02020603050405020304" pitchFamily="18" charset="0"/>
              </a:rPr>
              <a:t>Biblarz</a:t>
            </a:r>
            <a:r>
              <a:rPr lang="es-MX" dirty="0">
                <a:latin typeface="Times New Roman" panose="02020603050405020304" pitchFamily="18" charset="0"/>
                <a:cs typeface="Times New Roman" panose="02020603050405020304" pitchFamily="18" charset="0"/>
              </a:rPr>
              <a:t>, 2017, p. 115)</a:t>
            </a:r>
          </a:p>
        </p:txBody>
      </p:sp>
      <p:graphicFrame>
        <p:nvGraphicFramePr>
          <p:cNvPr id="29" name="Table 28">
            <a:extLst>
              <a:ext uri="{FF2B5EF4-FFF2-40B4-BE49-F238E27FC236}">
                <a16:creationId xmlns:a16="http://schemas.microsoft.com/office/drawing/2014/main" id="{D4639491-FC5C-40CA-F9F3-9ACC69C5486C}"/>
              </a:ext>
            </a:extLst>
          </p:cNvPr>
          <p:cNvGraphicFramePr>
            <a:graphicFrameLocks noGrp="1"/>
          </p:cNvGraphicFramePr>
          <p:nvPr>
            <p:extLst>
              <p:ext uri="{D42A27DB-BD31-4B8C-83A1-F6EECF244321}">
                <p14:modId xmlns:p14="http://schemas.microsoft.com/office/powerpoint/2010/main" val="3979870329"/>
              </p:ext>
            </p:extLst>
          </p:nvPr>
        </p:nvGraphicFramePr>
        <p:xfrm>
          <a:off x="6704355" y="2494887"/>
          <a:ext cx="4136946" cy="1483360"/>
        </p:xfrm>
        <a:graphic>
          <a:graphicData uri="http://schemas.openxmlformats.org/drawingml/2006/table">
            <a:tbl>
              <a:tblPr firstRow="1" bandRow="1">
                <a:tableStyleId>{9D7B26C5-4107-4FEC-AEDC-1716B250A1EF}</a:tableStyleId>
              </a:tblPr>
              <a:tblGrid>
                <a:gridCol w="1378982">
                  <a:extLst>
                    <a:ext uri="{9D8B030D-6E8A-4147-A177-3AD203B41FA5}">
                      <a16:colId xmlns:a16="http://schemas.microsoft.com/office/drawing/2014/main" val="3086435517"/>
                    </a:ext>
                  </a:extLst>
                </a:gridCol>
                <a:gridCol w="1378982">
                  <a:extLst>
                    <a:ext uri="{9D8B030D-6E8A-4147-A177-3AD203B41FA5}">
                      <a16:colId xmlns:a16="http://schemas.microsoft.com/office/drawing/2014/main" val="3910736875"/>
                    </a:ext>
                  </a:extLst>
                </a:gridCol>
                <a:gridCol w="1378982">
                  <a:extLst>
                    <a:ext uri="{9D8B030D-6E8A-4147-A177-3AD203B41FA5}">
                      <a16:colId xmlns:a16="http://schemas.microsoft.com/office/drawing/2014/main" val="914235034"/>
                    </a:ext>
                  </a:extLst>
                </a:gridCol>
              </a:tblGrid>
              <a:tr h="370840">
                <a:tc>
                  <a:txBody>
                    <a:bodyPr/>
                    <a:lstStyle/>
                    <a:p>
                      <a:pPr algn="ctr"/>
                      <a:r>
                        <a:rPr lang="es-419" dirty="0">
                          <a:latin typeface="Times New Roman" panose="02020603050405020304" pitchFamily="18" charset="0"/>
                          <a:cs typeface="Times New Roman" panose="02020603050405020304" pitchFamily="18" charset="0"/>
                        </a:rPr>
                        <a:t>Aspecto</a:t>
                      </a:r>
                    </a:p>
                  </a:txBody>
                  <a:tcPr/>
                </a:tc>
                <a:tc>
                  <a:txBody>
                    <a:bodyPr/>
                    <a:lstStyle/>
                    <a:p>
                      <a:pPr algn="ctr"/>
                      <a:r>
                        <a:rPr lang="es-419" dirty="0">
                          <a:latin typeface="Times New Roman" panose="02020603050405020304" pitchFamily="18" charset="0"/>
                          <a:cs typeface="Times New Roman" panose="02020603050405020304" pitchFamily="18" charset="0"/>
                        </a:rPr>
                        <a:t>Estático</a:t>
                      </a:r>
                    </a:p>
                  </a:txBody>
                  <a:tcPr/>
                </a:tc>
                <a:tc>
                  <a:txBody>
                    <a:bodyPr/>
                    <a:lstStyle/>
                    <a:p>
                      <a:pPr algn="ctr"/>
                      <a:r>
                        <a:rPr lang="es-419" dirty="0">
                          <a:latin typeface="Times New Roman" panose="02020603050405020304" pitchFamily="18" charset="0"/>
                          <a:cs typeface="Times New Roman" panose="02020603050405020304" pitchFamily="18" charset="0"/>
                        </a:rPr>
                        <a:t>Dinámico</a:t>
                      </a:r>
                    </a:p>
                  </a:txBody>
                  <a:tcPr/>
                </a:tc>
                <a:extLst>
                  <a:ext uri="{0D108BD9-81ED-4DB2-BD59-A6C34878D82A}">
                    <a16:rowId xmlns:a16="http://schemas.microsoft.com/office/drawing/2014/main" val="3638040687"/>
                  </a:ext>
                </a:extLst>
              </a:tr>
              <a:tr h="370840">
                <a:tc>
                  <a:txBody>
                    <a:bodyPr/>
                    <a:lstStyle/>
                    <a:p>
                      <a:pPr algn="ctr"/>
                      <a:r>
                        <a:rPr lang="es-419" dirty="0">
                          <a:latin typeface="Times New Roman" panose="02020603050405020304" pitchFamily="18" charset="0"/>
                          <a:cs typeface="Times New Roman" panose="02020603050405020304" pitchFamily="18" charset="0"/>
                        </a:rPr>
                        <a:t>Presión</a:t>
                      </a:r>
                    </a:p>
                  </a:txBody>
                  <a:tcPr/>
                </a:tc>
                <a:tc>
                  <a:txBody>
                    <a:bodyPr/>
                    <a:lstStyle/>
                    <a:p>
                      <a:pPr algn="ctr"/>
                      <a:r>
                        <a:rPr lang="es-419" dirty="0">
                          <a:latin typeface="Times New Roman" panose="02020603050405020304" pitchFamily="18" charset="0"/>
                          <a:cs typeface="Times New Roman" panose="02020603050405020304" pitchFamily="18" charset="0"/>
                        </a:rPr>
                        <a:t>Medible</a:t>
                      </a:r>
                    </a:p>
                  </a:txBody>
                  <a:tcPr/>
                </a:tc>
                <a:tc>
                  <a:txBody>
                    <a:bodyPr/>
                    <a:lstStyle/>
                    <a:p>
                      <a:pPr algn="ctr"/>
                      <a:r>
                        <a:rPr lang="es-419" dirty="0">
                          <a:latin typeface="Times New Roman" panose="02020603050405020304" pitchFamily="18" charset="0"/>
                          <a:cs typeface="Times New Roman" panose="02020603050405020304" pitchFamily="18" charset="0"/>
                        </a:rPr>
                        <a:t>Variable</a:t>
                      </a:r>
                    </a:p>
                  </a:txBody>
                  <a:tcPr/>
                </a:tc>
                <a:extLst>
                  <a:ext uri="{0D108BD9-81ED-4DB2-BD59-A6C34878D82A}">
                    <a16:rowId xmlns:a16="http://schemas.microsoft.com/office/drawing/2014/main" val="181376308"/>
                  </a:ext>
                </a:extLst>
              </a:tr>
              <a:tr h="370840">
                <a:tc>
                  <a:txBody>
                    <a:bodyPr/>
                    <a:lstStyle/>
                    <a:p>
                      <a:pPr algn="ctr"/>
                      <a:r>
                        <a:rPr lang="es-419" dirty="0">
                          <a:latin typeface="Times New Roman" panose="02020603050405020304" pitchFamily="18" charset="0"/>
                          <a:cs typeface="Times New Roman" panose="02020603050405020304" pitchFamily="18" charset="0"/>
                        </a:rPr>
                        <a:t>Temperatura</a:t>
                      </a:r>
                    </a:p>
                  </a:txBody>
                  <a:tcPr/>
                </a:tc>
                <a:tc>
                  <a:txBody>
                    <a:bodyPr/>
                    <a:lstStyle/>
                    <a:p>
                      <a:pPr algn="ctr"/>
                      <a:r>
                        <a:rPr lang="es-419" dirty="0">
                          <a:latin typeface="Times New Roman" panose="02020603050405020304" pitchFamily="18" charset="0"/>
                          <a:cs typeface="Times New Roman" panose="02020603050405020304" pitchFamily="18" charset="0"/>
                        </a:rPr>
                        <a:t>Estable</a:t>
                      </a:r>
                    </a:p>
                  </a:txBody>
                  <a:tcPr/>
                </a:tc>
                <a:tc>
                  <a:txBody>
                    <a:bodyPr/>
                    <a:lstStyle/>
                    <a:p>
                      <a:pPr algn="ctr"/>
                      <a:r>
                        <a:rPr lang="es-419" dirty="0">
                          <a:latin typeface="Times New Roman" panose="02020603050405020304" pitchFamily="18" charset="0"/>
                          <a:cs typeface="Times New Roman" panose="02020603050405020304" pitchFamily="18" charset="0"/>
                        </a:rPr>
                        <a:t>Fluctúa</a:t>
                      </a:r>
                    </a:p>
                  </a:txBody>
                  <a:tcPr/>
                </a:tc>
                <a:extLst>
                  <a:ext uri="{0D108BD9-81ED-4DB2-BD59-A6C34878D82A}">
                    <a16:rowId xmlns:a16="http://schemas.microsoft.com/office/drawing/2014/main" val="950152723"/>
                  </a:ext>
                </a:extLst>
              </a:tr>
              <a:tr h="370840">
                <a:tc>
                  <a:txBody>
                    <a:bodyPr/>
                    <a:lstStyle/>
                    <a:p>
                      <a:pPr algn="ctr"/>
                      <a:r>
                        <a:rPr lang="es-419" dirty="0">
                          <a:latin typeface="Times New Roman" panose="02020603050405020304" pitchFamily="18" charset="0"/>
                          <a:cs typeface="Times New Roman" panose="02020603050405020304" pitchFamily="18" charset="0"/>
                        </a:rPr>
                        <a:t>Empuje</a:t>
                      </a:r>
                    </a:p>
                  </a:txBody>
                  <a:tcPr/>
                </a:tc>
                <a:tc>
                  <a:txBody>
                    <a:bodyPr/>
                    <a:lstStyle/>
                    <a:p>
                      <a:pPr algn="ctr"/>
                      <a:r>
                        <a:rPr lang="es-419" dirty="0">
                          <a:latin typeface="Times New Roman" panose="02020603050405020304" pitchFamily="18" charset="0"/>
                          <a:cs typeface="Times New Roman" panose="02020603050405020304" pitchFamily="18" charset="0"/>
                        </a:rPr>
                        <a:t>Constante</a:t>
                      </a:r>
                    </a:p>
                  </a:txBody>
                  <a:tcPr/>
                </a:tc>
                <a:tc>
                  <a:txBody>
                    <a:bodyPr/>
                    <a:lstStyle/>
                    <a:p>
                      <a:pPr algn="ctr"/>
                      <a:r>
                        <a:rPr lang="es-419" dirty="0">
                          <a:latin typeface="Times New Roman" panose="02020603050405020304" pitchFamily="18" charset="0"/>
                          <a:cs typeface="Times New Roman" panose="02020603050405020304" pitchFamily="18" charset="0"/>
                        </a:rPr>
                        <a:t>Cambia</a:t>
                      </a:r>
                    </a:p>
                  </a:txBody>
                  <a:tcPr/>
                </a:tc>
                <a:extLst>
                  <a:ext uri="{0D108BD9-81ED-4DB2-BD59-A6C34878D82A}">
                    <a16:rowId xmlns:a16="http://schemas.microsoft.com/office/drawing/2014/main" val="4281954304"/>
                  </a:ext>
                </a:extLst>
              </a:tr>
            </a:tbl>
          </a:graphicData>
        </a:graphic>
      </p:graphicFrame>
      <p:sp>
        <p:nvSpPr>
          <p:cNvPr id="30" name="Content Placeholder 2">
            <a:extLst>
              <a:ext uri="{FF2B5EF4-FFF2-40B4-BE49-F238E27FC236}">
                <a16:creationId xmlns:a16="http://schemas.microsoft.com/office/drawing/2014/main" id="{451FD492-0018-D7B2-CA7F-630627968CCE}"/>
              </a:ext>
            </a:extLst>
          </p:cNvPr>
          <p:cNvSpPr txBox="1">
            <a:spLocks/>
          </p:cNvSpPr>
          <p:nvPr/>
        </p:nvSpPr>
        <p:spPr>
          <a:xfrm>
            <a:off x="6143928" y="4217689"/>
            <a:ext cx="5257800" cy="1640851"/>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20000"/>
              </a:lnSpc>
              <a:buFont typeface="Arial" panose="020B0604020202020204" pitchFamily="34" charset="0"/>
              <a:buNone/>
            </a:pPr>
            <a:r>
              <a:rPr lang="es-419" dirty="0">
                <a:latin typeface="Times New Roman" panose="02020603050405020304" pitchFamily="18" charset="0"/>
                <a:cs typeface="Times New Roman" panose="02020603050405020304" pitchFamily="18" charset="0"/>
              </a:rPr>
              <a:t>El estudio solo cubrirá los aspectos estáticos. Hay desafíos experimentales como las vibraciones que comprometen la adquisición de datos y los materiales involucrados.</a:t>
            </a:r>
          </a:p>
        </p:txBody>
      </p:sp>
      <p:grpSp>
        <p:nvGrpSpPr>
          <p:cNvPr id="33" name="Group 32">
            <a:extLst>
              <a:ext uri="{FF2B5EF4-FFF2-40B4-BE49-F238E27FC236}">
                <a16:creationId xmlns:a16="http://schemas.microsoft.com/office/drawing/2014/main" id="{D7890EE4-B884-4D03-43ED-DB4605AB0DD1}"/>
              </a:ext>
            </a:extLst>
          </p:cNvPr>
          <p:cNvGrpSpPr/>
          <p:nvPr/>
        </p:nvGrpSpPr>
        <p:grpSpPr>
          <a:xfrm>
            <a:off x="89986" y="5761361"/>
            <a:ext cx="3979742" cy="1463028"/>
            <a:chOff x="270740" y="5676661"/>
            <a:chExt cx="3979742" cy="1463028"/>
          </a:xfrm>
        </p:grpSpPr>
        <p:pic>
          <p:nvPicPr>
            <p:cNvPr id="34" name="Imagen 7">
              <a:extLst>
                <a:ext uri="{FF2B5EF4-FFF2-40B4-BE49-F238E27FC236}">
                  <a16:creationId xmlns:a16="http://schemas.microsoft.com/office/drawing/2014/main" id="{AEB0B488-037E-7A80-5E40-D5CAEA25D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0740" y="6185450"/>
              <a:ext cx="1134919" cy="480672"/>
            </a:xfrm>
            <a:prstGeom prst="rect">
              <a:avLst/>
            </a:prstGeom>
          </p:spPr>
        </p:pic>
        <p:pic>
          <p:nvPicPr>
            <p:cNvPr id="35" name="Imagen 11">
              <a:extLst>
                <a:ext uri="{FF2B5EF4-FFF2-40B4-BE49-F238E27FC236}">
                  <a16:creationId xmlns:a16="http://schemas.microsoft.com/office/drawing/2014/main" id="{1451A40C-27A8-3FBF-990B-EFC417A7F09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529097" y="6050127"/>
              <a:ext cx="1134919" cy="512597"/>
            </a:xfrm>
            <a:prstGeom prst="rect">
              <a:avLst/>
            </a:prstGeom>
          </p:spPr>
        </p:pic>
        <p:pic>
          <p:nvPicPr>
            <p:cNvPr id="36" name="Imagen 13">
              <a:extLst>
                <a:ext uri="{FF2B5EF4-FFF2-40B4-BE49-F238E27FC236}">
                  <a16:creationId xmlns:a16="http://schemas.microsoft.com/office/drawing/2014/main" id="{C0ED2446-4492-0808-2E2F-05300DC6F41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787454" y="5676661"/>
              <a:ext cx="1463028" cy="1463028"/>
            </a:xfrm>
            <a:prstGeom prst="rect">
              <a:avLst/>
            </a:prstGeom>
          </p:spPr>
        </p:pic>
      </p:gr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latin typeface="Times New Roman" panose="02020603050405020304" pitchFamily="18" charset="0"/>
                <a:cs typeface="Times New Roman" panose="02020603050405020304" pitchFamily="18" charset="0"/>
              </a:rPr>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a:xfrm>
            <a:off x="838200" y="1533637"/>
            <a:ext cx="5541335" cy="4478922"/>
          </a:xfrm>
        </p:spPr>
        <p:txBody>
          <a:bodyPr>
            <a:normAutofit fontScale="85000" lnSpcReduction="20000"/>
          </a:bodyPr>
          <a:lstStyle/>
          <a:p>
            <a:pPr marL="0" indent="0">
              <a:buNone/>
            </a:pPr>
            <a:r>
              <a:rPr lang="es-419" dirty="0">
                <a:latin typeface="Times New Roman" panose="02020603050405020304" pitchFamily="18" charset="0"/>
                <a:cs typeface="Times New Roman" panose="02020603050405020304" pitchFamily="18" charset="0"/>
              </a:rPr>
              <a:t>¿Por qué la criticidad de la correcta medición?</a:t>
            </a:r>
          </a:p>
          <a:p>
            <a:r>
              <a:rPr lang="es-419" dirty="0">
                <a:latin typeface="Times New Roman" panose="02020603050405020304" pitchFamily="18" charset="0"/>
                <a:cs typeface="Times New Roman" panose="02020603050405020304" pitchFamily="18" charset="0"/>
              </a:rPr>
              <a:t>Validar modelos teóricos </a:t>
            </a:r>
          </a:p>
          <a:p>
            <a:r>
              <a:rPr lang="es-419" dirty="0">
                <a:latin typeface="Times New Roman" panose="02020603050405020304" pitchFamily="18" charset="0"/>
                <a:cs typeface="Times New Roman" panose="02020603050405020304" pitchFamily="18" charset="0"/>
              </a:rPr>
              <a:t>Correlacionar presión con empuje generado</a:t>
            </a:r>
          </a:p>
          <a:p>
            <a:r>
              <a:rPr lang="es-419" dirty="0">
                <a:latin typeface="Times New Roman" panose="02020603050405020304" pitchFamily="18" charset="0"/>
                <a:cs typeface="Times New Roman" panose="02020603050405020304" pitchFamily="18" charset="0"/>
              </a:rPr>
              <a:t>Garantizar integridad termo-mecánica del sistema</a:t>
            </a:r>
          </a:p>
          <a:p>
            <a:r>
              <a:rPr lang="es-419" dirty="0">
                <a:latin typeface="Times New Roman" panose="02020603050405020304" pitchFamily="18" charset="0"/>
                <a:cs typeface="Times New Roman" panose="02020603050405020304" pitchFamily="18" charset="0"/>
              </a:rPr>
              <a:t>Metodología escalable para instituciones académicas </a:t>
            </a:r>
          </a:p>
          <a:p>
            <a:pPr marL="0" indent="0">
              <a:buNone/>
            </a:pPr>
            <a:r>
              <a:rPr lang="es-419" dirty="0">
                <a:latin typeface="Times New Roman" panose="02020603050405020304" pitchFamily="18" charset="0"/>
                <a:cs typeface="Times New Roman" panose="02020603050405020304" pitchFamily="18" charset="0"/>
              </a:rPr>
              <a:t>De no hacerlo tendremos:</a:t>
            </a:r>
          </a:p>
          <a:p>
            <a:r>
              <a:rPr lang="es-419" dirty="0">
                <a:latin typeface="Times New Roman" panose="02020603050405020304" pitchFamily="18" charset="0"/>
                <a:cs typeface="Times New Roman" panose="02020603050405020304" pitchFamily="18" charset="0"/>
              </a:rPr>
              <a:t>Predicciones erróneas de performance</a:t>
            </a:r>
          </a:p>
          <a:p>
            <a:r>
              <a:rPr lang="es-419" dirty="0">
                <a:latin typeface="Times New Roman" panose="02020603050405020304" pitchFamily="18" charset="0"/>
                <a:cs typeface="Times New Roman" panose="02020603050405020304" pitchFamily="18" charset="0"/>
              </a:rPr>
              <a:t>Fallas de diseño no detectadas</a:t>
            </a:r>
          </a:p>
          <a:p>
            <a:r>
              <a:rPr lang="es-419" dirty="0">
                <a:latin typeface="Times New Roman" panose="02020603050405020304" pitchFamily="18" charset="0"/>
                <a:cs typeface="Times New Roman" panose="02020603050405020304" pitchFamily="18" charset="0"/>
              </a:rPr>
              <a:t>Perdida de trazabilidad científica </a:t>
            </a:r>
          </a:p>
          <a:p>
            <a:pPr marL="0" indent="0">
              <a:buNone/>
            </a:pPr>
            <a:endParaRPr lang="es-419" dirty="0">
              <a:latin typeface="Times New Roman" panose="02020603050405020304" pitchFamily="18" charset="0"/>
              <a:cs typeface="Times New Roman" panose="02020603050405020304" pitchFamily="18" charset="0"/>
            </a:endParaRPr>
          </a:p>
        </p:txBody>
      </p:sp>
      <p:graphicFrame>
        <p:nvGraphicFramePr>
          <p:cNvPr id="4" name="Chart 3">
            <a:extLst>
              <a:ext uri="{FF2B5EF4-FFF2-40B4-BE49-F238E27FC236}">
                <a16:creationId xmlns:a16="http://schemas.microsoft.com/office/drawing/2014/main" id="{00000000-0008-0000-0800-000077B97000}"/>
              </a:ext>
            </a:extLst>
          </p:cNvPr>
          <p:cNvGraphicFramePr>
            <a:graphicFrameLocks/>
          </p:cNvGraphicFramePr>
          <p:nvPr>
            <p:extLst>
              <p:ext uri="{D42A27DB-BD31-4B8C-83A1-F6EECF244321}">
                <p14:modId xmlns:p14="http://schemas.microsoft.com/office/powerpoint/2010/main" val="1777715581"/>
              </p:ext>
            </p:extLst>
          </p:nvPr>
        </p:nvGraphicFramePr>
        <p:xfrm>
          <a:off x="7249810" y="1533637"/>
          <a:ext cx="3946274" cy="300646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91CD0AD6-F36B-6965-88ED-1AA7B9450210}"/>
              </a:ext>
            </a:extLst>
          </p:cNvPr>
          <p:cNvSpPr txBox="1"/>
          <p:nvPr/>
        </p:nvSpPr>
        <p:spPr>
          <a:xfrm>
            <a:off x="7335668" y="4540103"/>
            <a:ext cx="3774558" cy="1200329"/>
          </a:xfrm>
          <a:prstGeom prst="rect">
            <a:avLst/>
          </a:prstGeom>
          <a:noFill/>
        </p:spPr>
        <p:txBody>
          <a:bodyPr wrap="square" rtlCol="0">
            <a:spAutoFit/>
          </a:bodyPr>
          <a:lstStyle/>
          <a:p>
            <a:r>
              <a:rPr lang="es-419" dirty="0" err="1">
                <a:latin typeface="Times New Roman" panose="02020603050405020304" pitchFamily="18" charset="0"/>
                <a:cs typeface="Times New Roman" panose="02020603050405020304" pitchFamily="18" charset="0"/>
              </a:rPr>
              <a:t>Fig</a:t>
            </a:r>
            <a:r>
              <a:rPr lang="es-419" dirty="0">
                <a:latin typeface="Times New Roman" panose="02020603050405020304" pitchFamily="18" charset="0"/>
                <a:cs typeface="Times New Roman" panose="02020603050405020304" pitchFamily="18" charset="0"/>
              </a:rPr>
              <a:t> #. Curva de empuje en el tiempo, la sumatorio de los puntos define el impulso y eficiencia del motor en N-</a:t>
            </a:r>
            <a:r>
              <a:rPr lang="es-419" dirty="0" err="1">
                <a:latin typeface="Times New Roman" panose="02020603050405020304" pitchFamily="18" charset="0"/>
                <a:cs typeface="Times New Roman" panose="02020603050405020304" pitchFamily="18" charset="0"/>
              </a:rPr>
              <a:t>seg</a:t>
            </a:r>
            <a:endParaRPr lang="es-419"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36908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a:xfrm>
                <a:off x="838201" y="1825625"/>
                <a:ext cx="5257799" cy="4351338"/>
              </a:xfrm>
            </p:spPr>
            <p:txBody>
              <a:bodyPr>
                <a:normAutofit/>
              </a:bodyPr>
              <a:lstStyle/>
              <a:p>
                <a:pPr marL="0" indent="0">
                  <a:buNone/>
                </a:pPr>
                <a:r>
                  <a:rPr lang="es-419" dirty="0">
                    <a:latin typeface="Times New Roman" panose="02020603050405020304" pitchFamily="18" charset="0"/>
                    <a:cs typeface="Times New Roman" panose="02020603050405020304" pitchFamily="18" charset="0"/>
                  </a:rPr>
                  <a:t>Reduciendo a:</a:t>
                </a:r>
              </a:p>
              <a:p>
                <a:pPr marL="0" indent="0">
                  <a:buNone/>
                </a:pPr>
                <a14:m>
                  <m:oMathPara xmlns:m="http://schemas.openxmlformats.org/officeDocument/2006/math">
                    <m:oMathParaPr>
                      <m:jc m:val="centerGroup"/>
                    </m:oMathParaPr>
                    <m:oMath xmlns:m="http://schemas.openxmlformats.org/officeDocument/2006/math">
                      <m:r>
                        <a:rPr lang="es-MX" i="1">
                          <a:latin typeface="Cambria Math" panose="02040503050406030204" pitchFamily="18" charset="0"/>
                          <a:cs typeface="Times New Roman" panose="02020603050405020304" pitchFamily="18" charset="0"/>
                        </a:rPr>
                        <m:t>𝐹</m:t>
                      </m:r>
                      <m:r>
                        <a:rPr lang="es-MX" i="1">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𝐶</m:t>
                          </m:r>
                        </m:e>
                        <m:sub>
                          <m:r>
                            <a:rPr lang="es-MX" i="1">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𝑝</m:t>
                          </m:r>
                        </m:e>
                        <m:sub>
                          <m:r>
                            <a:rPr lang="es-MX" i="1">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i="1">
                              <a:latin typeface="Cambria Math" panose="02040503050406030204" pitchFamily="18" charset="0"/>
                              <a:ea typeface="Cambria Math" panose="02040503050406030204" pitchFamily="18" charset="0"/>
                              <a:cs typeface="Times New Roman" panose="02020603050405020304" pitchFamily="18" charset="0"/>
                            </a:rPr>
                          </m:ctrlPr>
                        </m:sSubPr>
                        <m:e>
                          <m:r>
                            <a:rPr lang="es-MX" i="1">
                              <a:latin typeface="Cambria Math" panose="02040503050406030204" pitchFamily="18" charset="0"/>
                              <a:ea typeface="Cambria Math" panose="02040503050406030204" pitchFamily="18" charset="0"/>
                              <a:cs typeface="Times New Roman" panose="02020603050405020304" pitchFamily="18" charset="0"/>
                            </a:rPr>
                            <m:t>𝐴</m:t>
                          </m:r>
                        </m:e>
                        <m:sub>
                          <m:r>
                            <a:rPr lang="es-MX" i="1">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La generación de gases son de nuestro interés, por lo que se siguieron los siguientes criterios:</a:t>
                </a:r>
              </a:p>
              <a:p>
                <a:pPr marL="0" indent="0">
                  <a:buNone/>
                </a:pPr>
                <a:r>
                  <a:rPr lang="es-419" dirty="0">
                    <a:latin typeface="Times New Roman" panose="02020603050405020304" pitchFamily="18" charset="0"/>
                    <a:cs typeface="Times New Roman" panose="02020603050405020304" pitchFamily="18" charset="0"/>
                  </a:rPr>
                  <a:t>A. </a:t>
                </a:r>
                <a:r>
                  <a:rPr lang="es-419" b="1" dirty="0">
                    <a:latin typeface="Times New Roman" panose="02020603050405020304" pitchFamily="18" charset="0"/>
                    <a:cs typeface="Times New Roman" panose="02020603050405020304" pitchFamily="18" charset="0"/>
                  </a:rPr>
                  <a:t>Factor de seguridad </a:t>
                </a:r>
                <a:r>
                  <a:rPr lang="es-419" dirty="0">
                    <a:latin typeface="Times New Roman" panose="02020603050405020304" pitchFamily="18" charset="0"/>
                    <a:cs typeface="Times New Roman" panose="02020603050405020304" pitchFamily="18" charset="0"/>
                  </a:rPr>
                  <a:t>de 1.5, estandarizado por estándar IEEE-STD-1058 y evitar picos de saturación. (</a:t>
                </a:r>
                <a:r>
                  <a:rPr lang="es-419" dirty="0" err="1">
                    <a:latin typeface="Times New Roman" panose="02020603050405020304" pitchFamily="18" charset="0"/>
                    <a:cs typeface="Times New Roman" panose="02020603050405020304" pitchFamily="18" charset="0"/>
                  </a:rPr>
                  <a:t>Figliola</a:t>
                </a:r>
                <a:r>
                  <a:rPr lang="es-419" dirty="0">
                    <a:latin typeface="Times New Roman" panose="02020603050405020304" pitchFamily="18" charset="0"/>
                    <a:cs typeface="Times New Roman" panose="02020603050405020304" pitchFamily="18" charset="0"/>
                  </a:rPr>
                  <a:t> &amp; Beasley, 2020)</a:t>
                </a:r>
              </a:p>
            </p:txBody>
          </p:sp>
        </mc:Choice>
        <mc:Fallback>
          <p:sp>
            <p:nvSpPr>
              <p:cNvPr id="3" name="Content Placeholder 2">
                <a:extLst>
                  <a:ext uri="{FF2B5EF4-FFF2-40B4-BE49-F238E27FC236}">
                    <a16:creationId xmlns:a16="http://schemas.microsoft.com/office/drawing/2014/main" id="{AB073959-2245-5A24-9C94-FB0FF250D7CA}"/>
                  </a:ext>
                </a:extLst>
              </p:cNvPr>
              <p:cNvSpPr>
                <a:spLocks noGrp="1" noRot="1" noChangeAspect="1" noMove="1" noResize="1" noEditPoints="1" noAdjustHandles="1" noChangeArrowheads="1" noChangeShapeType="1" noTextEdit="1"/>
              </p:cNvSpPr>
              <p:nvPr>
                <p:ph idx="1"/>
              </p:nvPr>
            </p:nvSpPr>
            <p:spPr>
              <a:xfrm>
                <a:off x="838201" y="1825625"/>
                <a:ext cx="5257799" cy="4351338"/>
              </a:xfrm>
              <a:blipFill>
                <a:blip r:embed="rId3"/>
                <a:stretch>
                  <a:fillRect l="-2436" t="-2381" b="-140"/>
                </a:stretch>
              </a:blipFill>
            </p:spPr>
            <p:txBody>
              <a:bodyPr/>
              <a:lstStyle/>
              <a:p>
                <a:r>
                  <a:rPr lang="es-419">
                    <a:noFill/>
                  </a:rPr>
                  <a:t> </a:t>
                </a:r>
              </a:p>
            </p:txBody>
          </p:sp>
        </mc:Fallback>
      </mc:AlternateContent>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DB0CBA15-C345-8680-21BE-797F433AA71B}"/>
                  </a:ext>
                </a:extLst>
              </p:cNvPr>
              <p:cNvSpPr txBox="1">
                <a:spLocks/>
              </p:cNvSpPr>
              <p:nvPr/>
            </p:nvSpPr>
            <p:spPr>
              <a:xfrm>
                <a:off x="6096000" y="1825625"/>
                <a:ext cx="525779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419" dirty="0">
                    <a:latin typeface="Times New Roman" panose="02020603050405020304" pitchFamily="18" charset="0"/>
                    <a:cs typeface="Times New Roman" panose="02020603050405020304" pitchFamily="18" charset="0"/>
                  </a:rPr>
                  <a:t>B. </a:t>
                </a:r>
                <a:r>
                  <a:rPr lang="es-419" b="1" dirty="0">
                    <a:latin typeface="Times New Roman" panose="02020603050405020304" pitchFamily="18" charset="0"/>
                    <a:cs typeface="Times New Roman" panose="02020603050405020304" pitchFamily="18" charset="0"/>
                  </a:rPr>
                  <a:t>Precisión</a:t>
                </a:r>
                <a:r>
                  <a:rPr lang="es-419" dirty="0">
                    <a:latin typeface="Times New Roman" panose="02020603050405020304" pitchFamily="18" charset="0"/>
                    <a:cs typeface="Times New Roman" panose="02020603050405020304" pitchFamily="18" charset="0"/>
                  </a:rPr>
                  <a:t> (&lt;5% incertidumbre) por un análisis de incertidumbre GUM (ISO/IEC guide 98-3).</a:t>
                </a:r>
              </a:p>
              <a:p>
                <a:pPr marL="0" indent="0">
                  <a:buNone/>
                </a:pPr>
                <a:r>
                  <a:rPr lang="es-419" dirty="0">
                    <a:latin typeface="Times New Roman" panose="02020603050405020304" pitchFamily="18" charset="0"/>
                    <a:cs typeface="Times New Roman" panose="02020603050405020304" pitchFamily="18" charset="0"/>
                  </a:rPr>
                  <a:t>C. </a:t>
                </a:r>
                <a:r>
                  <a:rPr lang="es-419" b="1" dirty="0">
                    <a:latin typeface="Times New Roman" panose="02020603050405020304" pitchFamily="18" charset="0"/>
                    <a:cs typeface="Times New Roman" panose="02020603050405020304" pitchFamily="18" charset="0"/>
                  </a:rPr>
                  <a:t>Tiempo de respuesta </a:t>
                </a:r>
                <a:r>
                  <a:rPr lang="es-419" dirty="0">
                    <a:latin typeface="Times New Roman" panose="02020603050405020304" pitchFamily="18" charset="0"/>
                    <a:cs typeface="Times New Roman" panose="02020603050405020304" pitchFamily="18" charset="0"/>
                  </a:rPr>
                  <a:t>de &lt;1/10 que el fenómeno, por criterio de </a:t>
                </a:r>
                <a:r>
                  <a:rPr lang="es-419" dirty="0" err="1">
                    <a:latin typeface="Times New Roman" panose="02020603050405020304" pitchFamily="18" charset="0"/>
                    <a:cs typeface="Times New Roman" panose="02020603050405020304" pitchFamily="18" charset="0"/>
                  </a:rPr>
                  <a:t>Tustin</a:t>
                </a:r>
                <a:endParaRPr lang="es-419" dirty="0">
                  <a:latin typeface="Times New Roman" panose="02020603050405020304" pitchFamily="18" charset="0"/>
                  <a:cs typeface="Times New Roman" panose="02020603050405020304" pitchFamily="18" charset="0"/>
                </a:endParaRPr>
              </a:p>
              <a:p>
                <a:pPr marL="0" indent="0">
                  <a:buNone/>
                </a:pPr>
                <a:r>
                  <a:rPr lang="es-419" dirty="0">
                    <a:latin typeface="Times New Roman" panose="02020603050405020304" pitchFamily="18" charset="0"/>
                    <a:cs typeface="Times New Roman" panose="02020603050405020304" pitchFamily="18" charset="0"/>
                  </a:rPr>
                  <a:t>D. </a:t>
                </a:r>
                <a:r>
                  <a:rPr lang="es-419" b="1" dirty="0">
                    <a:latin typeface="Times New Roman" panose="02020603050405020304" pitchFamily="18" charset="0"/>
                    <a:cs typeface="Times New Roman" panose="02020603050405020304" pitchFamily="18" charset="0"/>
                  </a:rPr>
                  <a:t>S/N ratio </a:t>
                </a:r>
                <a:r>
                  <a:rPr lang="es-419" dirty="0">
                    <a:latin typeface="Times New Roman" panose="02020603050405020304" pitchFamily="18" charset="0"/>
                    <a:cs typeface="Times New Roman" panose="02020603050405020304" pitchFamily="18" charset="0"/>
                  </a:rPr>
                  <a:t>&gt;40 dB (Shannon, 1948)</a:t>
                </a:r>
              </a:p>
              <a:p>
                <a:pPr marL="0" indent="0">
                  <a:buNone/>
                </a:pPr>
                <a:r>
                  <a:rPr lang="es-419" dirty="0">
                    <a:latin typeface="Times New Roman" panose="02020603050405020304" pitchFamily="18" charset="0"/>
                    <a:cs typeface="Times New Roman" panose="02020603050405020304" pitchFamily="18" charset="0"/>
                  </a:rPr>
                  <a:t>E. </a:t>
                </a:r>
                <a:r>
                  <a:rPr lang="es-419" b="1" dirty="0">
                    <a:latin typeface="Times New Roman" panose="02020603050405020304" pitchFamily="18" charset="0"/>
                    <a:cs typeface="Times New Roman" panose="02020603050405020304" pitchFamily="18" charset="0"/>
                  </a:rPr>
                  <a:t>Muestreo de datos</a:t>
                </a:r>
                <a:r>
                  <a:rPr lang="es-419" dirty="0">
                    <a:latin typeface="Times New Roman" panose="02020603050405020304" pitchFamily="18" charset="0"/>
                    <a:cs typeface="Times New Roman" panose="02020603050405020304" pitchFamily="18" charset="0"/>
                  </a:rPr>
                  <a:t> por Nyquist </a:t>
                </a:r>
              </a:p>
              <a:p>
                <a:pPr marL="0" indent="0">
                  <a:buNone/>
                </a:pPr>
                <a14:m>
                  <m:oMathPara xmlns:m="http://schemas.openxmlformats.org/officeDocument/2006/math">
                    <m:oMathParaPr>
                      <m:jc m:val="centerGroup"/>
                    </m:oMathParaPr>
                    <m:oMath xmlns:m="http://schemas.openxmlformats.org/officeDocument/2006/math">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𝑠</m:t>
                          </m:r>
                        </m:sub>
                      </m:sSub>
                      <m:r>
                        <a:rPr lang="es-419" b="0" i="1" smtClean="0">
                          <a:latin typeface="Cambria Math" panose="02040503050406030204" pitchFamily="18" charset="0"/>
                          <a:cs typeface="Times New Roman" panose="02020603050405020304" pitchFamily="18" charset="0"/>
                        </a:rPr>
                        <m:t>=2</m:t>
                      </m:r>
                      <m:sSub>
                        <m:sSubPr>
                          <m:ctrlPr>
                            <a:rPr lang="es-419" b="0" i="1" smtClean="0">
                              <a:latin typeface="Cambria Math" panose="02040503050406030204" pitchFamily="18" charset="0"/>
                              <a:cs typeface="Times New Roman" panose="02020603050405020304" pitchFamily="18" charset="0"/>
                            </a:rPr>
                          </m:ctrlPr>
                        </m:sSubPr>
                        <m:e>
                          <m:r>
                            <a:rPr lang="es-419" b="0" i="1" smtClean="0">
                              <a:latin typeface="Cambria Math" panose="02040503050406030204" pitchFamily="18" charset="0"/>
                              <a:cs typeface="Times New Roman" panose="02020603050405020304" pitchFamily="18" charset="0"/>
                            </a:rPr>
                            <m:t>𝑓</m:t>
                          </m:r>
                        </m:e>
                        <m:sub>
                          <m:r>
                            <a:rPr lang="es-419" b="0" i="1" smtClean="0">
                              <a:latin typeface="Cambria Math" panose="02040503050406030204" pitchFamily="18" charset="0"/>
                              <a:cs typeface="Times New Roman" panose="02020603050405020304" pitchFamily="18" charset="0"/>
                            </a:rPr>
                            <m:t>𝑚</m:t>
                          </m:r>
                        </m:sub>
                      </m:sSub>
                    </m:oMath>
                  </m:oMathPara>
                </a14:m>
                <a:endParaRPr lang="es-419" dirty="0">
                  <a:latin typeface="Times New Roman" panose="02020603050405020304" pitchFamily="18" charset="0"/>
                  <a:cs typeface="Times New Roman" panose="02020603050405020304" pitchFamily="18" charset="0"/>
                </a:endParaRPr>
              </a:p>
            </p:txBody>
          </p:sp>
        </mc:Choice>
        <mc:Fallback>
          <p:sp>
            <p:nvSpPr>
              <p:cNvPr id="4" name="Content Placeholder 2">
                <a:extLst>
                  <a:ext uri="{FF2B5EF4-FFF2-40B4-BE49-F238E27FC236}">
                    <a16:creationId xmlns:a16="http://schemas.microsoft.com/office/drawing/2014/main" id="{DB0CBA15-C345-8680-21BE-797F433AA71B}"/>
                  </a:ext>
                </a:extLst>
              </p:cNvPr>
              <p:cNvSpPr txBox="1">
                <a:spLocks noRot="1" noChangeAspect="1" noMove="1" noResize="1" noEditPoints="1" noAdjustHandles="1" noChangeArrowheads="1" noChangeShapeType="1" noTextEdit="1"/>
              </p:cNvSpPr>
              <p:nvPr/>
            </p:nvSpPr>
            <p:spPr>
              <a:xfrm>
                <a:off x="6096000" y="1825625"/>
                <a:ext cx="5257799" cy="4351338"/>
              </a:xfrm>
              <a:prstGeom prst="rect">
                <a:avLst/>
              </a:prstGeom>
              <a:blipFill>
                <a:blip r:embed="rId4"/>
                <a:stretch>
                  <a:fillRect l="-2320" t="-2381" r="-1740" b="-1681"/>
                </a:stretch>
              </a:blipFill>
            </p:spPr>
            <p:txBody>
              <a:bodyPr/>
              <a:lstStyle/>
              <a:p>
                <a:r>
                  <a:rPr lang="es-419">
                    <a:noFill/>
                  </a:rPr>
                  <a:t> </a:t>
                </a:r>
              </a:p>
            </p:txBody>
          </p:sp>
        </mc:Fallback>
      </mc:AlternateContent>
    </p:spTree>
    <p:extLst>
      <p:ext uri="{BB962C8B-B14F-4D97-AF65-F5344CB8AC3E}">
        <p14:creationId xmlns:p14="http://schemas.microsoft.com/office/powerpoint/2010/main" val="2778621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1A958-D6BA-E085-B2BC-9DB0D8E22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C3FC39-DA89-78EA-38B0-B40B2CDC217E}"/>
              </a:ext>
            </a:extLst>
          </p:cNvPr>
          <p:cNvSpPr>
            <a:spLocks noGrp="1"/>
          </p:cNvSpPr>
          <p:nvPr>
            <p:ph type="title"/>
          </p:nvPr>
        </p:nvSpPr>
        <p:spPr/>
        <p:txBody>
          <a:bodyPr/>
          <a:lstStyle/>
          <a:p>
            <a:r>
              <a:rPr lang="es-419" dirty="0" err="1"/>
              <a:t>metodologia</a:t>
            </a:r>
            <a:endParaRPr lang="es-419" dirty="0"/>
          </a:p>
        </p:txBody>
      </p:sp>
      <p:sp>
        <p:nvSpPr>
          <p:cNvPr id="3" name="Content Placeholder 2">
            <a:extLst>
              <a:ext uri="{FF2B5EF4-FFF2-40B4-BE49-F238E27FC236}">
                <a16:creationId xmlns:a16="http://schemas.microsoft.com/office/drawing/2014/main" id="{E292828F-3C56-EF9E-06C3-57D2E5F316A1}"/>
              </a:ext>
            </a:extLst>
          </p:cNvPr>
          <p:cNvSpPr>
            <a:spLocks noGrp="1"/>
          </p:cNvSpPr>
          <p:nvPr>
            <p:ph idx="1"/>
          </p:nvPr>
        </p:nvSpPr>
        <p:spPr/>
        <p:txBody>
          <a:bodyPr>
            <a:normAutofit/>
          </a:bodyPr>
          <a:lstStyle/>
          <a:p>
            <a:pPr marL="514350" indent="-514350">
              <a:buFont typeface="+mj-lt"/>
              <a:buAutoNum type="arabicPeriod"/>
            </a:pPr>
            <a:r>
              <a:rPr lang="es-419" dirty="0" err="1"/>
              <a:t>Metodologia</a:t>
            </a:r>
            <a:r>
              <a:rPr lang="es-419" dirty="0"/>
              <a:t> experimental-analítica, siguiendo un diseño </a:t>
            </a:r>
            <a:r>
              <a:rPr lang="es-419" dirty="0" err="1"/>
              <a:t>cuasi-experimental</a:t>
            </a:r>
            <a:r>
              <a:rPr lang="es-419" dirty="0"/>
              <a:t> con </a:t>
            </a:r>
            <a:r>
              <a:rPr lang="es-419" dirty="0" err="1"/>
              <a:t>maediciones</a:t>
            </a:r>
            <a:r>
              <a:rPr lang="es-419" dirty="0"/>
              <a:t> directas de variables termodinámicas. Validación empírica de parámetros teóricos. </a:t>
            </a:r>
          </a:p>
          <a:p>
            <a:pPr marL="514350" indent="-514350">
              <a:buFont typeface="+mj-lt"/>
              <a:buAutoNum type="arabicPeriod"/>
            </a:pPr>
            <a:r>
              <a:rPr lang="es-419" dirty="0"/>
              <a:t>Diseño del sistema de medición:</a:t>
            </a:r>
          </a:p>
          <a:p>
            <a:pPr marL="971550" lvl="1" indent="-514350">
              <a:buFont typeface="+mj-lt"/>
              <a:buAutoNum type="arabicPeriod"/>
            </a:pPr>
            <a:r>
              <a:rPr lang="es-419" dirty="0"/>
              <a:t>Banco de pruebas estática</a:t>
            </a:r>
          </a:p>
          <a:p>
            <a:pPr marL="971550" lvl="1" indent="-514350">
              <a:buFont typeface="+mj-lt"/>
              <a:buAutoNum type="arabicPeriod"/>
            </a:pPr>
            <a:r>
              <a:rPr lang="es-419" dirty="0"/>
              <a:t>Selección y calibración de sensores</a:t>
            </a:r>
          </a:p>
          <a:p>
            <a:pPr marL="971550" lvl="1" indent="-514350">
              <a:buFont typeface="+mj-lt"/>
              <a:buAutoNum type="arabicPeriod"/>
            </a:pPr>
            <a:r>
              <a:rPr lang="es-419" dirty="0"/>
              <a:t>Sistema de adquisición de datos (DAQ)</a:t>
            </a:r>
          </a:p>
          <a:p>
            <a:pPr marL="971550" lvl="1" indent="-514350">
              <a:buFont typeface="+mj-lt"/>
              <a:buAutoNum type="arabicPeriod"/>
            </a:pPr>
            <a:r>
              <a:rPr lang="es-419" dirty="0"/>
              <a:t>Protocolos de seguridad</a:t>
            </a:r>
          </a:p>
          <a:p>
            <a:pPr marL="514350" indent="-514350">
              <a:buFont typeface="+mj-lt"/>
              <a:buAutoNum type="arabicPeriod"/>
            </a:pPr>
            <a:r>
              <a:rPr lang="es-419" dirty="0"/>
              <a:t>Fabricación de sistema propulsivo</a:t>
            </a:r>
          </a:p>
          <a:p>
            <a:pPr marL="514350" indent="-514350">
              <a:buFont typeface="+mj-lt"/>
              <a:buAutoNum type="arabicPeriod"/>
            </a:pPr>
            <a:r>
              <a:rPr lang="es-419" dirty="0"/>
              <a:t>Instrumentación y medición</a:t>
            </a:r>
          </a:p>
        </p:txBody>
      </p:sp>
    </p:spTree>
    <p:extLst>
      <p:ext uri="{BB962C8B-B14F-4D97-AF65-F5344CB8AC3E}">
        <p14:creationId xmlns:p14="http://schemas.microsoft.com/office/powerpoint/2010/main" val="917027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BC309-78D1-8419-CFC6-50795D718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55AFD-42DC-B5B3-5D5A-83ED0CBFB5D0}"/>
              </a:ext>
            </a:extLst>
          </p:cNvPr>
          <p:cNvSpPr>
            <a:spLocks noGrp="1"/>
          </p:cNvSpPr>
          <p:nvPr>
            <p:ph type="title"/>
          </p:nvPr>
        </p:nvSpPr>
        <p:spPr/>
        <p:txBody>
          <a:bodyPr/>
          <a:lstStyle/>
          <a:p>
            <a:r>
              <a:rPr lang="es-419" dirty="0" err="1"/>
              <a:t>metodologia</a:t>
            </a:r>
            <a:endParaRPr lang="es-419" dirty="0"/>
          </a:p>
        </p:txBody>
      </p:sp>
      <p:sp>
        <p:nvSpPr>
          <p:cNvPr id="3" name="Content Placeholder 2">
            <a:extLst>
              <a:ext uri="{FF2B5EF4-FFF2-40B4-BE49-F238E27FC236}">
                <a16:creationId xmlns:a16="http://schemas.microsoft.com/office/drawing/2014/main" id="{DCF6FFD8-5EBA-F998-3588-F0C8A7D14336}"/>
              </a:ext>
            </a:extLst>
          </p:cNvPr>
          <p:cNvSpPr>
            <a:spLocks noGrp="1"/>
          </p:cNvSpPr>
          <p:nvPr>
            <p:ph idx="1"/>
          </p:nvPr>
        </p:nvSpPr>
        <p:spPr>
          <a:xfrm>
            <a:off x="838200" y="1825625"/>
            <a:ext cx="4775791" cy="4351338"/>
          </a:xfrm>
        </p:spPr>
        <p:txBody>
          <a:bodyPr>
            <a:normAutofit fontScale="85000" lnSpcReduction="20000"/>
          </a:bodyPr>
          <a:lstStyle/>
          <a:p>
            <a:pPr marL="514350" indent="-514350">
              <a:buFont typeface="+mj-lt"/>
              <a:buAutoNum type="arabicPeriod"/>
            </a:pPr>
            <a:r>
              <a:rPr lang="es-419" dirty="0"/>
              <a:t>Fortalezas</a:t>
            </a:r>
          </a:p>
          <a:p>
            <a:pPr marL="971550" lvl="1" indent="-514350">
              <a:buFont typeface="+mj-lt"/>
              <a:buAutoNum type="arabicPeriod"/>
            </a:pPr>
            <a:r>
              <a:rPr lang="es-419" dirty="0"/>
              <a:t>Validez experimental directa</a:t>
            </a:r>
          </a:p>
          <a:p>
            <a:pPr marL="971550" lvl="1" indent="-514350">
              <a:buFont typeface="+mj-lt"/>
              <a:buAutoNum type="arabicPeriod"/>
            </a:pPr>
            <a:r>
              <a:rPr lang="es-419" dirty="0"/>
              <a:t>Trazabilidad de sensores</a:t>
            </a:r>
          </a:p>
          <a:p>
            <a:pPr marL="971550" lvl="1" indent="-514350">
              <a:buFont typeface="+mj-lt"/>
              <a:buAutoNum type="arabicPeriod"/>
            </a:pPr>
            <a:r>
              <a:rPr lang="es-419" dirty="0"/>
              <a:t>Redundancia</a:t>
            </a:r>
          </a:p>
          <a:p>
            <a:pPr marL="971550" lvl="1" indent="-514350">
              <a:buFont typeface="+mj-lt"/>
              <a:buAutoNum type="arabicPeriod"/>
            </a:pPr>
            <a:r>
              <a:rPr lang="es-419" dirty="0"/>
              <a:t>Tiempo real</a:t>
            </a:r>
          </a:p>
          <a:p>
            <a:pPr marL="971550" lvl="1" indent="-514350">
              <a:buFont typeface="+mj-lt"/>
              <a:buAutoNum type="arabicPeriod"/>
            </a:pPr>
            <a:r>
              <a:rPr lang="es-419" dirty="0"/>
              <a:t>Repetibilidad</a:t>
            </a:r>
          </a:p>
          <a:p>
            <a:pPr marL="514350" indent="-514350">
              <a:buFont typeface="+mj-lt"/>
              <a:buAutoNum type="arabicPeriod"/>
            </a:pPr>
            <a:r>
              <a:rPr lang="es-419" dirty="0"/>
              <a:t>Debilidades y limitaciones</a:t>
            </a:r>
          </a:p>
          <a:p>
            <a:pPr marL="971550" lvl="1" indent="-514350">
              <a:buFont typeface="+mj-lt"/>
              <a:buAutoNum type="arabicPeriod"/>
            </a:pPr>
            <a:r>
              <a:rPr lang="es-419" dirty="0"/>
              <a:t>Escalabilidad limitada</a:t>
            </a:r>
          </a:p>
          <a:p>
            <a:pPr marL="971550" lvl="1" indent="-514350">
              <a:buFont typeface="+mj-lt"/>
              <a:buAutoNum type="arabicPeriod"/>
            </a:pPr>
            <a:r>
              <a:rPr lang="es-419" dirty="0"/>
              <a:t>Solo condiciones estáticas</a:t>
            </a:r>
          </a:p>
          <a:p>
            <a:pPr marL="971550" lvl="1" indent="-514350">
              <a:buFont typeface="+mj-lt"/>
              <a:buAutoNum type="arabicPeriod"/>
            </a:pPr>
            <a:r>
              <a:rPr lang="es-419" dirty="0" err="1"/>
              <a:t>Precision</a:t>
            </a:r>
            <a:r>
              <a:rPr lang="es-419" dirty="0"/>
              <a:t> de sensores</a:t>
            </a:r>
          </a:p>
          <a:p>
            <a:pPr marL="971550" lvl="1" indent="-514350">
              <a:buFont typeface="+mj-lt"/>
              <a:buAutoNum type="arabicPeriod"/>
            </a:pPr>
            <a:r>
              <a:rPr lang="es-419" dirty="0"/>
              <a:t>Frecuencia de muestreo</a:t>
            </a:r>
          </a:p>
          <a:p>
            <a:pPr marL="971550" lvl="1" indent="-514350">
              <a:buFont typeface="+mj-lt"/>
              <a:buAutoNum type="arabicPeriod"/>
            </a:pPr>
            <a:r>
              <a:rPr lang="es-419" dirty="0"/>
              <a:t>Seguridad</a:t>
            </a:r>
          </a:p>
          <a:p>
            <a:pPr marL="971550" lvl="1" indent="-514350">
              <a:buFont typeface="+mj-lt"/>
              <a:buAutoNum type="arabicPeriod"/>
            </a:pPr>
            <a:r>
              <a:rPr lang="es-419" dirty="0"/>
              <a:t>Costo</a:t>
            </a:r>
          </a:p>
          <a:p>
            <a:pPr marL="971550" lvl="1" indent="-514350">
              <a:buFont typeface="+mj-lt"/>
              <a:buAutoNum type="arabicPeriod"/>
            </a:pPr>
            <a:r>
              <a:rPr lang="es-419" dirty="0"/>
              <a:t>Disponibilidad </a:t>
            </a:r>
          </a:p>
          <a:p>
            <a:pPr marL="971550" lvl="1" indent="-514350">
              <a:buFont typeface="+mj-lt"/>
              <a:buAutoNum type="arabicPeriod"/>
            </a:pPr>
            <a:r>
              <a:rPr lang="es-419" dirty="0"/>
              <a:t>Variables ambientales</a:t>
            </a:r>
          </a:p>
        </p:txBody>
      </p:sp>
      <p:sp>
        <p:nvSpPr>
          <p:cNvPr id="4" name="Content Placeholder 2">
            <a:extLst>
              <a:ext uri="{FF2B5EF4-FFF2-40B4-BE49-F238E27FC236}">
                <a16:creationId xmlns:a16="http://schemas.microsoft.com/office/drawing/2014/main" id="{DB370EE9-5C06-039C-2633-02C364F7B36D}"/>
              </a:ext>
            </a:extLst>
          </p:cNvPr>
          <p:cNvSpPr txBox="1">
            <a:spLocks/>
          </p:cNvSpPr>
          <p:nvPr/>
        </p:nvSpPr>
        <p:spPr>
          <a:xfrm>
            <a:off x="5849679" y="1690688"/>
            <a:ext cx="477579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es-419" dirty="0"/>
              <a:t>Valor y disp. De datos</a:t>
            </a:r>
          </a:p>
          <a:p>
            <a:pPr marL="971550" lvl="1" indent="-514350">
              <a:buFont typeface="+mj-lt"/>
              <a:buAutoNum type="arabicPeriod"/>
            </a:pPr>
            <a:r>
              <a:rPr lang="es-419" dirty="0"/>
              <a:t>Base empírica para la validación de sistemas propulsivos</a:t>
            </a:r>
          </a:p>
          <a:p>
            <a:pPr marL="971550" lvl="1" indent="-514350">
              <a:buFont typeface="+mj-lt"/>
              <a:buAutoNum type="arabicPeriod"/>
            </a:pPr>
            <a:r>
              <a:rPr lang="es-419" dirty="0"/>
              <a:t>Optimización en el diseño de motores</a:t>
            </a:r>
          </a:p>
          <a:p>
            <a:pPr marL="971550" lvl="1" indent="-514350">
              <a:buFont typeface="+mj-lt"/>
              <a:buAutoNum type="arabicPeriod"/>
            </a:pPr>
            <a:r>
              <a:rPr lang="es-419" dirty="0"/>
              <a:t>Correlaciones y modelado para sistemas propulsivos</a:t>
            </a:r>
          </a:p>
        </p:txBody>
      </p:sp>
    </p:spTree>
    <p:extLst>
      <p:ext uri="{BB962C8B-B14F-4D97-AF65-F5344CB8AC3E}">
        <p14:creationId xmlns:p14="http://schemas.microsoft.com/office/powerpoint/2010/main" val="3205454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7E5AE-08D6-B96B-8301-045B2C6DFE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36BF4-4445-AE1F-8F74-9CFD0B4B62ED}"/>
              </a:ext>
            </a:extLst>
          </p:cNvPr>
          <p:cNvSpPr>
            <a:spLocks noGrp="1"/>
          </p:cNvSpPr>
          <p:nvPr>
            <p:ph type="title"/>
          </p:nvPr>
        </p:nvSpPr>
        <p:spPr/>
        <p:txBody>
          <a:bodyPr/>
          <a:lstStyle/>
          <a:p>
            <a:r>
              <a:rPr lang="es-419" dirty="0" err="1"/>
              <a:t>metodologia</a:t>
            </a:r>
            <a:endParaRPr lang="es-419" dirty="0"/>
          </a:p>
        </p:txBody>
      </p:sp>
      <p:sp>
        <p:nvSpPr>
          <p:cNvPr id="3" name="Content Placeholder 2">
            <a:extLst>
              <a:ext uri="{FF2B5EF4-FFF2-40B4-BE49-F238E27FC236}">
                <a16:creationId xmlns:a16="http://schemas.microsoft.com/office/drawing/2014/main" id="{1DC75133-9FF6-3CD8-279C-11F7EA1D0534}"/>
              </a:ext>
            </a:extLst>
          </p:cNvPr>
          <p:cNvSpPr>
            <a:spLocks noGrp="1"/>
          </p:cNvSpPr>
          <p:nvPr>
            <p:ph idx="1"/>
          </p:nvPr>
        </p:nvSpPr>
        <p:spPr/>
        <p:txBody>
          <a:bodyPr>
            <a:normAutofit lnSpcReduction="10000"/>
          </a:bodyPr>
          <a:lstStyle/>
          <a:p>
            <a:pPr marL="514350" indent="-514350">
              <a:buFont typeface="+mj-lt"/>
              <a:buAutoNum type="arabicPeriod"/>
            </a:pPr>
            <a:r>
              <a:rPr lang="es-419" dirty="0"/>
              <a:t>Instrumentos y software de medición</a:t>
            </a:r>
          </a:p>
          <a:p>
            <a:pPr marL="971550" lvl="1" indent="-514350">
              <a:buFont typeface="+mj-lt"/>
              <a:buAutoNum type="arabicPeriod"/>
            </a:pPr>
            <a:r>
              <a:rPr lang="es-419" dirty="0"/>
              <a:t>LabVIEW y Excel</a:t>
            </a:r>
          </a:p>
          <a:p>
            <a:pPr marL="971550" lvl="1" indent="-514350">
              <a:buFont typeface="+mj-lt"/>
              <a:buAutoNum type="arabicPeriod"/>
            </a:pPr>
            <a:r>
              <a:rPr lang="es-419" dirty="0"/>
              <a:t>Transductores de presión</a:t>
            </a:r>
          </a:p>
          <a:p>
            <a:pPr marL="971550" lvl="1" indent="-514350">
              <a:buFont typeface="+mj-lt"/>
              <a:buAutoNum type="arabicPeriod"/>
            </a:pPr>
            <a:r>
              <a:rPr lang="es-419" dirty="0"/>
              <a:t>Celda de carga</a:t>
            </a:r>
          </a:p>
          <a:p>
            <a:pPr marL="971550" lvl="1" indent="-514350">
              <a:buFont typeface="+mj-lt"/>
              <a:buAutoNum type="arabicPeriod"/>
            </a:pPr>
            <a:r>
              <a:rPr lang="es-419" dirty="0"/>
              <a:t>Termopares/pirómetros</a:t>
            </a:r>
          </a:p>
          <a:p>
            <a:pPr marL="971550" lvl="1" indent="-514350">
              <a:buFont typeface="+mj-lt"/>
              <a:buAutoNum type="arabicPeriod"/>
            </a:pPr>
            <a:r>
              <a:rPr lang="es-419" dirty="0"/>
              <a:t>Barómetro</a:t>
            </a:r>
          </a:p>
          <a:p>
            <a:pPr marL="971550" lvl="1" indent="-514350">
              <a:buFont typeface="+mj-lt"/>
              <a:buAutoNum type="arabicPeriod"/>
            </a:pPr>
            <a:r>
              <a:rPr lang="es-419" dirty="0"/>
              <a:t>Sistema DAQ </a:t>
            </a:r>
          </a:p>
          <a:p>
            <a:pPr marL="971550" lvl="1" indent="-514350">
              <a:buFont typeface="+mj-lt"/>
              <a:buAutoNum type="arabicPeriod"/>
            </a:pPr>
            <a:endParaRPr lang="es-419" dirty="0"/>
          </a:p>
          <a:p>
            <a:pPr marL="514350" indent="-514350">
              <a:buFont typeface="+mj-lt"/>
              <a:buAutoNum type="arabicPeriod"/>
            </a:pPr>
            <a:r>
              <a:rPr lang="es-419" dirty="0"/>
              <a:t>Protocolo de validación</a:t>
            </a:r>
          </a:p>
          <a:p>
            <a:pPr marL="971550" lvl="1" indent="-514350">
              <a:buFont typeface="+mj-lt"/>
              <a:buAutoNum type="arabicPeriod"/>
            </a:pPr>
            <a:r>
              <a:rPr lang="es-419" dirty="0"/>
              <a:t>Calibración previa &gt; Validación experimental &gt; Análisis coherente</a:t>
            </a:r>
          </a:p>
          <a:p>
            <a:pPr marL="514350" indent="-514350">
              <a:buFont typeface="+mj-lt"/>
              <a:buAutoNum type="arabicPeriod"/>
            </a:pPr>
            <a:r>
              <a:rPr lang="es-419" dirty="0"/>
              <a:t>Criterios de éxito</a:t>
            </a:r>
          </a:p>
          <a:p>
            <a:pPr marL="514350" indent="-514350">
              <a:buFont typeface="+mj-lt"/>
              <a:buAutoNum type="arabicPeriod"/>
            </a:pPr>
            <a:endParaRPr lang="es-419" dirty="0"/>
          </a:p>
        </p:txBody>
      </p:sp>
    </p:spTree>
    <p:extLst>
      <p:ext uri="{BB962C8B-B14F-4D97-AF65-F5344CB8AC3E}">
        <p14:creationId xmlns:p14="http://schemas.microsoft.com/office/powerpoint/2010/main" val="903961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207A-2695-A13B-9076-23B0150F28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CD7458-75C7-4F16-DC52-31D9B301C40D}"/>
              </a:ext>
            </a:extLst>
          </p:cNvPr>
          <p:cNvSpPr>
            <a:spLocks noGrp="1"/>
          </p:cNvSpPr>
          <p:nvPr>
            <p:ph type="title"/>
          </p:nvPr>
        </p:nvSpPr>
        <p:spPr/>
        <p:txBody>
          <a:bodyPr/>
          <a:lstStyle/>
          <a:p>
            <a:r>
              <a:rPr lang="es-419" dirty="0"/>
              <a:t>Resultados – Sistema propulsivo</a:t>
            </a:r>
          </a:p>
        </p:txBody>
      </p:sp>
      <p:graphicFrame>
        <p:nvGraphicFramePr>
          <p:cNvPr id="4" name="Content Placeholder 3">
            <a:extLst>
              <a:ext uri="{FF2B5EF4-FFF2-40B4-BE49-F238E27FC236}">
                <a16:creationId xmlns:a16="http://schemas.microsoft.com/office/drawing/2014/main" id="{84A73CFC-F3D9-E942-2DC3-ED4B69DAB33B}"/>
              </a:ext>
            </a:extLst>
          </p:cNvPr>
          <p:cNvGraphicFramePr>
            <a:graphicFrameLocks noGrp="1"/>
          </p:cNvGraphicFramePr>
          <p:nvPr>
            <p:ph idx="1"/>
            <p:extLst>
              <p:ext uri="{D42A27DB-BD31-4B8C-83A1-F6EECF244321}">
                <p14:modId xmlns:p14="http://schemas.microsoft.com/office/powerpoint/2010/main" val="2268720002"/>
              </p:ext>
            </p:extLst>
          </p:nvPr>
        </p:nvGraphicFramePr>
        <p:xfrm>
          <a:off x="838200" y="1921317"/>
          <a:ext cx="6858000" cy="4114800"/>
        </p:xfrm>
        <a:graphic>
          <a:graphicData uri="http://schemas.openxmlformats.org/drawingml/2006/table">
            <a:tbl>
              <a:tblPr firstRow="1" bandRow="1">
                <a:tableStyleId>{9D7B26C5-4107-4FEC-AEDC-1716B250A1EF}</a:tableStyleId>
              </a:tblPr>
              <a:tblGrid>
                <a:gridCol w="2371060">
                  <a:extLst>
                    <a:ext uri="{9D8B030D-6E8A-4147-A177-3AD203B41FA5}">
                      <a16:colId xmlns:a16="http://schemas.microsoft.com/office/drawing/2014/main" val="837159627"/>
                    </a:ext>
                  </a:extLst>
                </a:gridCol>
                <a:gridCol w="3174732">
                  <a:extLst>
                    <a:ext uri="{9D8B030D-6E8A-4147-A177-3AD203B41FA5}">
                      <a16:colId xmlns:a16="http://schemas.microsoft.com/office/drawing/2014/main" val="3010335750"/>
                    </a:ext>
                  </a:extLst>
                </a:gridCol>
                <a:gridCol w="1312208">
                  <a:extLst>
                    <a:ext uri="{9D8B030D-6E8A-4147-A177-3AD203B41FA5}">
                      <a16:colId xmlns:a16="http://schemas.microsoft.com/office/drawing/2014/main" val="1953839567"/>
                    </a:ext>
                  </a:extLst>
                </a:gridCol>
              </a:tblGrid>
              <a:tr h="640080">
                <a:tc>
                  <a:txBody>
                    <a:bodyPr/>
                    <a:lstStyle/>
                    <a:p>
                      <a:pPr algn="ctr"/>
                      <a:r>
                        <a:rPr lang="es-419" dirty="0"/>
                        <a:t>Parámetro</a:t>
                      </a:r>
                    </a:p>
                  </a:txBody>
                  <a:tcPr anchor="ctr"/>
                </a:tc>
                <a:tc>
                  <a:txBody>
                    <a:bodyPr/>
                    <a:lstStyle/>
                    <a:p>
                      <a:pPr algn="ctr"/>
                      <a:r>
                        <a:rPr lang="es-419" dirty="0"/>
                        <a:t>Importancia</a:t>
                      </a:r>
                    </a:p>
                  </a:txBody>
                  <a:tcPr anchor="ctr"/>
                </a:tc>
                <a:tc>
                  <a:txBody>
                    <a:bodyPr/>
                    <a:lstStyle/>
                    <a:p>
                      <a:pPr algn="ctr"/>
                      <a:r>
                        <a:rPr lang="es-419" dirty="0"/>
                        <a:t>Valor</a:t>
                      </a:r>
                    </a:p>
                  </a:txBody>
                  <a:tcPr anchor="ctr"/>
                </a:tc>
                <a:extLst>
                  <a:ext uri="{0D108BD9-81ED-4DB2-BD59-A6C34878D82A}">
                    <a16:rowId xmlns:a16="http://schemas.microsoft.com/office/drawing/2014/main" val="327459817"/>
                  </a:ext>
                </a:extLst>
              </a:tr>
              <a:tr h="640080">
                <a:tc>
                  <a:txBody>
                    <a:bodyPr/>
                    <a:lstStyle/>
                    <a:p>
                      <a:pPr algn="ctr"/>
                      <a:r>
                        <a:rPr lang="es-419" dirty="0"/>
                        <a:t>Presión de cámara de combustión</a:t>
                      </a:r>
                    </a:p>
                  </a:txBody>
                  <a:tcPr anchor="ctr"/>
                </a:tc>
                <a:tc>
                  <a:txBody>
                    <a:bodyPr/>
                    <a:lstStyle/>
                    <a:p>
                      <a:pPr algn="ctr"/>
                      <a:r>
                        <a:rPr lang="es-419" dirty="0"/>
                        <a:t>Correlación con empuje</a:t>
                      </a:r>
                    </a:p>
                  </a:txBody>
                  <a:tcPr anchor="ctr"/>
                </a:tc>
                <a:tc>
                  <a:txBody>
                    <a:bodyPr/>
                    <a:lstStyle/>
                    <a:p>
                      <a:pPr algn="ctr"/>
                      <a:r>
                        <a:rPr lang="es-419" dirty="0"/>
                        <a:t>7.7 </a:t>
                      </a:r>
                      <a:r>
                        <a:rPr lang="es-419" dirty="0" err="1"/>
                        <a:t>Mpa</a:t>
                      </a:r>
                      <a:endParaRPr lang="es-419" dirty="0"/>
                    </a:p>
                  </a:txBody>
                  <a:tcPr anchor="ctr"/>
                </a:tc>
                <a:extLst>
                  <a:ext uri="{0D108BD9-81ED-4DB2-BD59-A6C34878D82A}">
                    <a16:rowId xmlns:a16="http://schemas.microsoft.com/office/drawing/2014/main" val="3185297035"/>
                  </a:ext>
                </a:extLst>
              </a:tr>
              <a:tr h="640080">
                <a:tc>
                  <a:txBody>
                    <a:bodyPr/>
                    <a:lstStyle/>
                    <a:p>
                      <a:pPr algn="ctr"/>
                      <a:r>
                        <a:rPr lang="es-419" dirty="0"/>
                        <a:t>Empuje</a:t>
                      </a:r>
                    </a:p>
                  </a:txBody>
                  <a:tcPr anchor="ctr"/>
                </a:tc>
                <a:tc>
                  <a:txBody>
                    <a:bodyPr/>
                    <a:lstStyle/>
                    <a:p>
                      <a:pPr algn="ctr"/>
                      <a:r>
                        <a:rPr lang="es-419" dirty="0"/>
                        <a:t>Performance del motor ligado al impulso </a:t>
                      </a:r>
                    </a:p>
                  </a:txBody>
                  <a:tcPr anchor="ctr"/>
                </a:tc>
                <a:tc>
                  <a:txBody>
                    <a:bodyPr/>
                    <a:lstStyle/>
                    <a:p>
                      <a:pPr algn="ctr"/>
                      <a:r>
                        <a:rPr lang="es-419" dirty="0"/>
                        <a:t>1200 N</a:t>
                      </a:r>
                    </a:p>
                  </a:txBody>
                  <a:tcPr anchor="ctr"/>
                </a:tc>
                <a:extLst>
                  <a:ext uri="{0D108BD9-81ED-4DB2-BD59-A6C34878D82A}">
                    <a16:rowId xmlns:a16="http://schemas.microsoft.com/office/drawing/2014/main" val="2988493203"/>
                  </a:ext>
                </a:extLst>
              </a:tr>
              <a:tr h="640080">
                <a:tc>
                  <a:txBody>
                    <a:bodyPr/>
                    <a:lstStyle/>
                    <a:p>
                      <a:pPr algn="ctr"/>
                      <a:r>
                        <a:rPr lang="es-419" dirty="0"/>
                        <a:t>Temperatura de combustión</a:t>
                      </a:r>
                    </a:p>
                  </a:txBody>
                  <a:tcPr anchor="ctr"/>
                </a:tc>
                <a:tc>
                  <a:txBody>
                    <a:bodyPr/>
                    <a:lstStyle/>
                    <a:p>
                      <a:pPr algn="ctr"/>
                      <a:r>
                        <a:rPr lang="es-419" dirty="0"/>
                        <a:t>Eficiencia de combustión</a:t>
                      </a:r>
                    </a:p>
                  </a:txBody>
                  <a:tcPr anchor="ctr"/>
                </a:tc>
                <a:tc>
                  <a:txBody>
                    <a:bodyPr/>
                    <a:lstStyle/>
                    <a:p>
                      <a:pPr algn="ctr"/>
                      <a:r>
                        <a:rPr lang="es-419" dirty="0"/>
                        <a:t>1582 K</a:t>
                      </a:r>
                    </a:p>
                  </a:txBody>
                  <a:tcPr anchor="ctr"/>
                </a:tc>
                <a:extLst>
                  <a:ext uri="{0D108BD9-81ED-4DB2-BD59-A6C34878D82A}">
                    <a16:rowId xmlns:a16="http://schemas.microsoft.com/office/drawing/2014/main" val="2561973613"/>
                  </a:ext>
                </a:extLst>
              </a:tr>
              <a:tr h="640080">
                <a:tc>
                  <a:txBody>
                    <a:bodyPr/>
                    <a:lstStyle/>
                    <a:p>
                      <a:pPr algn="ctr"/>
                      <a:r>
                        <a:rPr lang="es-419" dirty="0"/>
                        <a:t>Tiempo de combustión</a:t>
                      </a:r>
                    </a:p>
                  </a:txBody>
                  <a:tcPr anchor="ctr"/>
                </a:tc>
                <a:tc>
                  <a:txBody>
                    <a:bodyPr/>
                    <a:lstStyle/>
                    <a:p>
                      <a:pPr algn="ctr"/>
                      <a:r>
                        <a:rPr lang="es-419" dirty="0" err="1"/>
                        <a:t>Rate</a:t>
                      </a:r>
                      <a:r>
                        <a:rPr lang="es-419" dirty="0"/>
                        <a:t> para transferencia de calor, tiempo de captura de datos</a:t>
                      </a:r>
                      <a:endParaRPr lang="es-419" i="1" dirty="0"/>
                    </a:p>
                  </a:txBody>
                  <a:tcPr anchor="ctr"/>
                </a:tc>
                <a:tc>
                  <a:txBody>
                    <a:bodyPr/>
                    <a:lstStyle/>
                    <a:p>
                      <a:pPr algn="ctr"/>
                      <a:r>
                        <a:rPr lang="es-419" dirty="0"/>
                        <a:t>1 segundo</a:t>
                      </a:r>
                    </a:p>
                  </a:txBody>
                  <a:tcPr anchor="ctr"/>
                </a:tc>
                <a:extLst>
                  <a:ext uri="{0D108BD9-81ED-4DB2-BD59-A6C34878D82A}">
                    <a16:rowId xmlns:a16="http://schemas.microsoft.com/office/drawing/2014/main" val="2494032119"/>
                  </a:ext>
                </a:extLst>
              </a:tr>
              <a:tr h="640080">
                <a:tc>
                  <a:txBody>
                    <a:bodyPr/>
                    <a:lstStyle/>
                    <a:p>
                      <a:pPr algn="ctr"/>
                      <a:r>
                        <a:rPr lang="es-419" dirty="0"/>
                        <a:t>Condiciones ambientales</a:t>
                      </a:r>
                    </a:p>
                  </a:txBody>
                  <a:tcPr anchor="ctr"/>
                </a:tc>
                <a:tc>
                  <a:txBody>
                    <a:bodyPr/>
                    <a:lstStyle/>
                    <a:p>
                      <a:pPr algn="ctr"/>
                      <a:r>
                        <a:rPr lang="es-419" dirty="0"/>
                        <a:t>Corrección de datos debido a calibración de sensores</a:t>
                      </a:r>
                      <a:endParaRPr lang="es-419" i="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dirty="0"/>
                        <a:t>25-35 °C</a:t>
                      </a:r>
                      <a:endParaRPr lang="es-419" i="0" dirty="0"/>
                    </a:p>
                  </a:txBody>
                  <a:tcPr anchor="ctr"/>
                </a:tc>
                <a:extLst>
                  <a:ext uri="{0D108BD9-81ED-4DB2-BD59-A6C34878D82A}">
                    <a16:rowId xmlns:a16="http://schemas.microsoft.com/office/drawing/2014/main" val="778126609"/>
                  </a:ext>
                </a:extLst>
              </a:tr>
            </a:tbl>
          </a:graphicData>
        </a:graphic>
      </p:graphicFrame>
      <p:pic>
        <p:nvPicPr>
          <p:cNvPr id="5" name="Picture 4">
            <a:extLst>
              <a:ext uri="{FF2B5EF4-FFF2-40B4-BE49-F238E27FC236}">
                <a16:creationId xmlns:a16="http://schemas.microsoft.com/office/drawing/2014/main" id="{6075610E-3E54-0A20-8735-12D58928B3E7}"/>
              </a:ext>
            </a:extLst>
          </p:cNvPr>
          <p:cNvPicPr>
            <a:picLocks noChangeAspect="1"/>
          </p:cNvPicPr>
          <p:nvPr/>
        </p:nvPicPr>
        <p:blipFill>
          <a:blip r:embed="rId2">
            <a:alphaModFix/>
          </a:blip>
          <a:srcRect l="12558" t="11716" r="15412" b="9642"/>
          <a:stretch>
            <a:fillRect/>
          </a:stretch>
        </p:blipFill>
        <p:spPr>
          <a:xfrm>
            <a:off x="8076426" y="1921317"/>
            <a:ext cx="3513063" cy="2150953"/>
          </a:xfrm>
          <a:prstGeom prst="rect">
            <a:avLst/>
          </a:prstGeom>
        </p:spPr>
      </p:pic>
      <p:sp>
        <p:nvSpPr>
          <p:cNvPr id="6" name="TextBox 5">
            <a:extLst>
              <a:ext uri="{FF2B5EF4-FFF2-40B4-BE49-F238E27FC236}">
                <a16:creationId xmlns:a16="http://schemas.microsoft.com/office/drawing/2014/main" id="{FE5C3EB1-77A9-DFC8-8E66-095ECAD6E1CB}"/>
              </a:ext>
            </a:extLst>
          </p:cNvPr>
          <p:cNvSpPr txBox="1"/>
          <p:nvPr/>
        </p:nvSpPr>
        <p:spPr>
          <a:xfrm>
            <a:off x="8076426" y="4199859"/>
            <a:ext cx="3513063" cy="646331"/>
          </a:xfrm>
          <a:prstGeom prst="rect">
            <a:avLst/>
          </a:prstGeom>
          <a:noFill/>
        </p:spPr>
        <p:txBody>
          <a:bodyPr wrap="square" rtlCol="0">
            <a:spAutoFit/>
          </a:bodyPr>
          <a:lstStyle/>
          <a:p>
            <a:pPr algn="ctr"/>
            <a:r>
              <a:rPr lang="es-419" dirty="0"/>
              <a:t>Fig. # Sistema propulsivo </a:t>
            </a:r>
            <a:r>
              <a:rPr lang="es-419" dirty="0" err="1"/>
              <a:t>Chorrilo</a:t>
            </a:r>
            <a:r>
              <a:rPr lang="es-419" dirty="0"/>
              <a:t> V1 sometido a pruebas.</a:t>
            </a:r>
          </a:p>
        </p:txBody>
      </p:sp>
    </p:spTree>
    <p:extLst>
      <p:ext uri="{BB962C8B-B14F-4D97-AF65-F5344CB8AC3E}">
        <p14:creationId xmlns:p14="http://schemas.microsoft.com/office/powerpoint/2010/main" val="2075967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16446-EDBC-A2B5-70E1-6C34952F5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153D4-7F68-DF84-81B9-E7E29130733E}"/>
              </a:ext>
            </a:extLst>
          </p:cNvPr>
          <p:cNvSpPr>
            <a:spLocks noGrp="1"/>
          </p:cNvSpPr>
          <p:nvPr>
            <p:ph type="title"/>
          </p:nvPr>
        </p:nvSpPr>
        <p:spPr/>
        <p:txBody>
          <a:bodyPr/>
          <a:lstStyle/>
          <a:p>
            <a:r>
              <a:rPr lang="es-419" dirty="0"/>
              <a:t>Resultados – Criterios de muestreo </a:t>
            </a:r>
          </a:p>
        </p:txBody>
      </p:sp>
      <p:sp>
        <p:nvSpPr>
          <p:cNvPr id="3" name="Content Placeholder 2">
            <a:extLst>
              <a:ext uri="{FF2B5EF4-FFF2-40B4-BE49-F238E27FC236}">
                <a16:creationId xmlns:a16="http://schemas.microsoft.com/office/drawing/2014/main" id="{F8092073-163E-19C2-6916-CDA81913C0DB}"/>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9157571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4CF8-EA28-FD96-C659-0A08A1D765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2C677C-6407-5C96-8ABA-14AAF01A42A7}"/>
              </a:ext>
            </a:extLst>
          </p:cNvPr>
          <p:cNvSpPr>
            <a:spLocks noGrp="1"/>
          </p:cNvSpPr>
          <p:nvPr>
            <p:ph type="title"/>
          </p:nvPr>
        </p:nvSpPr>
        <p:spPr/>
        <p:txBody>
          <a:bodyPr/>
          <a:lstStyle/>
          <a:p>
            <a:r>
              <a:rPr lang="es-419" dirty="0"/>
              <a:t>Resultados – Selección de instrumentación y ubicación</a:t>
            </a:r>
          </a:p>
        </p:txBody>
      </p:sp>
      <p:sp>
        <p:nvSpPr>
          <p:cNvPr id="3" name="Content Placeholder 2">
            <a:extLst>
              <a:ext uri="{FF2B5EF4-FFF2-40B4-BE49-F238E27FC236}">
                <a16:creationId xmlns:a16="http://schemas.microsoft.com/office/drawing/2014/main" id="{3810658B-D884-F338-1155-6276F3E83FEE}"/>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35177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715E-D98F-AD91-1E44-3A85EDC8A4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5AD0F5-D257-DF49-4B5E-E3BD65D5CCB1}"/>
              </a:ext>
            </a:extLst>
          </p:cNvPr>
          <p:cNvSpPr>
            <a:spLocks noGrp="1"/>
          </p:cNvSpPr>
          <p:nvPr>
            <p:ph type="title"/>
          </p:nvPr>
        </p:nvSpPr>
        <p:spPr/>
        <p:txBody>
          <a:bodyPr/>
          <a:lstStyle/>
          <a:p>
            <a:r>
              <a:rPr lang="es-419" dirty="0"/>
              <a:t>Resultados – fuentes de error y mitigación</a:t>
            </a:r>
          </a:p>
        </p:txBody>
      </p:sp>
      <p:sp>
        <p:nvSpPr>
          <p:cNvPr id="3" name="Content Placeholder 2">
            <a:extLst>
              <a:ext uri="{FF2B5EF4-FFF2-40B4-BE49-F238E27FC236}">
                <a16:creationId xmlns:a16="http://schemas.microsoft.com/office/drawing/2014/main" id="{0E7DCECB-4586-CCF3-1028-D638B56AC2FB}"/>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86522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5FD6C-4646-8AD2-0942-1025AB5814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4FFB24-F645-2B2B-172A-8D102957F688}"/>
              </a:ext>
            </a:extLst>
          </p:cNvPr>
          <p:cNvSpPr>
            <a:spLocks noGrp="1"/>
          </p:cNvSpPr>
          <p:nvPr>
            <p:ph type="title"/>
          </p:nvPr>
        </p:nvSpPr>
        <p:spPr/>
        <p:txBody>
          <a:bodyPr/>
          <a:lstStyle/>
          <a:p>
            <a:r>
              <a:rPr lang="es-419" dirty="0"/>
              <a:t>Resultados – Validación de datos </a:t>
            </a:r>
          </a:p>
        </p:txBody>
      </p:sp>
      <p:sp>
        <p:nvSpPr>
          <p:cNvPr id="3" name="Content Placeholder 2">
            <a:extLst>
              <a:ext uri="{FF2B5EF4-FFF2-40B4-BE49-F238E27FC236}">
                <a16:creationId xmlns:a16="http://schemas.microsoft.com/office/drawing/2014/main" id="{5792D490-91B2-46F5-C556-017445AF48EC}"/>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421414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B6383-CEFC-081F-84A9-1AFB3A6663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79A52-08C0-D544-64CE-2109F946A733}"/>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6C5A51FC-C472-45E1-5F14-BE97258E59E6}"/>
              </a:ext>
            </a:extLst>
          </p:cNvPr>
          <p:cNvSpPr>
            <a:spLocks noGrp="1"/>
          </p:cNvSpPr>
          <p:nvPr>
            <p:ph idx="1"/>
          </p:nvPr>
        </p:nvSpPr>
        <p:spPr/>
        <p:txBody>
          <a:bodyPr>
            <a:normAutofit/>
          </a:bodyPr>
          <a:lstStyle/>
          <a:p>
            <a:pPr marL="514350" indent="-514350">
              <a:buFont typeface="+mj-lt"/>
              <a:buAutoNum type="arabicPeriod"/>
            </a:pPr>
            <a:r>
              <a:rPr lang="es-419" dirty="0" err="1"/>
              <a:t>Dwdwdw</a:t>
            </a:r>
            <a:r>
              <a:rPr lang="es-419" dirty="0"/>
              <a:t>	</a:t>
            </a:r>
          </a:p>
        </p:txBody>
      </p:sp>
    </p:spTree>
    <p:extLst>
      <p:ext uri="{BB962C8B-B14F-4D97-AF65-F5344CB8AC3E}">
        <p14:creationId xmlns:p14="http://schemas.microsoft.com/office/powerpoint/2010/main" val="1470663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FAE6-DE1A-D4EA-4D47-2E4BDC421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3A77F-7F57-CBAF-32AA-7E12D5545B27}"/>
              </a:ext>
            </a:extLst>
          </p:cNvPr>
          <p:cNvSpPr>
            <a:spLocks noGrp="1"/>
          </p:cNvSpPr>
          <p:nvPr>
            <p:ph type="title"/>
          </p:nvPr>
        </p:nvSpPr>
        <p:spPr/>
        <p:txBody>
          <a:bodyPr/>
          <a:lstStyle/>
          <a:p>
            <a:r>
              <a:rPr lang="es-419" dirty="0"/>
              <a:t>Conclusiones y recomendaciones</a:t>
            </a:r>
          </a:p>
        </p:txBody>
      </p:sp>
      <p:sp>
        <p:nvSpPr>
          <p:cNvPr id="3" name="Content Placeholder 2">
            <a:extLst>
              <a:ext uri="{FF2B5EF4-FFF2-40B4-BE49-F238E27FC236}">
                <a16:creationId xmlns:a16="http://schemas.microsoft.com/office/drawing/2014/main" id="{B575A09E-2A65-A49B-8B5D-47AB5B002F72}"/>
              </a:ext>
            </a:extLst>
          </p:cNvPr>
          <p:cNvSpPr>
            <a:spLocks noGrp="1"/>
          </p:cNvSpPr>
          <p:nvPr>
            <p:ph idx="1"/>
          </p:nvPr>
        </p:nvSpPr>
        <p:spPr/>
        <p:txBody>
          <a:bodyPr>
            <a:normAutofit/>
          </a:bodyPr>
          <a:lstStyle/>
          <a:p>
            <a:pPr marL="514350" indent="-514350">
              <a:buFont typeface="+mj-lt"/>
              <a:buAutoNum type="arabicPeriod"/>
            </a:pPr>
            <a:endParaRPr lang="es-419" dirty="0"/>
          </a:p>
        </p:txBody>
      </p:sp>
    </p:spTree>
    <p:extLst>
      <p:ext uri="{BB962C8B-B14F-4D97-AF65-F5344CB8AC3E}">
        <p14:creationId xmlns:p14="http://schemas.microsoft.com/office/powerpoint/2010/main" val="11023973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0F0C23-FE50-8839-B107-C21CD5459C01}"/>
              </a:ext>
            </a:extLst>
          </p:cNvPr>
          <p:cNvSpPr>
            <a:spLocks noGrp="1"/>
          </p:cNvSpPr>
          <p:nvPr>
            <p:ph type="title"/>
          </p:nvPr>
        </p:nvSpPr>
        <p:spPr>
          <a:xfrm>
            <a:off x="838200" y="365125"/>
            <a:ext cx="10515600" cy="708301"/>
          </a:xfrm>
        </p:spPr>
        <p:txBody>
          <a:bodyPr>
            <a:noAutofit/>
          </a:bodyPr>
          <a:lstStyle/>
          <a:p>
            <a:r>
              <a:rPr lang="es-MX" sz="3400" i="1" dirty="0">
                <a:latin typeface="Times New Roman" panose="02020603050405020304" pitchFamily="18" charset="0"/>
                <a:cs typeface="Times New Roman" panose="02020603050405020304" pitchFamily="18" charset="0"/>
              </a:rPr>
              <a:t>Meeting US</a:t>
            </a:r>
          </a:p>
        </p:txBody>
      </p:sp>
      <p:sp>
        <p:nvSpPr>
          <p:cNvPr id="3" name="Marcador de contenido 2">
            <a:extLst>
              <a:ext uri="{FF2B5EF4-FFF2-40B4-BE49-F238E27FC236}">
                <a16:creationId xmlns:a16="http://schemas.microsoft.com/office/drawing/2014/main"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18476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val="4231280534"/>
                        </a:ext>
                      </a:extLst>
                    </a:gridCol>
                    <a:gridCol w="1170305">
                      <a:extLst>
                        <a:ext uri="{9D8B030D-6E8A-4147-A177-3AD203B41FA5}">
                          <a16:colId xmlns:a16="http://schemas.microsoft.com/office/drawing/2014/main" val="1923169229"/>
                        </a:ext>
                      </a:extLst>
                    </a:gridCol>
                    <a:gridCol w="2041144">
                      <a:extLst>
                        <a:ext uri="{9D8B030D-6E8A-4147-A177-3AD203B41FA5}">
                          <a16:colId xmlns:a16="http://schemas.microsoft.com/office/drawing/2014/main" val="3299784387"/>
                        </a:ext>
                      </a:extLst>
                    </a:gridCol>
                    <a:gridCol w="1843237">
                      <a:extLst>
                        <a:ext uri="{9D8B030D-6E8A-4147-A177-3AD203B41FA5}">
                          <a16:colId xmlns:a16="http://schemas.microsoft.com/office/drawing/2014/main"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id="{DE950F92-179A-6A18-9630-BAB1FD13673F}"/>
              </a:ext>
            </a:extLst>
          </p:cNvPr>
          <p:cNvSpPr>
            <a:spLocks noGrp="1"/>
          </p:cNvSpPr>
          <p:nvPr>
            <p:ph sz="half" idx="1"/>
          </p:nvPr>
        </p:nvSpPr>
        <p:spPr/>
        <p:txBody>
          <a:bodyPr>
            <a:normAutofit fontScale="85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id="{A5CEACF8-E932-108E-7ABE-547DAAA851ED}"/>
              </a:ext>
            </a:extLst>
          </p:cNvPr>
          <p:cNvSpPr>
            <a:spLocks noGrp="1"/>
          </p:cNvSpPr>
          <p:nvPr>
            <p:ph sz="half" idx="2"/>
          </p:nvPr>
        </p:nvSpPr>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id="{A5CEACF8-E932-108E-7ABE-547DAAA851ED}"/>
              </a:ext>
            </a:extLst>
          </p:cNvPr>
          <p:cNvSpPr>
            <a:spLocks noGrp="1"/>
          </p:cNvSpPr>
          <p:nvPr>
            <p:ph sz="half" idx="2"/>
          </p:nvPr>
        </p:nvSpPr>
        <p:spPr>
          <a:xfrm>
            <a:off x="838200" y="1690688"/>
            <a:ext cx="5181600" cy="4351338"/>
          </a:xfrm>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2173</TotalTime>
  <Words>3591</Words>
  <Application>Microsoft Office PowerPoint</Application>
  <PresentationFormat>Widescreen</PresentationFormat>
  <Paragraphs>481</Paragraphs>
  <Slides>46</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Aptos</vt:lpstr>
      <vt:lpstr>Aptos Display</vt:lpstr>
      <vt:lpstr>Arial</vt:lpstr>
      <vt:lpstr>Cambria Math</vt:lpstr>
      <vt:lpstr>Lucida Console</vt:lpstr>
      <vt:lpstr>Times New Roman</vt:lpstr>
      <vt:lpstr>Tema de Office</vt:lpstr>
      <vt:lpstr>PIAE II. Presentación Técnica  Instrumentación y análisis experimental de parámetros termodinámicos de un sistema propulsivo tipo cohete</vt:lpstr>
      <vt:lpstr>Agenda</vt:lpstr>
      <vt:lpstr>Problematica</vt:lpstr>
      <vt:lpstr>Problemática – alcance y limitaciones</vt:lpstr>
      <vt:lpstr>Contexto y objetivo</vt:lpstr>
      <vt:lpstr>Marco teorico</vt:lpstr>
      <vt:lpstr>metodologia</vt:lpstr>
      <vt:lpstr>metodologia</vt:lpstr>
      <vt:lpstr>metodologia</vt:lpstr>
      <vt:lpstr>Resultados – Sistema propulsivo</vt:lpstr>
      <vt:lpstr>Resultados – Criterios de muestreo </vt:lpstr>
      <vt:lpstr>Resultados – Selección de instrumentación y ubicación</vt:lpstr>
      <vt:lpstr>Resultados – fuentes de error y mitigación</vt:lpstr>
      <vt:lpstr>Resultados – Validación de datos </vt:lpstr>
      <vt:lpstr>Conclusiones y recomendaciones</vt:lpstr>
      <vt:lpstr>Conclusiones y recomendaciones</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47</cp:revision>
  <dcterms:created xsi:type="dcterms:W3CDTF">2025-05-21T21:17:18Z</dcterms:created>
  <dcterms:modified xsi:type="dcterms:W3CDTF">2025-10-28T12:47:56Z</dcterms:modified>
</cp:coreProperties>
</file>