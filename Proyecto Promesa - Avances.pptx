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87" r:id="rId5"/>
    <p:sldId id="289" r:id="rId6"/>
    <p:sldId id="290" r:id="rId7"/>
    <p:sldId id="291" r:id="rId8"/>
    <p:sldId id="269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4" autoAdjust="0"/>
    <p:restoredTop sz="80144" autoAdjust="0"/>
  </p:normalViewPr>
  <p:slideViewPr>
    <p:cSldViewPr snapToGrid="0">
      <p:cViewPr varScale="1">
        <p:scale>
          <a:sx n="88" d="100"/>
          <a:sy n="88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8799A7-2D7C-445D-AC95-D35D2BA5F93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4E6241-28BB-4088-B5E1-66E19B7F7AFA}">
      <dgm:prSet phldrT="[Text]"/>
      <dgm:spPr>
        <a:solidFill>
          <a:srgbClr val="FFC000"/>
        </a:solidFill>
      </dgm:spPr>
      <dgm:t>
        <a:bodyPr/>
        <a:lstStyle/>
        <a:p>
          <a:r>
            <a:rPr lang="es-419" dirty="0">
              <a:solidFill>
                <a:schemeClr val="tx1"/>
              </a:solidFill>
            </a:rPr>
            <a:t>CU – Cemento inerte (min 3 kg)</a:t>
          </a:r>
          <a:endParaRPr lang="en-US" dirty="0">
            <a:solidFill>
              <a:schemeClr val="tx1"/>
            </a:solidFill>
          </a:endParaRPr>
        </a:p>
      </dgm:t>
    </dgm:pt>
    <dgm:pt modelId="{D090D553-5AAA-4DC5-9B98-696F8F590C58}" type="parTrans" cxnId="{41483419-48EC-42FF-AB1B-E7C51A296A3C}">
      <dgm:prSet/>
      <dgm:spPr/>
      <dgm:t>
        <a:bodyPr/>
        <a:lstStyle/>
        <a:p>
          <a:endParaRPr lang="en-US"/>
        </a:p>
      </dgm:t>
    </dgm:pt>
    <dgm:pt modelId="{865FB889-7C2A-43D1-BDA5-22EF76A709EF}" type="sibTrans" cxnId="{41483419-48EC-42FF-AB1B-E7C51A296A3C}">
      <dgm:prSet/>
      <dgm:spPr/>
      <dgm:t>
        <a:bodyPr/>
        <a:lstStyle/>
        <a:p>
          <a:endParaRPr lang="en-US"/>
        </a:p>
      </dgm:t>
    </dgm:pt>
    <dgm:pt modelId="{FDD168F5-7F7E-41DC-8DDC-4C52CFF094BC}">
      <dgm:prSet phldrT="[Text]"/>
      <dgm:spPr/>
      <dgm:t>
        <a:bodyPr/>
        <a:lstStyle/>
        <a:p>
          <a:r>
            <a:rPr lang="es-419" dirty="0"/>
            <a:t>IMU (MPU6050)</a:t>
          </a:r>
          <a:endParaRPr lang="en-US" dirty="0"/>
        </a:p>
      </dgm:t>
    </dgm:pt>
    <dgm:pt modelId="{403AC2A1-48D8-4C77-8FE9-B30D729AB268}" type="parTrans" cxnId="{115A791E-843D-405F-A51E-5F66D5A88261}">
      <dgm:prSet/>
      <dgm:spPr/>
      <dgm:t>
        <a:bodyPr/>
        <a:lstStyle/>
        <a:p>
          <a:endParaRPr lang="en-US"/>
        </a:p>
      </dgm:t>
    </dgm:pt>
    <dgm:pt modelId="{404B09F0-1656-4FAE-9FA7-54E8B8439CD1}" type="sibTrans" cxnId="{115A791E-843D-405F-A51E-5F66D5A88261}">
      <dgm:prSet/>
      <dgm:spPr/>
      <dgm:t>
        <a:bodyPr/>
        <a:lstStyle/>
        <a:p>
          <a:endParaRPr lang="en-US"/>
        </a:p>
      </dgm:t>
    </dgm:pt>
    <dgm:pt modelId="{61CEF048-13EA-4B41-86C2-486467E112DC}">
      <dgm:prSet phldrT="[Text]"/>
      <dgm:spPr/>
      <dgm:t>
        <a:bodyPr/>
        <a:lstStyle/>
        <a:p>
          <a:r>
            <a:rPr lang="es-419" dirty="0" err="1"/>
            <a:t>Barometro</a:t>
          </a:r>
          <a:r>
            <a:rPr lang="es-419" dirty="0"/>
            <a:t> </a:t>
          </a:r>
          <a:endParaRPr lang="en-US" dirty="0"/>
        </a:p>
      </dgm:t>
    </dgm:pt>
    <dgm:pt modelId="{0447AE64-B87F-4D80-B627-1B3E327F6575}" type="parTrans" cxnId="{D9726BC9-8764-4B1F-BB36-0E991FEA3A5A}">
      <dgm:prSet/>
      <dgm:spPr/>
      <dgm:t>
        <a:bodyPr/>
        <a:lstStyle/>
        <a:p>
          <a:endParaRPr lang="en-US"/>
        </a:p>
      </dgm:t>
    </dgm:pt>
    <dgm:pt modelId="{93C7E515-6C31-4E92-B279-319DCE29DEBD}" type="sibTrans" cxnId="{D9726BC9-8764-4B1F-BB36-0E991FEA3A5A}">
      <dgm:prSet/>
      <dgm:spPr/>
      <dgm:t>
        <a:bodyPr/>
        <a:lstStyle/>
        <a:p>
          <a:endParaRPr lang="en-US"/>
        </a:p>
      </dgm:t>
    </dgm:pt>
    <dgm:pt modelId="{031708A7-E475-424C-B523-474088046CDB}">
      <dgm:prSet phldrT="[Text]"/>
      <dgm:spPr/>
      <dgm:t>
        <a:bodyPr/>
        <a:lstStyle/>
        <a:p>
          <a:r>
            <a:rPr lang="es-419" dirty="0"/>
            <a:t>Radiobaliza </a:t>
          </a:r>
          <a:endParaRPr lang="en-US" dirty="0"/>
        </a:p>
      </dgm:t>
    </dgm:pt>
    <dgm:pt modelId="{9B736D1C-63C0-4699-A8F6-F256EAA2CCE7}" type="parTrans" cxnId="{9F6D106B-F80E-4E2B-B2FC-8D66F2D8DB5C}">
      <dgm:prSet/>
      <dgm:spPr/>
      <dgm:t>
        <a:bodyPr/>
        <a:lstStyle/>
        <a:p>
          <a:endParaRPr lang="en-US"/>
        </a:p>
      </dgm:t>
    </dgm:pt>
    <dgm:pt modelId="{B6FB5538-38C1-49C6-9449-C38E57F547F1}" type="sibTrans" cxnId="{9F6D106B-F80E-4E2B-B2FC-8D66F2D8DB5C}">
      <dgm:prSet/>
      <dgm:spPr/>
      <dgm:t>
        <a:bodyPr/>
        <a:lstStyle/>
        <a:p>
          <a:endParaRPr lang="en-US"/>
        </a:p>
      </dgm:t>
    </dgm:pt>
    <dgm:pt modelId="{D4A045D1-253C-4B50-A206-9F78FF8DE01B}">
      <dgm:prSet phldrT="[Text]"/>
      <dgm:spPr/>
      <dgm:t>
        <a:bodyPr/>
        <a:lstStyle/>
        <a:p>
          <a:r>
            <a:rPr lang="es-419" dirty="0"/>
            <a:t>Radiofrecuencia </a:t>
          </a:r>
          <a:endParaRPr lang="en-US" dirty="0"/>
        </a:p>
      </dgm:t>
    </dgm:pt>
    <dgm:pt modelId="{426A97F8-0D0C-4D7B-B5BF-0C93702AC78B}" type="parTrans" cxnId="{9CEE28B2-AA17-4436-B60E-1842365165E3}">
      <dgm:prSet/>
      <dgm:spPr/>
      <dgm:t>
        <a:bodyPr/>
        <a:lstStyle/>
        <a:p>
          <a:endParaRPr lang="en-US"/>
        </a:p>
      </dgm:t>
    </dgm:pt>
    <dgm:pt modelId="{B4406ADA-14F0-471E-A0F7-E0C28A06D96F}" type="sibTrans" cxnId="{9CEE28B2-AA17-4436-B60E-1842365165E3}">
      <dgm:prSet/>
      <dgm:spPr/>
      <dgm:t>
        <a:bodyPr/>
        <a:lstStyle/>
        <a:p>
          <a:endParaRPr lang="en-US"/>
        </a:p>
      </dgm:t>
    </dgm:pt>
    <dgm:pt modelId="{50654313-416E-4CFD-BE7A-A2F49DEC8018}">
      <dgm:prSet phldrT="[Text]"/>
      <dgm:spPr>
        <a:solidFill>
          <a:srgbClr val="92D050"/>
        </a:solidFill>
      </dgm:spPr>
      <dgm:t>
        <a:bodyPr/>
        <a:lstStyle/>
        <a:p>
          <a:r>
            <a:rPr lang="es-419" dirty="0"/>
            <a:t>Programa y set up individual </a:t>
          </a:r>
          <a:endParaRPr lang="en-US" dirty="0"/>
        </a:p>
      </dgm:t>
    </dgm:pt>
    <dgm:pt modelId="{21C5942F-F226-4E67-BC52-EB4C9F919C1C}" type="parTrans" cxnId="{6161C554-0C0E-488C-85BD-6B91F22CF39E}">
      <dgm:prSet/>
      <dgm:spPr/>
      <dgm:t>
        <a:bodyPr/>
        <a:lstStyle/>
        <a:p>
          <a:endParaRPr lang="en-US"/>
        </a:p>
      </dgm:t>
    </dgm:pt>
    <dgm:pt modelId="{B49ACFA1-393B-4959-94C8-3F3E3191FFF2}" type="sibTrans" cxnId="{6161C554-0C0E-488C-85BD-6B91F22CF39E}">
      <dgm:prSet/>
      <dgm:spPr/>
      <dgm:t>
        <a:bodyPr/>
        <a:lstStyle/>
        <a:p>
          <a:endParaRPr lang="en-US"/>
        </a:p>
      </dgm:t>
    </dgm:pt>
    <dgm:pt modelId="{ACF90EAA-1A7B-463C-8761-FCA4C67BBDF5}">
      <dgm:prSet phldrT="[Text]"/>
      <dgm:spPr>
        <a:solidFill>
          <a:srgbClr val="92D050"/>
        </a:solidFill>
      </dgm:spPr>
      <dgm:t>
        <a:bodyPr/>
        <a:lstStyle/>
        <a:p>
          <a:r>
            <a:rPr lang="es-419" dirty="0"/>
            <a:t>Programa y set up individual </a:t>
          </a:r>
          <a:endParaRPr lang="en-US" dirty="0"/>
        </a:p>
      </dgm:t>
    </dgm:pt>
    <dgm:pt modelId="{41140C38-BBB7-4782-8B09-629B71A30A37}" type="parTrans" cxnId="{BDC10AF5-E00D-46F6-B01D-7A79572AFF96}">
      <dgm:prSet/>
      <dgm:spPr/>
      <dgm:t>
        <a:bodyPr/>
        <a:lstStyle/>
        <a:p>
          <a:endParaRPr lang="en-US"/>
        </a:p>
      </dgm:t>
    </dgm:pt>
    <dgm:pt modelId="{D840CCC7-C965-42B5-8F89-ED64DB3A973B}" type="sibTrans" cxnId="{BDC10AF5-E00D-46F6-B01D-7A79572AFF96}">
      <dgm:prSet/>
      <dgm:spPr/>
      <dgm:t>
        <a:bodyPr/>
        <a:lstStyle/>
        <a:p>
          <a:endParaRPr lang="en-US"/>
        </a:p>
      </dgm:t>
    </dgm:pt>
    <dgm:pt modelId="{C2D62D8E-A309-4391-AC12-F3078D561456}">
      <dgm:prSet phldrT="[Text]"/>
      <dgm:spPr>
        <a:solidFill>
          <a:srgbClr val="FFFF00"/>
        </a:solidFill>
      </dgm:spPr>
      <dgm:t>
        <a:bodyPr/>
        <a:lstStyle/>
        <a:p>
          <a:r>
            <a:rPr lang="es-419" dirty="0">
              <a:solidFill>
                <a:schemeClr val="tx1"/>
              </a:solidFill>
            </a:rPr>
            <a:t>Programa y set up individual </a:t>
          </a:r>
          <a:endParaRPr lang="en-US" dirty="0">
            <a:solidFill>
              <a:schemeClr val="tx1"/>
            </a:solidFill>
          </a:endParaRPr>
        </a:p>
      </dgm:t>
    </dgm:pt>
    <dgm:pt modelId="{1824237B-943D-4A2D-8900-BC49934C5199}" type="parTrans" cxnId="{0B9E874E-264C-417A-8644-85E43C18216F}">
      <dgm:prSet/>
      <dgm:spPr/>
      <dgm:t>
        <a:bodyPr/>
        <a:lstStyle/>
        <a:p>
          <a:endParaRPr lang="en-US"/>
        </a:p>
      </dgm:t>
    </dgm:pt>
    <dgm:pt modelId="{61CFB42E-E9A1-4CD0-86FB-A71807D5FE1E}" type="sibTrans" cxnId="{0B9E874E-264C-417A-8644-85E43C18216F}">
      <dgm:prSet/>
      <dgm:spPr/>
      <dgm:t>
        <a:bodyPr/>
        <a:lstStyle/>
        <a:p>
          <a:endParaRPr lang="en-US"/>
        </a:p>
      </dgm:t>
    </dgm:pt>
    <dgm:pt modelId="{EF3C6519-1E16-4DBF-853E-F29921C7FC07}">
      <dgm:prSet phldrT="[Text]"/>
      <dgm:spPr>
        <a:solidFill>
          <a:srgbClr val="FFC000"/>
        </a:solidFill>
      </dgm:spPr>
      <dgm:t>
        <a:bodyPr/>
        <a:lstStyle/>
        <a:p>
          <a:r>
            <a:rPr lang="es-419" dirty="0">
              <a:solidFill>
                <a:schemeClr val="tx1"/>
              </a:solidFill>
            </a:rPr>
            <a:t>Programa y set up individual </a:t>
          </a:r>
          <a:endParaRPr lang="en-US" dirty="0">
            <a:solidFill>
              <a:schemeClr val="tx1"/>
            </a:solidFill>
          </a:endParaRPr>
        </a:p>
      </dgm:t>
    </dgm:pt>
    <dgm:pt modelId="{B7322EB5-03EC-4B4F-887A-474A656CD69D}" type="parTrans" cxnId="{750AE194-D4AD-4C1D-890C-1129EFE719EB}">
      <dgm:prSet/>
      <dgm:spPr/>
      <dgm:t>
        <a:bodyPr/>
        <a:lstStyle/>
        <a:p>
          <a:endParaRPr lang="en-US"/>
        </a:p>
      </dgm:t>
    </dgm:pt>
    <dgm:pt modelId="{13697F89-EA3F-4E75-B3E6-A112CBCD5E7F}" type="sibTrans" cxnId="{750AE194-D4AD-4C1D-890C-1129EFE719EB}">
      <dgm:prSet/>
      <dgm:spPr/>
      <dgm:t>
        <a:bodyPr/>
        <a:lstStyle/>
        <a:p>
          <a:endParaRPr lang="en-US"/>
        </a:p>
      </dgm:t>
    </dgm:pt>
    <dgm:pt modelId="{99C3EDD2-A3D0-434A-8111-1543C6D38CC8}">
      <dgm:prSet phldrT="[Text]"/>
      <dgm:spPr/>
      <dgm:t>
        <a:bodyPr/>
        <a:lstStyle/>
        <a:p>
          <a:r>
            <a:rPr lang="es-419" dirty="0" err="1"/>
            <a:t>Avionica</a:t>
          </a:r>
          <a:endParaRPr lang="en-US" dirty="0"/>
        </a:p>
      </dgm:t>
    </dgm:pt>
    <dgm:pt modelId="{3FE27553-5967-4E99-8D15-AC86F520B71F}" type="parTrans" cxnId="{4F2851C8-CE6E-4985-9BDB-AE92D636271E}">
      <dgm:prSet/>
      <dgm:spPr/>
      <dgm:t>
        <a:bodyPr/>
        <a:lstStyle/>
        <a:p>
          <a:endParaRPr lang="en-US"/>
        </a:p>
      </dgm:t>
    </dgm:pt>
    <dgm:pt modelId="{8D2BFBAB-7D49-4362-8402-57354D4D6443}" type="sibTrans" cxnId="{4F2851C8-CE6E-4985-9BDB-AE92D636271E}">
      <dgm:prSet/>
      <dgm:spPr/>
      <dgm:t>
        <a:bodyPr/>
        <a:lstStyle/>
        <a:p>
          <a:endParaRPr lang="en-US"/>
        </a:p>
      </dgm:t>
    </dgm:pt>
    <dgm:pt modelId="{5C6CACEB-F2D8-492E-93B7-0B22DA31502C}" type="pres">
      <dgm:prSet presAssocID="{0D8799A7-2D7C-445D-AC95-D35D2BA5F9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74B0441-D9AA-4DAA-B5AD-3CE7CD6C8722}" type="pres">
      <dgm:prSet presAssocID="{C34E6241-28BB-4088-B5E1-66E19B7F7AFA}" presName="hierRoot1" presStyleCnt="0">
        <dgm:presLayoutVars>
          <dgm:hierBranch val="init"/>
        </dgm:presLayoutVars>
      </dgm:prSet>
      <dgm:spPr/>
    </dgm:pt>
    <dgm:pt modelId="{DCCCC4A1-56E1-461D-880B-7676F56A40E7}" type="pres">
      <dgm:prSet presAssocID="{C34E6241-28BB-4088-B5E1-66E19B7F7AFA}" presName="rootComposite1" presStyleCnt="0"/>
      <dgm:spPr/>
    </dgm:pt>
    <dgm:pt modelId="{F2BC6A4C-859A-443D-8D17-226C35B38A17}" type="pres">
      <dgm:prSet presAssocID="{C34E6241-28BB-4088-B5E1-66E19B7F7AFA}" presName="rootText1" presStyleLbl="node0" presStyleIdx="0" presStyleCnt="2">
        <dgm:presLayoutVars>
          <dgm:chPref val="3"/>
        </dgm:presLayoutVars>
      </dgm:prSet>
      <dgm:spPr/>
    </dgm:pt>
    <dgm:pt modelId="{C3BB153F-F095-45AA-A183-8E2F5645FC7B}" type="pres">
      <dgm:prSet presAssocID="{C34E6241-28BB-4088-B5E1-66E19B7F7AFA}" presName="rootConnector1" presStyleLbl="node1" presStyleIdx="0" presStyleCnt="0"/>
      <dgm:spPr/>
    </dgm:pt>
    <dgm:pt modelId="{C7FBB58E-3117-4E2B-AC97-1E4A952BDCC7}" type="pres">
      <dgm:prSet presAssocID="{C34E6241-28BB-4088-B5E1-66E19B7F7AFA}" presName="hierChild2" presStyleCnt="0"/>
      <dgm:spPr/>
    </dgm:pt>
    <dgm:pt modelId="{4CAAE2E0-402C-4F81-8ED1-D5284486CA61}" type="pres">
      <dgm:prSet presAssocID="{C34E6241-28BB-4088-B5E1-66E19B7F7AFA}" presName="hierChild3" presStyleCnt="0"/>
      <dgm:spPr/>
    </dgm:pt>
    <dgm:pt modelId="{CA2884D4-7D9D-4B59-B82F-B98CFA05B2DB}" type="pres">
      <dgm:prSet presAssocID="{99C3EDD2-A3D0-434A-8111-1543C6D38CC8}" presName="hierRoot1" presStyleCnt="0">
        <dgm:presLayoutVars>
          <dgm:hierBranch val="init"/>
        </dgm:presLayoutVars>
      </dgm:prSet>
      <dgm:spPr/>
    </dgm:pt>
    <dgm:pt modelId="{444E263D-CCC4-4F5A-9696-82CDE2BB8C97}" type="pres">
      <dgm:prSet presAssocID="{99C3EDD2-A3D0-434A-8111-1543C6D38CC8}" presName="rootComposite1" presStyleCnt="0"/>
      <dgm:spPr/>
    </dgm:pt>
    <dgm:pt modelId="{7F834364-F6D6-484A-A693-FF32893CAC89}" type="pres">
      <dgm:prSet presAssocID="{99C3EDD2-A3D0-434A-8111-1543C6D38CC8}" presName="rootText1" presStyleLbl="node0" presStyleIdx="1" presStyleCnt="2">
        <dgm:presLayoutVars>
          <dgm:chPref val="3"/>
        </dgm:presLayoutVars>
      </dgm:prSet>
      <dgm:spPr/>
    </dgm:pt>
    <dgm:pt modelId="{317BFC9A-AFF4-41F5-9F75-170434B33F87}" type="pres">
      <dgm:prSet presAssocID="{99C3EDD2-A3D0-434A-8111-1543C6D38CC8}" presName="rootConnector1" presStyleLbl="node1" presStyleIdx="0" presStyleCnt="0"/>
      <dgm:spPr/>
    </dgm:pt>
    <dgm:pt modelId="{393C1E0D-AFE0-48F4-8209-91F1DF0DF8FE}" type="pres">
      <dgm:prSet presAssocID="{99C3EDD2-A3D0-434A-8111-1543C6D38CC8}" presName="hierChild2" presStyleCnt="0"/>
      <dgm:spPr/>
    </dgm:pt>
    <dgm:pt modelId="{37EA851A-B678-477A-98B9-EE9A3275469B}" type="pres">
      <dgm:prSet presAssocID="{403AC2A1-48D8-4C77-8FE9-B30D729AB268}" presName="Name37" presStyleLbl="parChTrans1D2" presStyleIdx="0" presStyleCnt="4"/>
      <dgm:spPr/>
    </dgm:pt>
    <dgm:pt modelId="{5DFEC9E5-C54E-4EB7-96B4-65A83EBAFF71}" type="pres">
      <dgm:prSet presAssocID="{FDD168F5-7F7E-41DC-8DDC-4C52CFF094BC}" presName="hierRoot2" presStyleCnt="0">
        <dgm:presLayoutVars>
          <dgm:hierBranch val="init"/>
        </dgm:presLayoutVars>
      </dgm:prSet>
      <dgm:spPr/>
    </dgm:pt>
    <dgm:pt modelId="{4B347958-DB36-4B7A-92E9-868B9A9FF1FD}" type="pres">
      <dgm:prSet presAssocID="{FDD168F5-7F7E-41DC-8DDC-4C52CFF094BC}" presName="rootComposite" presStyleCnt="0"/>
      <dgm:spPr/>
    </dgm:pt>
    <dgm:pt modelId="{1A58F5A1-D652-462F-83C1-B21A7E5B56EC}" type="pres">
      <dgm:prSet presAssocID="{FDD168F5-7F7E-41DC-8DDC-4C52CFF094BC}" presName="rootText" presStyleLbl="node2" presStyleIdx="0" presStyleCnt="4">
        <dgm:presLayoutVars>
          <dgm:chPref val="3"/>
        </dgm:presLayoutVars>
      </dgm:prSet>
      <dgm:spPr/>
    </dgm:pt>
    <dgm:pt modelId="{4FB9677D-D39E-4BFE-8E00-41061796AA27}" type="pres">
      <dgm:prSet presAssocID="{FDD168F5-7F7E-41DC-8DDC-4C52CFF094BC}" presName="rootConnector" presStyleLbl="node2" presStyleIdx="0" presStyleCnt="4"/>
      <dgm:spPr/>
    </dgm:pt>
    <dgm:pt modelId="{729BF2BB-CED4-4E79-A130-16666A5A0344}" type="pres">
      <dgm:prSet presAssocID="{FDD168F5-7F7E-41DC-8DDC-4C52CFF094BC}" presName="hierChild4" presStyleCnt="0"/>
      <dgm:spPr/>
    </dgm:pt>
    <dgm:pt modelId="{D72CD041-426F-47A9-B3E7-C04AB2405000}" type="pres">
      <dgm:prSet presAssocID="{21C5942F-F226-4E67-BC52-EB4C9F919C1C}" presName="Name37" presStyleLbl="parChTrans1D3" presStyleIdx="0" presStyleCnt="4"/>
      <dgm:spPr/>
    </dgm:pt>
    <dgm:pt modelId="{F0AABFFF-FA4E-4761-AD8B-44A8F19E70CA}" type="pres">
      <dgm:prSet presAssocID="{50654313-416E-4CFD-BE7A-A2F49DEC8018}" presName="hierRoot2" presStyleCnt="0">
        <dgm:presLayoutVars>
          <dgm:hierBranch val="init"/>
        </dgm:presLayoutVars>
      </dgm:prSet>
      <dgm:spPr/>
    </dgm:pt>
    <dgm:pt modelId="{4268E7B3-DDCD-427E-89FF-84C036809684}" type="pres">
      <dgm:prSet presAssocID="{50654313-416E-4CFD-BE7A-A2F49DEC8018}" presName="rootComposite" presStyleCnt="0"/>
      <dgm:spPr/>
    </dgm:pt>
    <dgm:pt modelId="{C7230F13-F44D-4518-8DC5-244530AB253C}" type="pres">
      <dgm:prSet presAssocID="{50654313-416E-4CFD-BE7A-A2F49DEC8018}" presName="rootText" presStyleLbl="node3" presStyleIdx="0" presStyleCnt="4">
        <dgm:presLayoutVars>
          <dgm:chPref val="3"/>
        </dgm:presLayoutVars>
      </dgm:prSet>
      <dgm:spPr/>
    </dgm:pt>
    <dgm:pt modelId="{08C9E626-BA87-4DBA-8314-2460BA2A775F}" type="pres">
      <dgm:prSet presAssocID="{50654313-416E-4CFD-BE7A-A2F49DEC8018}" presName="rootConnector" presStyleLbl="node3" presStyleIdx="0" presStyleCnt="4"/>
      <dgm:spPr/>
    </dgm:pt>
    <dgm:pt modelId="{D5D4B803-3262-4BAD-BE3B-3788DB3A5F61}" type="pres">
      <dgm:prSet presAssocID="{50654313-416E-4CFD-BE7A-A2F49DEC8018}" presName="hierChild4" presStyleCnt="0"/>
      <dgm:spPr/>
    </dgm:pt>
    <dgm:pt modelId="{F014CF34-0B90-45AD-AC09-0AE129F4008A}" type="pres">
      <dgm:prSet presAssocID="{50654313-416E-4CFD-BE7A-A2F49DEC8018}" presName="hierChild5" presStyleCnt="0"/>
      <dgm:spPr/>
    </dgm:pt>
    <dgm:pt modelId="{F79402C0-C083-49DE-BF6D-1FE511A39C1D}" type="pres">
      <dgm:prSet presAssocID="{FDD168F5-7F7E-41DC-8DDC-4C52CFF094BC}" presName="hierChild5" presStyleCnt="0"/>
      <dgm:spPr/>
    </dgm:pt>
    <dgm:pt modelId="{F71749BF-3172-40AB-B117-B343D2CA7E98}" type="pres">
      <dgm:prSet presAssocID="{0447AE64-B87F-4D80-B627-1B3E327F6575}" presName="Name37" presStyleLbl="parChTrans1D2" presStyleIdx="1" presStyleCnt="4"/>
      <dgm:spPr/>
    </dgm:pt>
    <dgm:pt modelId="{B3FA66D6-B86C-416A-9606-ADABE7619309}" type="pres">
      <dgm:prSet presAssocID="{61CEF048-13EA-4B41-86C2-486467E112DC}" presName="hierRoot2" presStyleCnt="0">
        <dgm:presLayoutVars>
          <dgm:hierBranch val="init"/>
        </dgm:presLayoutVars>
      </dgm:prSet>
      <dgm:spPr/>
    </dgm:pt>
    <dgm:pt modelId="{41A1C7D8-BB69-4B46-8635-E40E30F759AB}" type="pres">
      <dgm:prSet presAssocID="{61CEF048-13EA-4B41-86C2-486467E112DC}" presName="rootComposite" presStyleCnt="0"/>
      <dgm:spPr/>
    </dgm:pt>
    <dgm:pt modelId="{BFA551EA-FC42-4E2F-AF99-A6D7A91E4D53}" type="pres">
      <dgm:prSet presAssocID="{61CEF048-13EA-4B41-86C2-486467E112DC}" presName="rootText" presStyleLbl="node2" presStyleIdx="1" presStyleCnt="4">
        <dgm:presLayoutVars>
          <dgm:chPref val="3"/>
        </dgm:presLayoutVars>
      </dgm:prSet>
      <dgm:spPr/>
    </dgm:pt>
    <dgm:pt modelId="{132D8914-CE6F-44AC-9F48-E4357F643C55}" type="pres">
      <dgm:prSet presAssocID="{61CEF048-13EA-4B41-86C2-486467E112DC}" presName="rootConnector" presStyleLbl="node2" presStyleIdx="1" presStyleCnt="4"/>
      <dgm:spPr/>
    </dgm:pt>
    <dgm:pt modelId="{1720C949-3DB6-49A2-9148-1B8F42B5DF72}" type="pres">
      <dgm:prSet presAssocID="{61CEF048-13EA-4B41-86C2-486467E112DC}" presName="hierChild4" presStyleCnt="0"/>
      <dgm:spPr/>
    </dgm:pt>
    <dgm:pt modelId="{B36B674E-37D7-4793-8CB1-A2216E62663A}" type="pres">
      <dgm:prSet presAssocID="{41140C38-BBB7-4782-8B09-629B71A30A37}" presName="Name37" presStyleLbl="parChTrans1D3" presStyleIdx="1" presStyleCnt="4"/>
      <dgm:spPr/>
    </dgm:pt>
    <dgm:pt modelId="{3FF8DDD1-D102-4274-A4D6-AC83A86F72AB}" type="pres">
      <dgm:prSet presAssocID="{ACF90EAA-1A7B-463C-8761-FCA4C67BBDF5}" presName="hierRoot2" presStyleCnt="0">
        <dgm:presLayoutVars>
          <dgm:hierBranch val="init"/>
        </dgm:presLayoutVars>
      </dgm:prSet>
      <dgm:spPr/>
    </dgm:pt>
    <dgm:pt modelId="{94BB5284-58F5-4050-9008-39FCC3A7FF40}" type="pres">
      <dgm:prSet presAssocID="{ACF90EAA-1A7B-463C-8761-FCA4C67BBDF5}" presName="rootComposite" presStyleCnt="0"/>
      <dgm:spPr/>
    </dgm:pt>
    <dgm:pt modelId="{73D6EE9A-6394-4442-8625-460574169B73}" type="pres">
      <dgm:prSet presAssocID="{ACF90EAA-1A7B-463C-8761-FCA4C67BBDF5}" presName="rootText" presStyleLbl="node3" presStyleIdx="1" presStyleCnt="4">
        <dgm:presLayoutVars>
          <dgm:chPref val="3"/>
        </dgm:presLayoutVars>
      </dgm:prSet>
      <dgm:spPr/>
    </dgm:pt>
    <dgm:pt modelId="{9EE14039-CEFE-47F0-9E54-6248F32E284A}" type="pres">
      <dgm:prSet presAssocID="{ACF90EAA-1A7B-463C-8761-FCA4C67BBDF5}" presName="rootConnector" presStyleLbl="node3" presStyleIdx="1" presStyleCnt="4"/>
      <dgm:spPr/>
    </dgm:pt>
    <dgm:pt modelId="{3E851583-03E9-4F15-B0E4-0169E9A8385D}" type="pres">
      <dgm:prSet presAssocID="{ACF90EAA-1A7B-463C-8761-FCA4C67BBDF5}" presName="hierChild4" presStyleCnt="0"/>
      <dgm:spPr/>
    </dgm:pt>
    <dgm:pt modelId="{15F75620-E7A4-42AA-B825-3F9B297192D3}" type="pres">
      <dgm:prSet presAssocID="{ACF90EAA-1A7B-463C-8761-FCA4C67BBDF5}" presName="hierChild5" presStyleCnt="0"/>
      <dgm:spPr/>
    </dgm:pt>
    <dgm:pt modelId="{60F10ADD-D8DA-49D8-B15A-9FFB9C21BEAE}" type="pres">
      <dgm:prSet presAssocID="{61CEF048-13EA-4B41-86C2-486467E112DC}" presName="hierChild5" presStyleCnt="0"/>
      <dgm:spPr/>
    </dgm:pt>
    <dgm:pt modelId="{15A00ECE-D28A-42C6-9911-BB0E11A35E5D}" type="pres">
      <dgm:prSet presAssocID="{9B736D1C-63C0-4699-A8F6-F256EAA2CCE7}" presName="Name37" presStyleLbl="parChTrans1D2" presStyleIdx="2" presStyleCnt="4"/>
      <dgm:spPr/>
    </dgm:pt>
    <dgm:pt modelId="{AA586149-9144-45ED-8FB5-84445361ACE6}" type="pres">
      <dgm:prSet presAssocID="{031708A7-E475-424C-B523-474088046CDB}" presName="hierRoot2" presStyleCnt="0">
        <dgm:presLayoutVars>
          <dgm:hierBranch val="init"/>
        </dgm:presLayoutVars>
      </dgm:prSet>
      <dgm:spPr/>
    </dgm:pt>
    <dgm:pt modelId="{A7355A85-01BF-472B-BD0F-8767A33F5385}" type="pres">
      <dgm:prSet presAssocID="{031708A7-E475-424C-B523-474088046CDB}" presName="rootComposite" presStyleCnt="0"/>
      <dgm:spPr/>
    </dgm:pt>
    <dgm:pt modelId="{2738EE88-8719-4802-A5D2-A7509D8441D7}" type="pres">
      <dgm:prSet presAssocID="{031708A7-E475-424C-B523-474088046CDB}" presName="rootText" presStyleLbl="node2" presStyleIdx="2" presStyleCnt="4">
        <dgm:presLayoutVars>
          <dgm:chPref val="3"/>
        </dgm:presLayoutVars>
      </dgm:prSet>
      <dgm:spPr/>
    </dgm:pt>
    <dgm:pt modelId="{ED39B010-3C28-4987-BECC-731E6F8BBDFF}" type="pres">
      <dgm:prSet presAssocID="{031708A7-E475-424C-B523-474088046CDB}" presName="rootConnector" presStyleLbl="node2" presStyleIdx="2" presStyleCnt="4"/>
      <dgm:spPr/>
    </dgm:pt>
    <dgm:pt modelId="{888AB293-CE4C-4420-8052-26FA8153F4F7}" type="pres">
      <dgm:prSet presAssocID="{031708A7-E475-424C-B523-474088046CDB}" presName="hierChild4" presStyleCnt="0"/>
      <dgm:spPr/>
    </dgm:pt>
    <dgm:pt modelId="{56882E16-14C1-4E3A-B851-259F28E710E6}" type="pres">
      <dgm:prSet presAssocID="{1824237B-943D-4A2D-8900-BC49934C5199}" presName="Name37" presStyleLbl="parChTrans1D3" presStyleIdx="2" presStyleCnt="4"/>
      <dgm:spPr/>
    </dgm:pt>
    <dgm:pt modelId="{EFB5FBEE-57D8-47E0-8C53-A7D574BA6A86}" type="pres">
      <dgm:prSet presAssocID="{C2D62D8E-A309-4391-AC12-F3078D561456}" presName="hierRoot2" presStyleCnt="0">
        <dgm:presLayoutVars>
          <dgm:hierBranch val="init"/>
        </dgm:presLayoutVars>
      </dgm:prSet>
      <dgm:spPr/>
    </dgm:pt>
    <dgm:pt modelId="{6355624C-2AB4-49A1-9E84-F9810A740D23}" type="pres">
      <dgm:prSet presAssocID="{C2D62D8E-A309-4391-AC12-F3078D561456}" presName="rootComposite" presStyleCnt="0"/>
      <dgm:spPr/>
    </dgm:pt>
    <dgm:pt modelId="{33F12CAB-3B0A-4029-9151-C5E9EF99E022}" type="pres">
      <dgm:prSet presAssocID="{C2D62D8E-A309-4391-AC12-F3078D561456}" presName="rootText" presStyleLbl="node3" presStyleIdx="2" presStyleCnt="4">
        <dgm:presLayoutVars>
          <dgm:chPref val="3"/>
        </dgm:presLayoutVars>
      </dgm:prSet>
      <dgm:spPr/>
    </dgm:pt>
    <dgm:pt modelId="{5266CB47-BCD1-42BA-8CE4-70753E720913}" type="pres">
      <dgm:prSet presAssocID="{C2D62D8E-A309-4391-AC12-F3078D561456}" presName="rootConnector" presStyleLbl="node3" presStyleIdx="2" presStyleCnt="4"/>
      <dgm:spPr/>
    </dgm:pt>
    <dgm:pt modelId="{ED61B62D-B187-4A34-9804-9146EACF26DA}" type="pres">
      <dgm:prSet presAssocID="{C2D62D8E-A309-4391-AC12-F3078D561456}" presName="hierChild4" presStyleCnt="0"/>
      <dgm:spPr/>
    </dgm:pt>
    <dgm:pt modelId="{146F5353-4E03-4650-B0BF-BFC5BDDCF85E}" type="pres">
      <dgm:prSet presAssocID="{C2D62D8E-A309-4391-AC12-F3078D561456}" presName="hierChild5" presStyleCnt="0"/>
      <dgm:spPr/>
    </dgm:pt>
    <dgm:pt modelId="{63FEE334-E5F8-43F2-A253-538469385473}" type="pres">
      <dgm:prSet presAssocID="{031708A7-E475-424C-B523-474088046CDB}" presName="hierChild5" presStyleCnt="0"/>
      <dgm:spPr/>
    </dgm:pt>
    <dgm:pt modelId="{830D7870-9E9D-47B7-B594-4C37448B7FB2}" type="pres">
      <dgm:prSet presAssocID="{426A97F8-0D0C-4D7B-B5BF-0C93702AC78B}" presName="Name37" presStyleLbl="parChTrans1D2" presStyleIdx="3" presStyleCnt="4"/>
      <dgm:spPr/>
    </dgm:pt>
    <dgm:pt modelId="{D074F2FC-2DC1-456C-BA83-13478A1DB78A}" type="pres">
      <dgm:prSet presAssocID="{D4A045D1-253C-4B50-A206-9F78FF8DE01B}" presName="hierRoot2" presStyleCnt="0">
        <dgm:presLayoutVars>
          <dgm:hierBranch val="init"/>
        </dgm:presLayoutVars>
      </dgm:prSet>
      <dgm:spPr/>
    </dgm:pt>
    <dgm:pt modelId="{D92E66DE-45AA-40D3-A3B1-548262A77024}" type="pres">
      <dgm:prSet presAssocID="{D4A045D1-253C-4B50-A206-9F78FF8DE01B}" presName="rootComposite" presStyleCnt="0"/>
      <dgm:spPr/>
    </dgm:pt>
    <dgm:pt modelId="{21D6268A-6D8D-4DDA-A02D-E35CA7B01A1F}" type="pres">
      <dgm:prSet presAssocID="{D4A045D1-253C-4B50-A206-9F78FF8DE01B}" presName="rootText" presStyleLbl="node2" presStyleIdx="3" presStyleCnt="4">
        <dgm:presLayoutVars>
          <dgm:chPref val="3"/>
        </dgm:presLayoutVars>
      </dgm:prSet>
      <dgm:spPr/>
    </dgm:pt>
    <dgm:pt modelId="{A1820898-96DD-44A3-86AA-DE4BF9AA61B2}" type="pres">
      <dgm:prSet presAssocID="{D4A045D1-253C-4B50-A206-9F78FF8DE01B}" presName="rootConnector" presStyleLbl="node2" presStyleIdx="3" presStyleCnt="4"/>
      <dgm:spPr/>
    </dgm:pt>
    <dgm:pt modelId="{DFE58848-35C6-418F-ABC1-F7655418CC4A}" type="pres">
      <dgm:prSet presAssocID="{D4A045D1-253C-4B50-A206-9F78FF8DE01B}" presName="hierChild4" presStyleCnt="0"/>
      <dgm:spPr/>
    </dgm:pt>
    <dgm:pt modelId="{E52D0DA8-4D6A-4B44-952A-959A9C67E00F}" type="pres">
      <dgm:prSet presAssocID="{B7322EB5-03EC-4B4F-887A-474A656CD69D}" presName="Name37" presStyleLbl="parChTrans1D3" presStyleIdx="3" presStyleCnt="4"/>
      <dgm:spPr/>
    </dgm:pt>
    <dgm:pt modelId="{0DC047BD-AF32-4D1D-A42B-CC04E1030D03}" type="pres">
      <dgm:prSet presAssocID="{EF3C6519-1E16-4DBF-853E-F29921C7FC07}" presName="hierRoot2" presStyleCnt="0">
        <dgm:presLayoutVars>
          <dgm:hierBranch val="init"/>
        </dgm:presLayoutVars>
      </dgm:prSet>
      <dgm:spPr/>
    </dgm:pt>
    <dgm:pt modelId="{2F4AA169-EE30-4A1D-8CFD-7F590F913F32}" type="pres">
      <dgm:prSet presAssocID="{EF3C6519-1E16-4DBF-853E-F29921C7FC07}" presName="rootComposite" presStyleCnt="0"/>
      <dgm:spPr/>
    </dgm:pt>
    <dgm:pt modelId="{DF033F22-B5A9-4B32-AE87-5BC01F5EDED7}" type="pres">
      <dgm:prSet presAssocID="{EF3C6519-1E16-4DBF-853E-F29921C7FC07}" presName="rootText" presStyleLbl="node3" presStyleIdx="3" presStyleCnt="4">
        <dgm:presLayoutVars>
          <dgm:chPref val="3"/>
        </dgm:presLayoutVars>
      </dgm:prSet>
      <dgm:spPr/>
    </dgm:pt>
    <dgm:pt modelId="{2C7BF12C-61B1-4A0B-B728-B579DC37DB53}" type="pres">
      <dgm:prSet presAssocID="{EF3C6519-1E16-4DBF-853E-F29921C7FC07}" presName="rootConnector" presStyleLbl="node3" presStyleIdx="3" presStyleCnt="4"/>
      <dgm:spPr/>
    </dgm:pt>
    <dgm:pt modelId="{DD3E9C88-E2F2-4E82-BD65-9247609AB732}" type="pres">
      <dgm:prSet presAssocID="{EF3C6519-1E16-4DBF-853E-F29921C7FC07}" presName="hierChild4" presStyleCnt="0"/>
      <dgm:spPr/>
    </dgm:pt>
    <dgm:pt modelId="{506FD937-F740-4809-B1A5-69799BA67C73}" type="pres">
      <dgm:prSet presAssocID="{EF3C6519-1E16-4DBF-853E-F29921C7FC07}" presName="hierChild5" presStyleCnt="0"/>
      <dgm:spPr/>
    </dgm:pt>
    <dgm:pt modelId="{8CE7ADB1-DF69-456A-8F43-9BC31D4627BD}" type="pres">
      <dgm:prSet presAssocID="{D4A045D1-253C-4B50-A206-9F78FF8DE01B}" presName="hierChild5" presStyleCnt="0"/>
      <dgm:spPr/>
    </dgm:pt>
    <dgm:pt modelId="{2230DFC4-46A6-4EED-A207-AFFABA36898D}" type="pres">
      <dgm:prSet presAssocID="{99C3EDD2-A3D0-434A-8111-1543C6D38CC8}" presName="hierChild3" presStyleCnt="0"/>
      <dgm:spPr/>
    </dgm:pt>
  </dgm:ptLst>
  <dgm:cxnLst>
    <dgm:cxn modelId="{D2918911-65A8-4898-BC47-939120326FE7}" type="presOf" srcId="{EF3C6519-1E16-4DBF-853E-F29921C7FC07}" destId="{DF033F22-B5A9-4B32-AE87-5BC01F5EDED7}" srcOrd="0" destOrd="0" presId="urn:microsoft.com/office/officeart/2005/8/layout/orgChart1"/>
    <dgm:cxn modelId="{41483419-48EC-42FF-AB1B-E7C51A296A3C}" srcId="{0D8799A7-2D7C-445D-AC95-D35D2BA5F936}" destId="{C34E6241-28BB-4088-B5E1-66E19B7F7AFA}" srcOrd="0" destOrd="0" parTransId="{D090D553-5AAA-4DC5-9B98-696F8F590C58}" sibTransId="{865FB889-7C2A-43D1-BDA5-22EF76A709EF}"/>
    <dgm:cxn modelId="{50A65D1B-8ED3-4736-A11B-1B5664CEFDD2}" type="presOf" srcId="{FDD168F5-7F7E-41DC-8DDC-4C52CFF094BC}" destId="{4FB9677D-D39E-4BFE-8E00-41061796AA27}" srcOrd="1" destOrd="0" presId="urn:microsoft.com/office/officeart/2005/8/layout/orgChart1"/>
    <dgm:cxn modelId="{115A791E-843D-405F-A51E-5F66D5A88261}" srcId="{99C3EDD2-A3D0-434A-8111-1543C6D38CC8}" destId="{FDD168F5-7F7E-41DC-8DDC-4C52CFF094BC}" srcOrd="0" destOrd="0" parTransId="{403AC2A1-48D8-4C77-8FE9-B30D729AB268}" sibTransId="{404B09F0-1656-4FAE-9FA7-54E8B8439CD1}"/>
    <dgm:cxn modelId="{E6485721-E1CD-4A34-83E5-2C16DA152B17}" type="presOf" srcId="{0447AE64-B87F-4D80-B627-1B3E327F6575}" destId="{F71749BF-3172-40AB-B117-B343D2CA7E98}" srcOrd="0" destOrd="0" presId="urn:microsoft.com/office/officeart/2005/8/layout/orgChart1"/>
    <dgm:cxn modelId="{A330F92F-D718-4581-AEA0-C69BC753F9FF}" type="presOf" srcId="{50654313-416E-4CFD-BE7A-A2F49DEC8018}" destId="{C7230F13-F44D-4518-8DC5-244530AB253C}" srcOrd="0" destOrd="0" presId="urn:microsoft.com/office/officeart/2005/8/layout/orgChart1"/>
    <dgm:cxn modelId="{33E7903C-FB87-4DA2-AB18-4DC1CE7766C3}" type="presOf" srcId="{41140C38-BBB7-4782-8B09-629B71A30A37}" destId="{B36B674E-37D7-4793-8CB1-A2216E62663A}" srcOrd="0" destOrd="0" presId="urn:microsoft.com/office/officeart/2005/8/layout/orgChart1"/>
    <dgm:cxn modelId="{8045253F-3EAF-4F2F-8151-0F53A0BD04CF}" type="presOf" srcId="{21C5942F-F226-4E67-BC52-EB4C9F919C1C}" destId="{D72CD041-426F-47A9-B3E7-C04AB2405000}" srcOrd="0" destOrd="0" presId="urn:microsoft.com/office/officeart/2005/8/layout/orgChart1"/>
    <dgm:cxn modelId="{CC20F35C-769E-4F6C-BB73-4463935D1D32}" type="presOf" srcId="{403AC2A1-48D8-4C77-8FE9-B30D729AB268}" destId="{37EA851A-B678-477A-98B9-EE9A3275469B}" srcOrd="0" destOrd="0" presId="urn:microsoft.com/office/officeart/2005/8/layout/orgChart1"/>
    <dgm:cxn modelId="{43443E5E-A376-4D18-A15A-D3FA08CFE61A}" type="presOf" srcId="{61CEF048-13EA-4B41-86C2-486467E112DC}" destId="{BFA551EA-FC42-4E2F-AF99-A6D7A91E4D53}" srcOrd="0" destOrd="0" presId="urn:microsoft.com/office/officeart/2005/8/layout/orgChart1"/>
    <dgm:cxn modelId="{523F3260-E811-45DC-AFC8-2FE49B2FA07C}" type="presOf" srcId="{61CEF048-13EA-4B41-86C2-486467E112DC}" destId="{132D8914-CE6F-44AC-9F48-E4357F643C55}" srcOrd="1" destOrd="0" presId="urn:microsoft.com/office/officeart/2005/8/layout/orgChart1"/>
    <dgm:cxn modelId="{79B5C941-0BC1-4E04-B79E-48DA77095900}" type="presOf" srcId="{426A97F8-0D0C-4D7B-B5BF-0C93702AC78B}" destId="{830D7870-9E9D-47B7-B594-4C37448B7FB2}" srcOrd="0" destOrd="0" presId="urn:microsoft.com/office/officeart/2005/8/layout/orgChart1"/>
    <dgm:cxn modelId="{43162943-36D5-463A-9A59-C0A8461906AC}" type="presOf" srcId="{D4A045D1-253C-4B50-A206-9F78FF8DE01B}" destId="{A1820898-96DD-44A3-86AA-DE4BF9AA61B2}" srcOrd="1" destOrd="0" presId="urn:microsoft.com/office/officeart/2005/8/layout/orgChart1"/>
    <dgm:cxn modelId="{757E7745-2301-4D88-BF2D-93977525D296}" type="presOf" srcId="{ACF90EAA-1A7B-463C-8761-FCA4C67BBDF5}" destId="{73D6EE9A-6394-4442-8625-460574169B73}" srcOrd="0" destOrd="0" presId="urn:microsoft.com/office/officeart/2005/8/layout/orgChart1"/>
    <dgm:cxn modelId="{9F6D106B-F80E-4E2B-B2FC-8D66F2D8DB5C}" srcId="{99C3EDD2-A3D0-434A-8111-1543C6D38CC8}" destId="{031708A7-E475-424C-B523-474088046CDB}" srcOrd="2" destOrd="0" parTransId="{9B736D1C-63C0-4699-A8F6-F256EAA2CCE7}" sibTransId="{B6FB5538-38C1-49C6-9449-C38E57F547F1}"/>
    <dgm:cxn modelId="{0B9E874E-264C-417A-8644-85E43C18216F}" srcId="{031708A7-E475-424C-B523-474088046CDB}" destId="{C2D62D8E-A309-4391-AC12-F3078D561456}" srcOrd="0" destOrd="0" parTransId="{1824237B-943D-4A2D-8900-BC49934C5199}" sibTransId="{61CFB42E-E9A1-4CD0-86FB-A71807D5FE1E}"/>
    <dgm:cxn modelId="{9DA5876E-3814-4345-9C05-191A8F0C702C}" type="presOf" srcId="{C34E6241-28BB-4088-B5E1-66E19B7F7AFA}" destId="{F2BC6A4C-859A-443D-8D17-226C35B38A17}" srcOrd="0" destOrd="0" presId="urn:microsoft.com/office/officeart/2005/8/layout/orgChart1"/>
    <dgm:cxn modelId="{483EBF6E-2918-44A8-B92A-B8C11D69AF6D}" type="presOf" srcId="{031708A7-E475-424C-B523-474088046CDB}" destId="{2738EE88-8719-4802-A5D2-A7509D8441D7}" srcOrd="0" destOrd="0" presId="urn:microsoft.com/office/officeart/2005/8/layout/orgChart1"/>
    <dgm:cxn modelId="{6161C554-0C0E-488C-85BD-6B91F22CF39E}" srcId="{FDD168F5-7F7E-41DC-8DDC-4C52CFF094BC}" destId="{50654313-416E-4CFD-BE7A-A2F49DEC8018}" srcOrd="0" destOrd="0" parTransId="{21C5942F-F226-4E67-BC52-EB4C9F919C1C}" sibTransId="{B49ACFA1-393B-4959-94C8-3F3E3191FFF2}"/>
    <dgm:cxn modelId="{68674559-5193-42C1-93F1-F22836850230}" type="presOf" srcId="{50654313-416E-4CFD-BE7A-A2F49DEC8018}" destId="{08C9E626-BA87-4DBA-8314-2460BA2A775F}" srcOrd="1" destOrd="0" presId="urn:microsoft.com/office/officeart/2005/8/layout/orgChart1"/>
    <dgm:cxn modelId="{4539727C-AF87-451D-8724-FD8CBCE5F505}" type="presOf" srcId="{0D8799A7-2D7C-445D-AC95-D35D2BA5F936}" destId="{5C6CACEB-F2D8-492E-93B7-0B22DA31502C}" srcOrd="0" destOrd="0" presId="urn:microsoft.com/office/officeart/2005/8/layout/orgChart1"/>
    <dgm:cxn modelId="{AAF2D78A-14E5-4C41-ACFF-1DEF606A1493}" type="presOf" srcId="{031708A7-E475-424C-B523-474088046CDB}" destId="{ED39B010-3C28-4987-BECC-731E6F8BBDFF}" srcOrd="1" destOrd="0" presId="urn:microsoft.com/office/officeart/2005/8/layout/orgChart1"/>
    <dgm:cxn modelId="{4281BF93-AC90-481B-930C-CE0D4D08F64D}" type="presOf" srcId="{EF3C6519-1E16-4DBF-853E-F29921C7FC07}" destId="{2C7BF12C-61B1-4A0B-B728-B579DC37DB53}" srcOrd="1" destOrd="0" presId="urn:microsoft.com/office/officeart/2005/8/layout/orgChart1"/>
    <dgm:cxn modelId="{750AE194-D4AD-4C1D-890C-1129EFE719EB}" srcId="{D4A045D1-253C-4B50-A206-9F78FF8DE01B}" destId="{EF3C6519-1E16-4DBF-853E-F29921C7FC07}" srcOrd="0" destOrd="0" parTransId="{B7322EB5-03EC-4B4F-887A-474A656CD69D}" sibTransId="{13697F89-EA3F-4E75-B3E6-A112CBCD5E7F}"/>
    <dgm:cxn modelId="{D9C73397-6393-4DB2-915E-F1D81235244D}" type="presOf" srcId="{99C3EDD2-A3D0-434A-8111-1543C6D38CC8}" destId="{317BFC9A-AFF4-41F5-9F75-170434B33F87}" srcOrd="1" destOrd="0" presId="urn:microsoft.com/office/officeart/2005/8/layout/orgChart1"/>
    <dgm:cxn modelId="{DB8B3698-5DF9-4BF5-A925-BB0A97E6C0C8}" type="presOf" srcId="{1824237B-943D-4A2D-8900-BC49934C5199}" destId="{56882E16-14C1-4E3A-B851-259F28E710E6}" srcOrd="0" destOrd="0" presId="urn:microsoft.com/office/officeart/2005/8/layout/orgChart1"/>
    <dgm:cxn modelId="{6700F6A1-99CF-4C5C-B649-B05DA70F3A17}" type="presOf" srcId="{FDD168F5-7F7E-41DC-8DDC-4C52CFF094BC}" destId="{1A58F5A1-D652-462F-83C1-B21A7E5B56EC}" srcOrd="0" destOrd="0" presId="urn:microsoft.com/office/officeart/2005/8/layout/orgChart1"/>
    <dgm:cxn modelId="{907A17AF-C549-4973-B548-0554706ED3EF}" type="presOf" srcId="{C2D62D8E-A309-4391-AC12-F3078D561456}" destId="{33F12CAB-3B0A-4029-9151-C5E9EF99E022}" srcOrd="0" destOrd="0" presId="urn:microsoft.com/office/officeart/2005/8/layout/orgChart1"/>
    <dgm:cxn modelId="{6C959DAF-05A2-43B8-AE6D-4B9C577F1778}" type="presOf" srcId="{C2D62D8E-A309-4391-AC12-F3078D561456}" destId="{5266CB47-BCD1-42BA-8CE4-70753E720913}" srcOrd="1" destOrd="0" presId="urn:microsoft.com/office/officeart/2005/8/layout/orgChart1"/>
    <dgm:cxn modelId="{9CEE28B2-AA17-4436-B60E-1842365165E3}" srcId="{99C3EDD2-A3D0-434A-8111-1543C6D38CC8}" destId="{D4A045D1-253C-4B50-A206-9F78FF8DE01B}" srcOrd="3" destOrd="0" parTransId="{426A97F8-0D0C-4D7B-B5BF-0C93702AC78B}" sibTransId="{B4406ADA-14F0-471E-A0F7-E0C28A06D96F}"/>
    <dgm:cxn modelId="{1B9082BD-C1F6-486A-929F-54C8ECF0C6A4}" type="presOf" srcId="{ACF90EAA-1A7B-463C-8761-FCA4C67BBDF5}" destId="{9EE14039-CEFE-47F0-9E54-6248F32E284A}" srcOrd="1" destOrd="0" presId="urn:microsoft.com/office/officeart/2005/8/layout/orgChart1"/>
    <dgm:cxn modelId="{95B1F8C3-B137-4C1F-83D6-7E0DE2007CAD}" type="presOf" srcId="{9B736D1C-63C0-4699-A8F6-F256EAA2CCE7}" destId="{15A00ECE-D28A-42C6-9911-BB0E11A35E5D}" srcOrd="0" destOrd="0" presId="urn:microsoft.com/office/officeart/2005/8/layout/orgChart1"/>
    <dgm:cxn modelId="{D468C8C7-4A13-45C0-9029-1E1DF144F44E}" type="presOf" srcId="{B7322EB5-03EC-4B4F-887A-474A656CD69D}" destId="{E52D0DA8-4D6A-4B44-952A-959A9C67E00F}" srcOrd="0" destOrd="0" presId="urn:microsoft.com/office/officeart/2005/8/layout/orgChart1"/>
    <dgm:cxn modelId="{4F2851C8-CE6E-4985-9BDB-AE92D636271E}" srcId="{0D8799A7-2D7C-445D-AC95-D35D2BA5F936}" destId="{99C3EDD2-A3D0-434A-8111-1543C6D38CC8}" srcOrd="1" destOrd="0" parTransId="{3FE27553-5967-4E99-8D15-AC86F520B71F}" sibTransId="{8D2BFBAB-7D49-4362-8402-57354D4D6443}"/>
    <dgm:cxn modelId="{D9726BC9-8764-4B1F-BB36-0E991FEA3A5A}" srcId="{99C3EDD2-A3D0-434A-8111-1543C6D38CC8}" destId="{61CEF048-13EA-4B41-86C2-486467E112DC}" srcOrd="1" destOrd="0" parTransId="{0447AE64-B87F-4D80-B627-1B3E327F6575}" sibTransId="{93C7E515-6C31-4E92-B279-319DCE29DEBD}"/>
    <dgm:cxn modelId="{ADB4D9CD-C1A8-42BA-9111-DE139DDDB9D7}" type="presOf" srcId="{99C3EDD2-A3D0-434A-8111-1543C6D38CC8}" destId="{7F834364-F6D6-484A-A693-FF32893CAC89}" srcOrd="0" destOrd="0" presId="urn:microsoft.com/office/officeart/2005/8/layout/orgChart1"/>
    <dgm:cxn modelId="{933070D0-893A-48DA-A78E-D2A1084583AE}" type="presOf" srcId="{D4A045D1-253C-4B50-A206-9F78FF8DE01B}" destId="{21D6268A-6D8D-4DDA-A02D-E35CA7B01A1F}" srcOrd="0" destOrd="0" presId="urn:microsoft.com/office/officeart/2005/8/layout/orgChart1"/>
    <dgm:cxn modelId="{0FBF84E2-61DE-42E7-AF69-B0E1027E82EF}" type="presOf" srcId="{C34E6241-28BB-4088-B5E1-66E19B7F7AFA}" destId="{C3BB153F-F095-45AA-A183-8E2F5645FC7B}" srcOrd="1" destOrd="0" presId="urn:microsoft.com/office/officeart/2005/8/layout/orgChart1"/>
    <dgm:cxn modelId="{BDC10AF5-E00D-46F6-B01D-7A79572AFF96}" srcId="{61CEF048-13EA-4B41-86C2-486467E112DC}" destId="{ACF90EAA-1A7B-463C-8761-FCA4C67BBDF5}" srcOrd="0" destOrd="0" parTransId="{41140C38-BBB7-4782-8B09-629B71A30A37}" sibTransId="{D840CCC7-C965-42B5-8F89-ED64DB3A973B}"/>
    <dgm:cxn modelId="{412CA4AE-A1CC-49C4-8D15-6573BB6B3E7E}" type="presParOf" srcId="{5C6CACEB-F2D8-492E-93B7-0B22DA31502C}" destId="{774B0441-D9AA-4DAA-B5AD-3CE7CD6C8722}" srcOrd="0" destOrd="0" presId="urn:microsoft.com/office/officeart/2005/8/layout/orgChart1"/>
    <dgm:cxn modelId="{35AF1C45-3D8D-4E6B-9966-8771DF4D4AEE}" type="presParOf" srcId="{774B0441-D9AA-4DAA-B5AD-3CE7CD6C8722}" destId="{DCCCC4A1-56E1-461D-880B-7676F56A40E7}" srcOrd="0" destOrd="0" presId="urn:microsoft.com/office/officeart/2005/8/layout/orgChart1"/>
    <dgm:cxn modelId="{D8B29D21-C7CF-485D-838A-B932F1B7C332}" type="presParOf" srcId="{DCCCC4A1-56E1-461D-880B-7676F56A40E7}" destId="{F2BC6A4C-859A-443D-8D17-226C35B38A17}" srcOrd="0" destOrd="0" presId="urn:microsoft.com/office/officeart/2005/8/layout/orgChart1"/>
    <dgm:cxn modelId="{7DCE95A4-FE88-4CA7-81FD-750BE444CD46}" type="presParOf" srcId="{DCCCC4A1-56E1-461D-880B-7676F56A40E7}" destId="{C3BB153F-F095-45AA-A183-8E2F5645FC7B}" srcOrd="1" destOrd="0" presId="urn:microsoft.com/office/officeart/2005/8/layout/orgChart1"/>
    <dgm:cxn modelId="{BA59090B-63FE-417B-88CD-B269E09DCC19}" type="presParOf" srcId="{774B0441-D9AA-4DAA-B5AD-3CE7CD6C8722}" destId="{C7FBB58E-3117-4E2B-AC97-1E4A952BDCC7}" srcOrd="1" destOrd="0" presId="urn:microsoft.com/office/officeart/2005/8/layout/orgChart1"/>
    <dgm:cxn modelId="{88A0CFB1-EC87-4E61-8C51-963C50EFD443}" type="presParOf" srcId="{774B0441-D9AA-4DAA-B5AD-3CE7CD6C8722}" destId="{4CAAE2E0-402C-4F81-8ED1-D5284486CA61}" srcOrd="2" destOrd="0" presId="urn:microsoft.com/office/officeart/2005/8/layout/orgChart1"/>
    <dgm:cxn modelId="{D77755C2-AD7B-47D5-ABE3-536166A11DC8}" type="presParOf" srcId="{5C6CACEB-F2D8-492E-93B7-0B22DA31502C}" destId="{CA2884D4-7D9D-4B59-B82F-B98CFA05B2DB}" srcOrd="1" destOrd="0" presId="urn:microsoft.com/office/officeart/2005/8/layout/orgChart1"/>
    <dgm:cxn modelId="{8FC9AE36-7E76-47DA-A8E7-239B437CC727}" type="presParOf" srcId="{CA2884D4-7D9D-4B59-B82F-B98CFA05B2DB}" destId="{444E263D-CCC4-4F5A-9696-82CDE2BB8C97}" srcOrd="0" destOrd="0" presId="urn:microsoft.com/office/officeart/2005/8/layout/orgChart1"/>
    <dgm:cxn modelId="{C03BADEA-5103-40D5-A876-8C523DE37D90}" type="presParOf" srcId="{444E263D-CCC4-4F5A-9696-82CDE2BB8C97}" destId="{7F834364-F6D6-484A-A693-FF32893CAC89}" srcOrd="0" destOrd="0" presId="urn:microsoft.com/office/officeart/2005/8/layout/orgChart1"/>
    <dgm:cxn modelId="{804FEC78-507E-4D3F-B313-BDDA726AE878}" type="presParOf" srcId="{444E263D-CCC4-4F5A-9696-82CDE2BB8C97}" destId="{317BFC9A-AFF4-41F5-9F75-170434B33F87}" srcOrd="1" destOrd="0" presId="urn:microsoft.com/office/officeart/2005/8/layout/orgChart1"/>
    <dgm:cxn modelId="{E50086D9-830E-41D0-AEEC-40E6FA3E4BFD}" type="presParOf" srcId="{CA2884D4-7D9D-4B59-B82F-B98CFA05B2DB}" destId="{393C1E0D-AFE0-48F4-8209-91F1DF0DF8FE}" srcOrd="1" destOrd="0" presId="urn:microsoft.com/office/officeart/2005/8/layout/orgChart1"/>
    <dgm:cxn modelId="{AE0D87F6-2066-45E7-AD61-0446DF2C956A}" type="presParOf" srcId="{393C1E0D-AFE0-48F4-8209-91F1DF0DF8FE}" destId="{37EA851A-B678-477A-98B9-EE9A3275469B}" srcOrd="0" destOrd="0" presId="urn:microsoft.com/office/officeart/2005/8/layout/orgChart1"/>
    <dgm:cxn modelId="{4BFAEF9B-2711-4BFC-A715-399523D2FF91}" type="presParOf" srcId="{393C1E0D-AFE0-48F4-8209-91F1DF0DF8FE}" destId="{5DFEC9E5-C54E-4EB7-96B4-65A83EBAFF71}" srcOrd="1" destOrd="0" presId="urn:microsoft.com/office/officeart/2005/8/layout/orgChart1"/>
    <dgm:cxn modelId="{7B14496F-FAA9-4F88-B2EA-C8C7E05A96EF}" type="presParOf" srcId="{5DFEC9E5-C54E-4EB7-96B4-65A83EBAFF71}" destId="{4B347958-DB36-4B7A-92E9-868B9A9FF1FD}" srcOrd="0" destOrd="0" presId="urn:microsoft.com/office/officeart/2005/8/layout/orgChart1"/>
    <dgm:cxn modelId="{DEFD08CC-DEDF-471D-B702-51F0D99375A2}" type="presParOf" srcId="{4B347958-DB36-4B7A-92E9-868B9A9FF1FD}" destId="{1A58F5A1-D652-462F-83C1-B21A7E5B56EC}" srcOrd="0" destOrd="0" presId="urn:microsoft.com/office/officeart/2005/8/layout/orgChart1"/>
    <dgm:cxn modelId="{E5A62ACE-FE93-4856-B24F-7A1F27EC18AE}" type="presParOf" srcId="{4B347958-DB36-4B7A-92E9-868B9A9FF1FD}" destId="{4FB9677D-D39E-4BFE-8E00-41061796AA27}" srcOrd="1" destOrd="0" presId="urn:microsoft.com/office/officeart/2005/8/layout/orgChart1"/>
    <dgm:cxn modelId="{2CC0089C-2FF2-4941-BB1A-CF89D35F9D80}" type="presParOf" srcId="{5DFEC9E5-C54E-4EB7-96B4-65A83EBAFF71}" destId="{729BF2BB-CED4-4E79-A130-16666A5A0344}" srcOrd="1" destOrd="0" presId="urn:microsoft.com/office/officeart/2005/8/layout/orgChart1"/>
    <dgm:cxn modelId="{795DAE58-79D0-4479-9D50-81D1A15335EA}" type="presParOf" srcId="{729BF2BB-CED4-4E79-A130-16666A5A0344}" destId="{D72CD041-426F-47A9-B3E7-C04AB2405000}" srcOrd="0" destOrd="0" presId="urn:microsoft.com/office/officeart/2005/8/layout/orgChart1"/>
    <dgm:cxn modelId="{66FF8D8E-1AE4-4312-9C8E-645299CA42CE}" type="presParOf" srcId="{729BF2BB-CED4-4E79-A130-16666A5A0344}" destId="{F0AABFFF-FA4E-4761-AD8B-44A8F19E70CA}" srcOrd="1" destOrd="0" presId="urn:microsoft.com/office/officeart/2005/8/layout/orgChart1"/>
    <dgm:cxn modelId="{70403FF6-D1BA-4C85-9C0C-CEFCEFCD4638}" type="presParOf" srcId="{F0AABFFF-FA4E-4761-AD8B-44A8F19E70CA}" destId="{4268E7B3-DDCD-427E-89FF-84C036809684}" srcOrd="0" destOrd="0" presId="urn:microsoft.com/office/officeart/2005/8/layout/orgChart1"/>
    <dgm:cxn modelId="{03E23F89-C0DA-4DAC-91B0-F3B78F370A59}" type="presParOf" srcId="{4268E7B3-DDCD-427E-89FF-84C036809684}" destId="{C7230F13-F44D-4518-8DC5-244530AB253C}" srcOrd="0" destOrd="0" presId="urn:microsoft.com/office/officeart/2005/8/layout/orgChart1"/>
    <dgm:cxn modelId="{B8C9D10B-032C-4329-A217-A3CE1C694DF2}" type="presParOf" srcId="{4268E7B3-DDCD-427E-89FF-84C036809684}" destId="{08C9E626-BA87-4DBA-8314-2460BA2A775F}" srcOrd="1" destOrd="0" presId="urn:microsoft.com/office/officeart/2005/8/layout/orgChart1"/>
    <dgm:cxn modelId="{031DAAC8-2449-410D-9942-BA45051F0C2A}" type="presParOf" srcId="{F0AABFFF-FA4E-4761-AD8B-44A8F19E70CA}" destId="{D5D4B803-3262-4BAD-BE3B-3788DB3A5F61}" srcOrd="1" destOrd="0" presId="urn:microsoft.com/office/officeart/2005/8/layout/orgChart1"/>
    <dgm:cxn modelId="{3B3978F9-A6CF-46BC-B492-F63E7FE1AF2F}" type="presParOf" srcId="{F0AABFFF-FA4E-4761-AD8B-44A8F19E70CA}" destId="{F014CF34-0B90-45AD-AC09-0AE129F4008A}" srcOrd="2" destOrd="0" presId="urn:microsoft.com/office/officeart/2005/8/layout/orgChart1"/>
    <dgm:cxn modelId="{9EB0E68E-1C82-49C1-AFFB-4106F980F4DA}" type="presParOf" srcId="{5DFEC9E5-C54E-4EB7-96B4-65A83EBAFF71}" destId="{F79402C0-C083-49DE-BF6D-1FE511A39C1D}" srcOrd="2" destOrd="0" presId="urn:microsoft.com/office/officeart/2005/8/layout/orgChart1"/>
    <dgm:cxn modelId="{4DF80DAD-DD07-464A-8A6E-E813E2EF2785}" type="presParOf" srcId="{393C1E0D-AFE0-48F4-8209-91F1DF0DF8FE}" destId="{F71749BF-3172-40AB-B117-B343D2CA7E98}" srcOrd="2" destOrd="0" presId="urn:microsoft.com/office/officeart/2005/8/layout/orgChart1"/>
    <dgm:cxn modelId="{94F27FFC-A440-4ED8-A568-B15E31F220EF}" type="presParOf" srcId="{393C1E0D-AFE0-48F4-8209-91F1DF0DF8FE}" destId="{B3FA66D6-B86C-416A-9606-ADABE7619309}" srcOrd="3" destOrd="0" presId="urn:microsoft.com/office/officeart/2005/8/layout/orgChart1"/>
    <dgm:cxn modelId="{A0E7C592-E77B-4653-92C2-435BD7131E1F}" type="presParOf" srcId="{B3FA66D6-B86C-416A-9606-ADABE7619309}" destId="{41A1C7D8-BB69-4B46-8635-E40E30F759AB}" srcOrd="0" destOrd="0" presId="urn:microsoft.com/office/officeart/2005/8/layout/orgChart1"/>
    <dgm:cxn modelId="{B89BDE9D-182E-49DB-BC2C-9DBB6C49A5F9}" type="presParOf" srcId="{41A1C7D8-BB69-4B46-8635-E40E30F759AB}" destId="{BFA551EA-FC42-4E2F-AF99-A6D7A91E4D53}" srcOrd="0" destOrd="0" presId="urn:microsoft.com/office/officeart/2005/8/layout/orgChart1"/>
    <dgm:cxn modelId="{952232CA-F70A-4D57-BCDC-F522760DE1B5}" type="presParOf" srcId="{41A1C7D8-BB69-4B46-8635-E40E30F759AB}" destId="{132D8914-CE6F-44AC-9F48-E4357F643C55}" srcOrd="1" destOrd="0" presId="urn:microsoft.com/office/officeart/2005/8/layout/orgChart1"/>
    <dgm:cxn modelId="{24D3C5DD-C886-40B5-B5F5-C72B14BC2CDB}" type="presParOf" srcId="{B3FA66D6-B86C-416A-9606-ADABE7619309}" destId="{1720C949-3DB6-49A2-9148-1B8F42B5DF72}" srcOrd="1" destOrd="0" presId="urn:microsoft.com/office/officeart/2005/8/layout/orgChart1"/>
    <dgm:cxn modelId="{B9BFF24C-89CE-4B34-A5CE-E678B5141AD5}" type="presParOf" srcId="{1720C949-3DB6-49A2-9148-1B8F42B5DF72}" destId="{B36B674E-37D7-4793-8CB1-A2216E62663A}" srcOrd="0" destOrd="0" presId="urn:microsoft.com/office/officeart/2005/8/layout/orgChart1"/>
    <dgm:cxn modelId="{6308C709-D855-4EF7-B6D1-12B1D4C59D00}" type="presParOf" srcId="{1720C949-3DB6-49A2-9148-1B8F42B5DF72}" destId="{3FF8DDD1-D102-4274-A4D6-AC83A86F72AB}" srcOrd="1" destOrd="0" presId="urn:microsoft.com/office/officeart/2005/8/layout/orgChart1"/>
    <dgm:cxn modelId="{A4CDA275-E046-4855-BD61-B6A8E3208B1A}" type="presParOf" srcId="{3FF8DDD1-D102-4274-A4D6-AC83A86F72AB}" destId="{94BB5284-58F5-4050-9008-39FCC3A7FF40}" srcOrd="0" destOrd="0" presId="urn:microsoft.com/office/officeart/2005/8/layout/orgChart1"/>
    <dgm:cxn modelId="{5DDA66C9-EA28-41CB-B2BA-45D49FA61558}" type="presParOf" srcId="{94BB5284-58F5-4050-9008-39FCC3A7FF40}" destId="{73D6EE9A-6394-4442-8625-460574169B73}" srcOrd="0" destOrd="0" presId="urn:microsoft.com/office/officeart/2005/8/layout/orgChart1"/>
    <dgm:cxn modelId="{92FC9B0C-D729-47CE-BD02-6AC1A07C4D5F}" type="presParOf" srcId="{94BB5284-58F5-4050-9008-39FCC3A7FF40}" destId="{9EE14039-CEFE-47F0-9E54-6248F32E284A}" srcOrd="1" destOrd="0" presId="urn:microsoft.com/office/officeart/2005/8/layout/orgChart1"/>
    <dgm:cxn modelId="{19D2B2BF-BA57-4491-9429-7BCD79DEB498}" type="presParOf" srcId="{3FF8DDD1-D102-4274-A4D6-AC83A86F72AB}" destId="{3E851583-03E9-4F15-B0E4-0169E9A8385D}" srcOrd="1" destOrd="0" presId="urn:microsoft.com/office/officeart/2005/8/layout/orgChart1"/>
    <dgm:cxn modelId="{A4181870-AB54-446B-A56F-5585A0084C24}" type="presParOf" srcId="{3FF8DDD1-D102-4274-A4D6-AC83A86F72AB}" destId="{15F75620-E7A4-42AA-B825-3F9B297192D3}" srcOrd="2" destOrd="0" presId="urn:microsoft.com/office/officeart/2005/8/layout/orgChart1"/>
    <dgm:cxn modelId="{C0DDD687-41C7-4F93-9B97-93922A660D07}" type="presParOf" srcId="{B3FA66D6-B86C-416A-9606-ADABE7619309}" destId="{60F10ADD-D8DA-49D8-B15A-9FFB9C21BEAE}" srcOrd="2" destOrd="0" presId="urn:microsoft.com/office/officeart/2005/8/layout/orgChart1"/>
    <dgm:cxn modelId="{EBD8DF9C-6B9F-4A0C-8CF0-51D492B4D9FF}" type="presParOf" srcId="{393C1E0D-AFE0-48F4-8209-91F1DF0DF8FE}" destId="{15A00ECE-D28A-42C6-9911-BB0E11A35E5D}" srcOrd="4" destOrd="0" presId="urn:microsoft.com/office/officeart/2005/8/layout/orgChart1"/>
    <dgm:cxn modelId="{A7C5F3AE-A9DA-4B5A-912C-3EA523AECC8F}" type="presParOf" srcId="{393C1E0D-AFE0-48F4-8209-91F1DF0DF8FE}" destId="{AA586149-9144-45ED-8FB5-84445361ACE6}" srcOrd="5" destOrd="0" presId="urn:microsoft.com/office/officeart/2005/8/layout/orgChart1"/>
    <dgm:cxn modelId="{3B8A008C-2F3C-441B-93B3-D1EEDD120526}" type="presParOf" srcId="{AA586149-9144-45ED-8FB5-84445361ACE6}" destId="{A7355A85-01BF-472B-BD0F-8767A33F5385}" srcOrd="0" destOrd="0" presId="urn:microsoft.com/office/officeart/2005/8/layout/orgChart1"/>
    <dgm:cxn modelId="{9119B447-C97E-4C55-835E-8EA3F40D33E9}" type="presParOf" srcId="{A7355A85-01BF-472B-BD0F-8767A33F5385}" destId="{2738EE88-8719-4802-A5D2-A7509D8441D7}" srcOrd="0" destOrd="0" presId="urn:microsoft.com/office/officeart/2005/8/layout/orgChart1"/>
    <dgm:cxn modelId="{C551478E-37C7-4A1D-9AF2-B41E1575AE04}" type="presParOf" srcId="{A7355A85-01BF-472B-BD0F-8767A33F5385}" destId="{ED39B010-3C28-4987-BECC-731E6F8BBDFF}" srcOrd="1" destOrd="0" presId="urn:microsoft.com/office/officeart/2005/8/layout/orgChart1"/>
    <dgm:cxn modelId="{10CF0CCF-1DDB-4CDB-8653-54DCA8070A4C}" type="presParOf" srcId="{AA586149-9144-45ED-8FB5-84445361ACE6}" destId="{888AB293-CE4C-4420-8052-26FA8153F4F7}" srcOrd="1" destOrd="0" presId="urn:microsoft.com/office/officeart/2005/8/layout/orgChart1"/>
    <dgm:cxn modelId="{E8B8EBC9-B286-42C3-85CA-FF0D7F715614}" type="presParOf" srcId="{888AB293-CE4C-4420-8052-26FA8153F4F7}" destId="{56882E16-14C1-4E3A-B851-259F28E710E6}" srcOrd="0" destOrd="0" presId="urn:microsoft.com/office/officeart/2005/8/layout/orgChart1"/>
    <dgm:cxn modelId="{29E81504-1955-4E81-8429-929009991F61}" type="presParOf" srcId="{888AB293-CE4C-4420-8052-26FA8153F4F7}" destId="{EFB5FBEE-57D8-47E0-8C53-A7D574BA6A86}" srcOrd="1" destOrd="0" presId="urn:microsoft.com/office/officeart/2005/8/layout/orgChart1"/>
    <dgm:cxn modelId="{07570C10-AF21-44AB-99BF-302FD4D0F188}" type="presParOf" srcId="{EFB5FBEE-57D8-47E0-8C53-A7D574BA6A86}" destId="{6355624C-2AB4-49A1-9E84-F9810A740D23}" srcOrd="0" destOrd="0" presId="urn:microsoft.com/office/officeart/2005/8/layout/orgChart1"/>
    <dgm:cxn modelId="{C2274B26-B94C-420E-A32C-E1DF2587942F}" type="presParOf" srcId="{6355624C-2AB4-49A1-9E84-F9810A740D23}" destId="{33F12CAB-3B0A-4029-9151-C5E9EF99E022}" srcOrd="0" destOrd="0" presId="urn:microsoft.com/office/officeart/2005/8/layout/orgChart1"/>
    <dgm:cxn modelId="{1D051B13-CE91-4C9C-AB1E-BC0317C823A9}" type="presParOf" srcId="{6355624C-2AB4-49A1-9E84-F9810A740D23}" destId="{5266CB47-BCD1-42BA-8CE4-70753E720913}" srcOrd="1" destOrd="0" presId="urn:microsoft.com/office/officeart/2005/8/layout/orgChart1"/>
    <dgm:cxn modelId="{66B9EE94-13D0-4EF1-BD6E-1E1B7D641FE8}" type="presParOf" srcId="{EFB5FBEE-57D8-47E0-8C53-A7D574BA6A86}" destId="{ED61B62D-B187-4A34-9804-9146EACF26DA}" srcOrd="1" destOrd="0" presId="urn:microsoft.com/office/officeart/2005/8/layout/orgChart1"/>
    <dgm:cxn modelId="{B493B826-BF99-4780-B50C-3885742C67EF}" type="presParOf" srcId="{EFB5FBEE-57D8-47E0-8C53-A7D574BA6A86}" destId="{146F5353-4E03-4650-B0BF-BFC5BDDCF85E}" srcOrd="2" destOrd="0" presId="urn:microsoft.com/office/officeart/2005/8/layout/orgChart1"/>
    <dgm:cxn modelId="{66AC3813-601A-466C-8CC4-65289AFFB502}" type="presParOf" srcId="{AA586149-9144-45ED-8FB5-84445361ACE6}" destId="{63FEE334-E5F8-43F2-A253-538469385473}" srcOrd="2" destOrd="0" presId="urn:microsoft.com/office/officeart/2005/8/layout/orgChart1"/>
    <dgm:cxn modelId="{45CEDE0D-AAE6-4E35-B68F-1177523DCDAD}" type="presParOf" srcId="{393C1E0D-AFE0-48F4-8209-91F1DF0DF8FE}" destId="{830D7870-9E9D-47B7-B594-4C37448B7FB2}" srcOrd="6" destOrd="0" presId="urn:microsoft.com/office/officeart/2005/8/layout/orgChart1"/>
    <dgm:cxn modelId="{C6C2D0AA-1346-4727-9BF0-CC7669C096CC}" type="presParOf" srcId="{393C1E0D-AFE0-48F4-8209-91F1DF0DF8FE}" destId="{D074F2FC-2DC1-456C-BA83-13478A1DB78A}" srcOrd="7" destOrd="0" presId="urn:microsoft.com/office/officeart/2005/8/layout/orgChart1"/>
    <dgm:cxn modelId="{27999EE5-028A-4B50-9C5F-21529B031F96}" type="presParOf" srcId="{D074F2FC-2DC1-456C-BA83-13478A1DB78A}" destId="{D92E66DE-45AA-40D3-A3B1-548262A77024}" srcOrd="0" destOrd="0" presId="urn:microsoft.com/office/officeart/2005/8/layout/orgChart1"/>
    <dgm:cxn modelId="{2A1A8FF7-2BBB-4C5C-8730-5AFAB34C0A9B}" type="presParOf" srcId="{D92E66DE-45AA-40D3-A3B1-548262A77024}" destId="{21D6268A-6D8D-4DDA-A02D-E35CA7B01A1F}" srcOrd="0" destOrd="0" presId="urn:microsoft.com/office/officeart/2005/8/layout/orgChart1"/>
    <dgm:cxn modelId="{CBA05C40-2ED5-4294-A307-2668E7E362FC}" type="presParOf" srcId="{D92E66DE-45AA-40D3-A3B1-548262A77024}" destId="{A1820898-96DD-44A3-86AA-DE4BF9AA61B2}" srcOrd="1" destOrd="0" presId="urn:microsoft.com/office/officeart/2005/8/layout/orgChart1"/>
    <dgm:cxn modelId="{79C3056F-7E62-4039-BAED-8F1682676940}" type="presParOf" srcId="{D074F2FC-2DC1-456C-BA83-13478A1DB78A}" destId="{DFE58848-35C6-418F-ABC1-F7655418CC4A}" srcOrd="1" destOrd="0" presId="urn:microsoft.com/office/officeart/2005/8/layout/orgChart1"/>
    <dgm:cxn modelId="{136D73BD-C783-4E30-8B43-936FE210F9FC}" type="presParOf" srcId="{DFE58848-35C6-418F-ABC1-F7655418CC4A}" destId="{E52D0DA8-4D6A-4B44-952A-959A9C67E00F}" srcOrd="0" destOrd="0" presId="urn:microsoft.com/office/officeart/2005/8/layout/orgChart1"/>
    <dgm:cxn modelId="{3588611E-883B-42E0-A299-48A116DEF992}" type="presParOf" srcId="{DFE58848-35C6-418F-ABC1-F7655418CC4A}" destId="{0DC047BD-AF32-4D1D-A42B-CC04E1030D03}" srcOrd="1" destOrd="0" presId="urn:microsoft.com/office/officeart/2005/8/layout/orgChart1"/>
    <dgm:cxn modelId="{3FE721B3-C499-468C-88C6-601F90EEC4E4}" type="presParOf" srcId="{0DC047BD-AF32-4D1D-A42B-CC04E1030D03}" destId="{2F4AA169-EE30-4A1D-8CFD-7F590F913F32}" srcOrd="0" destOrd="0" presId="urn:microsoft.com/office/officeart/2005/8/layout/orgChart1"/>
    <dgm:cxn modelId="{10816E0D-FB94-400A-A5CA-71364DDD9986}" type="presParOf" srcId="{2F4AA169-EE30-4A1D-8CFD-7F590F913F32}" destId="{DF033F22-B5A9-4B32-AE87-5BC01F5EDED7}" srcOrd="0" destOrd="0" presId="urn:microsoft.com/office/officeart/2005/8/layout/orgChart1"/>
    <dgm:cxn modelId="{FF356AB8-B697-4EFC-8B9F-CAEC9A2CDA4F}" type="presParOf" srcId="{2F4AA169-EE30-4A1D-8CFD-7F590F913F32}" destId="{2C7BF12C-61B1-4A0B-B728-B579DC37DB53}" srcOrd="1" destOrd="0" presId="urn:microsoft.com/office/officeart/2005/8/layout/orgChart1"/>
    <dgm:cxn modelId="{CB9C1D9C-A419-46E9-BD68-4ABC37BA0138}" type="presParOf" srcId="{0DC047BD-AF32-4D1D-A42B-CC04E1030D03}" destId="{DD3E9C88-E2F2-4E82-BD65-9247609AB732}" srcOrd="1" destOrd="0" presId="urn:microsoft.com/office/officeart/2005/8/layout/orgChart1"/>
    <dgm:cxn modelId="{E8D6A181-7538-4EAC-AF79-679EDFF82923}" type="presParOf" srcId="{0DC047BD-AF32-4D1D-A42B-CC04E1030D03}" destId="{506FD937-F740-4809-B1A5-69799BA67C73}" srcOrd="2" destOrd="0" presId="urn:microsoft.com/office/officeart/2005/8/layout/orgChart1"/>
    <dgm:cxn modelId="{85B0E3B9-C197-4706-91F3-8BDFADF6FF3E}" type="presParOf" srcId="{D074F2FC-2DC1-456C-BA83-13478A1DB78A}" destId="{8CE7ADB1-DF69-456A-8F43-9BC31D4627BD}" srcOrd="2" destOrd="0" presId="urn:microsoft.com/office/officeart/2005/8/layout/orgChart1"/>
    <dgm:cxn modelId="{11E33D01-5DE2-4671-8629-71D1B776B693}" type="presParOf" srcId="{CA2884D4-7D9D-4B59-B82F-B98CFA05B2DB}" destId="{2230DFC4-46A6-4EED-A207-AFFABA36898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8799A7-2D7C-445D-AC95-D35D2BA5F93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4E6241-28BB-4088-B5E1-66E19B7F7AFA}">
      <dgm:prSet phldrT="[Text]"/>
      <dgm:spPr/>
      <dgm:t>
        <a:bodyPr/>
        <a:lstStyle/>
        <a:p>
          <a:r>
            <a:rPr lang="es-419" dirty="0"/>
            <a:t>Motor Lucia V1</a:t>
          </a:r>
          <a:endParaRPr lang="en-US" dirty="0"/>
        </a:p>
      </dgm:t>
    </dgm:pt>
    <dgm:pt modelId="{D090D553-5AAA-4DC5-9B98-696F8F590C58}" type="parTrans" cxnId="{41483419-48EC-42FF-AB1B-E7C51A296A3C}">
      <dgm:prSet/>
      <dgm:spPr/>
      <dgm:t>
        <a:bodyPr/>
        <a:lstStyle/>
        <a:p>
          <a:endParaRPr lang="en-US"/>
        </a:p>
      </dgm:t>
    </dgm:pt>
    <dgm:pt modelId="{865FB889-7C2A-43D1-BDA5-22EF76A709EF}" type="sibTrans" cxnId="{41483419-48EC-42FF-AB1B-E7C51A296A3C}">
      <dgm:prSet/>
      <dgm:spPr/>
      <dgm:t>
        <a:bodyPr/>
        <a:lstStyle/>
        <a:p>
          <a:endParaRPr lang="en-US"/>
        </a:p>
      </dgm:t>
    </dgm:pt>
    <dgm:pt modelId="{FDD168F5-7F7E-41DC-8DDC-4C52CFF094BC}">
      <dgm:prSet phldrT="[Text]"/>
      <dgm:spPr/>
      <dgm:t>
        <a:bodyPr/>
        <a:lstStyle/>
        <a:p>
          <a:r>
            <a:rPr lang="es-419" dirty="0"/>
            <a:t>Requisitos de prueba (o vuelo)</a:t>
          </a:r>
          <a:endParaRPr lang="en-US" dirty="0"/>
        </a:p>
      </dgm:t>
    </dgm:pt>
    <dgm:pt modelId="{403AC2A1-48D8-4C77-8FE9-B30D729AB268}" type="parTrans" cxnId="{115A791E-843D-405F-A51E-5F66D5A88261}">
      <dgm:prSet/>
      <dgm:spPr/>
      <dgm:t>
        <a:bodyPr/>
        <a:lstStyle/>
        <a:p>
          <a:endParaRPr lang="en-US"/>
        </a:p>
      </dgm:t>
    </dgm:pt>
    <dgm:pt modelId="{404B09F0-1656-4FAE-9FA7-54E8B8439CD1}" type="sibTrans" cxnId="{115A791E-843D-405F-A51E-5F66D5A88261}">
      <dgm:prSet/>
      <dgm:spPr/>
      <dgm:t>
        <a:bodyPr/>
        <a:lstStyle/>
        <a:p>
          <a:endParaRPr lang="en-US"/>
        </a:p>
      </dgm:t>
    </dgm:pt>
    <dgm:pt modelId="{61CEF048-13EA-4B41-86C2-486467E112DC}">
      <dgm:prSet phldrT="[Text]"/>
      <dgm:spPr/>
      <dgm:t>
        <a:bodyPr/>
        <a:lstStyle/>
        <a:p>
          <a:r>
            <a:rPr lang="es-419" dirty="0"/>
            <a:t>Carcasa </a:t>
          </a:r>
          <a:endParaRPr lang="en-US" dirty="0"/>
        </a:p>
      </dgm:t>
    </dgm:pt>
    <dgm:pt modelId="{0447AE64-B87F-4D80-B627-1B3E327F6575}" type="parTrans" cxnId="{D9726BC9-8764-4B1F-BB36-0E991FEA3A5A}">
      <dgm:prSet/>
      <dgm:spPr/>
      <dgm:t>
        <a:bodyPr/>
        <a:lstStyle/>
        <a:p>
          <a:endParaRPr lang="en-US"/>
        </a:p>
      </dgm:t>
    </dgm:pt>
    <dgm:pt modelId="{93C7E515-6C31-4E92-B279-319DCE29DEBD}" type="sibTrans" cxnId="{D9726BC9-8764-4B1F-BB36-0E991FEA3A5A}">
      <dgm:prSet/>
      <dgm:spPr/>
      <dgm:t>
        <a:bodyPr/>
        <a:lstStyle/>
        <a:p>
          <a:endParaRPr lang="en-US"/>
        </a:p>
      </dgm:t>
    </dgm:pt>
    <dgm:pt modelId="{031708A7-E475-424C-B523-474088046CDB}">
      <dgm:prSet phldrT="[Text]"/>
      <dgm:spPr/>
      <dgm:t>
        <a:bodyPr/>
        <a:lstStyle/>
        <a:p>
          <a:r>
            <a:rPr lang="es-419" dirty="0"/>
            <a:t>Tobera </a:t>
          </a:r>
          <a:endParaRPr lang="en-US" dirty="0"/>
        </a:p>
      </dgm:t>
    </dgm:pt>
    <dgm:pt modelId="{9B736D1C-63C0-4699-A8F6-F256EAA2CCE7}" type="parTrans" cxnId="{9F6D106B-F80E-4E2B-B2FC-8D66F2D8DB5C}">
      <dgm:prSet/>
      <dgm:spPr/>
      <dgm:t>
        <a:bodyPr/>
        <a:lstStyle/>
        <a:p>
          <a:endParaRPr lang="en-US"/>
        </a:p>
      </dgm:t>
    </dgm:pt>
    <dgm:pt modelId="{B6FB5538-38C1-49C6-9449-C38E57F547F1}" type="sibTrans" cxnId="{9F6D106B-F80E-4E2B-B2FC-8D66F2D8DB5C}">
      <dgm:prSet/>
      <dgm:spPr/>
      <dgm:t>
        <a:bodyPr/>
        <a:lstStyle/>
        <a:p>
          <a:endParaRPr lang="en-US"/>
        </a:p>
      </dgm:t>
    </dgm:pt>
    <dgm:pt modelId="{D4A045D1-253C-4B50-A206-9F78FF8DE01B}">
      <dgm:prSet phldrT="[Text]"/>
      <dgm:spPr/>
      <dgm:t>
        <a:bodyPr/>
        <a:lstStyle/>
        <a:p>
          <a:r>
            <a:rPr lang="es-419" dirty="0"/>
            <a:t>Mamparo </a:t>
          </a:r>
          <a:endParaRPr lang="en-US" dirty="0"/>
        </a:p>
      </dgm:t>
    </dgm:pt>
    <dgm:pt modelId="{426A97F8-0D0C-4D7B-B5BF-0C93702AC78B}" type="parTrans" cxnId="{9CEE28B2-AA17-4436-B60E-1842365165E3}">
      <dgm:prSet/>
      <dgm:spPr/>
      <dgm:t>
        <a:bodyPr/>
        <a:lstStyle/>
        <a:p>
          <a:endParaRPr lang="en-US"/>
        </a:p>
      </dgm:t>
    </dgm:pt>
    <dgm:pt modelId="{B4406ADA-14F0-471E-A0F7-E0C28A06D96F}" type="sibTrans" cxnId="{9CEE28B2-AA17-4436-B60E-1842365165E3}">
      <dgm:prSet/>
      <dgm:spPr/>
      <dgm:t>
        <a:bodyPr/>
        <a:lstStyle/>
        <a:p>
          <a:endParaRPr lang="en-US"/>
        </a:p>
      </dgm:t>
    </dgm:pt>
    <dgm:pt modelId="{ACF90EAA-1A7B-463C-8761-FCA4C67BBDF5}">
      <dgm:prSet phldrT="[Text]"/>
      <dgm:spPr>
        <a:solidFill>
          <a:srgbClr val="92D050"/>
        </a:solidFill>
      </dgm:spPr>
      <dgm:t>
        <a:bodyPr/>
        <a:lstStyle/>
        <a:p>
          <a:r>
            <a:rPr lang="es-419" dirty="0"/>
            <a:t>Diseñado </a:t>
          </a:r>
          <a:endParaRPr lang="en-US" dirty="0"/>
        </a:p>
      </dgm:t>
    </dgm:pt>
    <dgm:pt modelId="{41140C38-BBB7-4782-8B09-629B71A30A37}" type="parTrans" cxnId="{BDC10AF5-E00D-46F6-B01D-7A79572AFF96}">
      <dgm:prSet/>
      <dgm:spPr/>
      <dgm:t>
        <a:bodyPr/>
        <a:lstStyle/>
        <a:p>
          <a:endParaRPr lang="en-US"/>
        </a:p>
      </dgm:t>
    </dgm:pt>
    <dgm:pt modelId="{D840CCC7-C965-42B5-8F89-ED64DB3A973B}" type="sibTrans" cxnId="{BDC10AF5-E00D-46F6-B01D-7A79572AFF96}">
      <dgm:prSet/>
      <dgm:spPr/>
      <dgm:t>
        <a:bodyPr/>
        <a:lstStyle/>
        <a:p>
          <a:endParaRPr lang="en-US"/>
        </a:p>
      </dgm:t>
    </dgm:pt>
    <dgm:pt modelId="{C2D62D8E-A309-4391-AC12-F3078D561456}">
      <dgm:prSet phldrT="[Text]"/>
      <dgm:spPr>
        <a:solidFill>
          <a:srgbClr val="92D050"/>
        </a:solidFill>
      </dgm:spPr>
      <dgm:t>
        <a:bodyPr/>
        <a:lstStyle/>
        <a:p>
          <a:r>
            <a:rPr lang="es-419" dirty="0">
              <a:solidFill>
                <a:schemeClr val="tx1"/>
              </a:solidFill>
            </a:rPr>
            <a:t>Diseñado </a:t>
          </a:r>
          <a:endParaRPr lang="en-US" dirty="0">
            <a:solidFill>
              <a:schemeClr val="tx1"/>
            </a:solidFill>
          </a:endParaRPr>
        </a:p>
      </dgm:t>
    </dgm:pt>
    <dgm:pt modelId="{1824237B-943D-4A2D-8900-BC49934C5199}" type="parTrans" cxnId="{0B9E874E-264C-417A-8644-85E43C18216F}">
      <dgm:prSet/>
      <dgm:spPr/>
      <dgm:t>
        <a:bodyPr/>
        <a:lstStyle/>
        <a:p>
          <a:endParaRPr lang="en-US"/>
        </a:p>
      </dgm:t>
    </dgm:pt>
    <dgm:pt modelId="{61CFB42E-E9A1-4CD0-86FB-A71807D5FE1E}" type="sibTrans" cxnId="{0B9E874E-264C-417A-8644-85E43C18216F}">
      <dgm:prSet/>
      <dgm:spPr/>
      <dgm:t>
        <a:bodyPr/>
        <a:lstStyle/>
        <a:p>
          <a:endParaRPr lang="en-US"/>
        </a:p>
      </dgm:t>
    </dgm:pt>
    <dgm:pt modelId="{776BF2C7-800C-4DA7-BE12-E4E68F026B67}">
      <dgm:prSet phldrT="[Text]"/>
      <dgm:spPr/>
      <dgm:t>
        <a:bodyPr/>
        <a:lstStyle/>
        <a:p>
          <a:r>
            <a:rPr lang="es-419" dirty="0"/>
            <a:t>Ablativo</a:t>
          </a:r>
          <a:endParaRPr lang="en-US" dirty="0"/>
        </a:p>
      </dgm:t>
    </dgm:pt>
    <dgm:pt modelId="{BAA3AE73-D881-4C80-B993-41D0C84B99BC}" type="parTrans" cxnId="{BD381566-B93F-4605-A243-C5E327751091}">
      <dgm:prSet/>
      <dgm:spPr/>
      <dgm:t>
        <a:bodyPr/>
        <a:lstStyle/>
        <a:p>
          <a:endParaRPr lang="en-US"/>
        </a:p>
      </dgm:t>
    </dgm:pt>
    <dgm:pt modelId="{4560431C-AFD8-4561-98D8-C740EC92776C}" type="sibTrans" cxnId="{BD381566-B93F-4605-A243-C5E327751091}">
      <dgm:prSet/>
      <dgm:spPr/>
      <dgm:t>
        <a:bodyPr/>
        <a:lstStyle/>
        <a:p>
          <a:endParaRPr lang="en-US"/>
        </a:p>
      </dgm:t>
    </dgm:pt>
    <dgm:pt modelId="{02E62D2C-6C0D-443B-99EF-02175DA06FAF}">
      <dgm:prSet phldrT="[Text]"/>
      <dgm:spPr/>
      <dgm:t>
        <a:bodyPr/>
        <a:lstStyle/>
        <a:p>
          <a:r>
            <a:rPr lang="es-419" dirty="0"/>
            <a:t>Adhesivos y tornillos</a:t>
          </a:r>
          <a:endParaRPr lang="en-US" dirty="0"/>
        </a:p>
      </dgm:t>
    </dgm:pt>
    <dgm:pt modelId="{F071D4FD-C058-469D-869D-D6BFC0AE42FB}" type="parTrans" cxnId="{F9BA0DFB-0CDA-497F-B3C6-04936CF0B829}">
      <dgm:prSet/>
      <dgm:spPr/>
      <dgm:t>
        <a:bodyPr/>
        <a:lstStyle/>
        <a:p>
          <a:endParaRPr lang="en-US"/>
        </a:p>
      </dgm:t>
    </dgm:pt>
    <dgm:pt modelId="{FB031877-4CCF-4BAD-9DD4-EFB1F284667E}" type="sibTrans" cxnId="{F9BA0DFB-0CDA-497F-B3C6-04936CF0B829}">
      <dgm:prSet/>
      <dgm:spPr/>
      <dgm:t>
        <a:bodyPr/>
        <a:lstStyle/>
        <a:p>
          <a:endParaRPr lang="en-US"/>
        </a:p>
      </dgm:t>
    </dgm:pt>
    <dgm:pt modelId="{A27DEF10-57BA-4846-82DD-18B5910FD478}">
      <dgm:prSet phldrT="[Text]"/>
      <dgm:spPr/>
      <dgm:t>
        <a:bodyPr/>
        <a:lstStyle/>
        <a:p>
          <a:r>
            <a:rPr lang="es-419" dirty="0"/>
            <a:t>Propelente</a:t>
          </a:r>
          <a:endParaRPr lang="en-US" dirty="0"/>
        </a:p>
      </dgm:t>
    </dgm:pt>
    <dgm:pt modelId="{7D527945-879F-4131-9B20-650CD9AC6090}" type="parTrans" cxnId="{8C39B7D5-1A53-4870-BDBB-E2745CB2237F}">
      <dgm:prSet/>
      <dgm:spPr/>
      <dgm:t>
        <a:bodyPr/>
        <a:lstStyle/>
        <a:p>
          <a:endParaRPr lang="en-US"/>
        </a:p>
      </dgm:t>
    </dgm:pt>
    <dgm:pt modelId="{637CC5BF-2B6F-4A98-BA3A-B28FF47800F8}" type="sibTrans" cxnId="{8C39B7D5-1A53-4870-BDBB-E2745CB2237F}">
      <dgm:prSet/>
      <dgm:spPr/>
      <dgm:t>
        <a:bodyPr/>
        <a:lstStyle/>
        <a:p>
          <a:endParaRPr lang="en-US"/>
        </a:p>
      </dgm:t>
    </dgm:pt>
    <dgm:pt modelId="{A72408D0-A6D7-467C-909B-3A450341007F}">
      <dgm:prSet phldrT="[Text]"/>
      <dgm:spPr>
        <a:solidFill>
          <a:srgbClr val="92D050"/>
        </a:solidFill>
      </dgm:spPr>
      <dgm:t>
        <a:bodyPr/>
        <a:lstStyle/>
        <a:p>
          <a:r>
            <a:rPr lang="es-419" dirty="0"/>
            <a:t>Manufacturado </a:t>
          </a:r>
          <a:endParaRPr lang="en-US" dirty="0"/>
        </a:p>
      </dgm:t>
    </dgm:pt>
    <dgm:pt modelId="{B02259DA-D882-4CF8-AB7F-C40347AA4712}" type="parTrans" cxnId="{645E6203-5BF9-4A07-9146-3E30F549A36B}">
      <dgm:prSet/>
      <dgm:spPr/>
      <dgm:t>
        <a:bodyPr/>
        <a:lstStyle/>
        <a:p>
          <a:endParaRPr lang="en-US"/>
        </a:p>
      </dgm:t>
    </dgm:pt>
    <dgm:pt modelId="{F33FB308-DDFF-41CF-A7E9-450F20DD60E0}" type="sibTrans" cxnId="{645E6203-5BF9-4A07-9146-3E30F549A36B}">
      <dgm:prSet/>
      <dgm:spPr/>
      <dgm:t>
        <a:bodyPr/>
        <a:lstStyle/>
        <a:p>
          <a:endParaRPr lang="en-US"/>
        </a:p>
      </dgm:t>
    </dgm:pt>
    <dgm:pt modelId="{4D9AE924-2232-4B42-9D11-9BDFFACE9871}">
      <dgm:prSet phldrT="[Text]"/>
      <dgm:spPr>
        <a:solidFill>
          <a:srgbClr val="FFFF00"/>
        </a:solidFill>
      </dgm:spPr>
      <dgm:t>
        <a:bodyPr/>
        <a:lstStyle/>
        <a:p>
          <a:r>
            <a:rPr lang="es-419" dirty="0">
              <a:solidFill>
                <a:schemeClr val="tx1"/>
              </a:solidFill>
            </a:rPr>
            <a:t>Manufacturado </a:t>
          </a:r>
          <a:endParaRPr lang="en-US" dirty="0">
            <a:solidFill>
              <a:schemeClr val="tx1"/>
            </a:solidFill>
          </a:endParaRPr>
        </a:p>
      </dgm:t>
    </dgm:pt>
    <dgm:pt modelId="{EA4C1CAD-8B72-4E49-B63C-1D0F5A677A95}" type="parTrans" cxnId="{DCFD55ED-4758-402A-8A35-05BF0243B252}">
      <dgm:prSet/>
      <dgm:spPr/>
      <dgm:t>
        <a:bodyPr/>
        <a:lstStyle/>
        <a:p>
          <a:endParaRPr lang="en-US"/>
        </a:p>
      </dgm:t>
    </dgm:pt>
    <dgm:pt modelId="{1BEC2990-220A-4656-8609-B8C292B64AD5}" type="sibTrans" cxnId="{DCFD55ED-4758-402A-8A35-05BF0243B252}">
      <dgm:prSet/>
      <dgm:spPr/>
      <dgm:t>
        <a:bodyPr/>
        <a:lstStyle/>
        <a:p>
          <a:endParaRPr lang="en-US"/>
        </a:p>
      </dgm:t>
    </dgm:pt>
    <dgm:pt modelId="{8C0B946B-6550-4677-AF10-CDA8C1EE2F0E}">
      <dgm:prSet phldrT="[Text]"/>
      <dgm:spPr>
        <a:solidFill>
          <a:srgbClr val="92D050"/>
        </a:solidFill>
      </dgm:spPr>
      <dgm:t>
        <a:bodyPr/>
        <a:lstStyle/>
        <a:p>
          <a:r>
            <a:rPr lang="es-419" dirty="0"/>
            <a:t>Diseñado</a:t>
          </a:r>
          <a:endParaRPr lang="en-US" dirty="0"/>
        </a:p>
      </dgm:t>
    </dgm:pt>
    <dgm:pt modelId="{1988C5CB-E1BE-4F4E-8801-B3DF56BD30BF}" type="parTrans" cxnId="{69D5C985-4CB5-4446-A8F8-FF142C0D9CA3}">
      <dgm:prSet/>
      <dgm:spPr/>
      <dgm:t>
        <a:bodyPr/>
        <a:lstStyle/>
        <a:p>
          <a:endParaRPr lang="en-US"/>
        </a:p>
      </dgm:t>
    </dgm:pt>
    <dgm:pt modelId="{C8D604DB-0C46-481A-ABF9-7675237CF3BB}" type="sibTrans" cxnId="{69D5C985-4CB5-4446-A8F8-FF142C0D9CA3}">
      <dgm:prSet/>
      <dgm:spPr/>
      <dgm:t>
        <a:bodyPr/>
        <a:lstStyle/>
        <a:p>
          <a:endParaRPr lang="en-US"/>
        </a:p>
      </dgm:t>
    </dgm:pt>
    <dgm:pt modelId="{12D2E845-20DD-4140-89A0-348BA5DE07E4}">
      <dgm:prSet phldrT="[Text]"/>
      <dgm:spPr>
        <a:solidFill>
          <a:srgbClr val="92D050"/>
        </a:solidFill>
      </dgm:spPr>
      <dgm:t>
        <a:bodyPr/>
        <a:lstStyle/>
        <a:p>
          <a:r>
            <a:rPr lang="es-419" dirty="0"/>
            <a:t>Manufacturado</a:t>
          </a:r>
          <a:endParaRPr lang="en-US" dirty="0"/>
        </a:p>
      </dgm:t>
    </dgm:pt>
    <dgm:pt modelId="{D8C50F87-9EE9-4BB2-B4F2-3214FB64623F}" type="parTrans" cxnId="{0FC729EF-03FD-4177-AAAB-45349AD68180}">
      <dgm:prSet/>
      <dgm:spPr/>
      <dgm:t>
        <a:bodyPr/>
        <a:lstStyle/>
        <a:p>
          <a:endParaRPr lang="en-US"/>
        </a:p>
      </dgm:t>
    </dgm:pt>
    <dgm:pt modelId="{3D319998-9809-4C2A-88D3-792A6A1850A8}" type="sibTrans" cxnId="{0FC729EF-03FD-4177-AAAB-45349AD68180}">
      <dgm:prSet/>
      <dgm:spPr/>
      <dgm:t>
        <a:bodyPr/>
        <a:lstStyle/>
        <a:p>
          <a:endParaRPr lang="en-US"/>
        </a:p>
      </dgm:t>
    </dgm:pt>
    <dgm:pt modelId="{04AD5E08-E26B-4306-83D9-20E12C3A3403}">
      <dgm:prSet phldrT="[Text]"/>
      <dgm:spPr>
        <a:solidFill>
          <a:srgbClr val="92D050"/>
        </a:solidFill>
      </dgm:spPr>
      <dgm:t>
        <a:bodyPr/>
        <a:lstStyle/>
        <a:p>
          <a:r>
            <a:rPr lang="es-419" dirty="0"/>
            <a:t>Diseñado</a:t>
          </a:r>
          <a:endParaRPr lang="en-US" dirty="0"/>
        </a:p>
      </dgm:t>
    </dgm:pt>
    <dgm:pt modelId="{766FA7B7-F33F-4DE8-B56C-1510828CFBC1}" type="parTrans" cxnId="{3EC8051C-70D4-46B7-9BD9-FFA8C62DCC7A}">
      <dgm:prSet/>
      <dgm:spPr/>
      <dgm:t>
        <a:bodyPr/>
        <a:lstStyle/>
        <a:p>
          <a:endParaRPr lang="en-US"/>
        </a:p>
      </dgm:t>
    </dgm:pt>
    <dgm:pt modelId="{62D2D7B7-6317-4B4A-AEF0-8CA43D471CCC}" type="sibTrans" cxnId="{3EC8051C-70D4-46B7-9BD9-FFA8C62DCC7A}">
      <dgm:prSet/>
      <dgm:spPr/>
      <dgm:t>
        <a:bodyPr/>
        <a:lstStyle/>
        <a:p>
          <a:endParaRPr lang="en-US"/>
        </a:p>
      </dgm:t>
    </dgm:pt>
    <dgm:pt modelId="{4390792C-184C-463F-854C-99ED74B63D89}">
      <dgm:prSet phldrT="[Text]" custT="1"/>
      <dgm:spPr>
        <a:solidFill>
          <a:srgbClr val="FFFF0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Manufacturado</a:t>
          </a:r>
          <a:endParaRPr lang="en-US" sz="9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gm:t>
    </dgm:pt>
    <dgm:pt modelId="{79B25449-575B-4F97-9166-B71B28B66196}" type="parTrans" cxnId="{C0D78BF5-3F4C-4B64-9B7C-968033FDC3E5}">
      <dgm:prSet/>
      <dgm:spPr/>
      <dgm:t>
        <a:bodyPr/>
        <a:lstStyle/>
        <a:p>
          <a:endParaRPr lang="en-US"/>
        </a:p>
      </dgm:t>
    </dgm:pt>
    <dgm:pt modelId="{BC371514-D5BC-4525-A517-14BDBE367AF3}" type="sibTrans" cxnId="{C0D78BF5-3F4C-4B64-9B7C-968033FDC3E5}">
      <dgm:prSet/>
      <dgm:spPr/>
      <dgm:t>
        <a:bodyPr/>
        <a:lstStyle/>
        <a:p>
          <a:endParaRPr lang="en-US"/>
        </a:p>
      </dgm:t>
    </dgm:pt>
    <dgm:pt modelId="{AECE7ECF-BBE2-4301-940D-E0913058E06D}">
      <dgm:prSet phldrT="[Text]" custT="1"/>
      <dgm:spPr>
        <a:solidFill>
          <a:srgbClr val="92D05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Cotizado y adquirido</a:t>
          </a:r>
          <a:endParaRPr lang="en-US" sz="9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EB823CEA-58B1-4545-873A-E88A285BD9A8}" type="parTrans" cxnId="{C5F8139F-B7E6-49B6-A963-FE94B607098C}">
      <dgm:prSet/>
      <dgm:spPr/>
      <dgm:t>
        <a:bodyPr/>
        <a:lstStyle/>
        <a:p>
          <a:endParaRPr lang="en-US"/>
        </a:p>
      </dgm:t>
    </dgm:pt>
    <dgm:pt modelId="{639B6B50-1BE6-41E6-83D1-9FB47153A1F7}" type="sibTrans" cxnId="{C5F8139F-B7E6-49B6-A963-FE94B607098C}">
      <dgm:prSet/>
      <dgm:spPr/>
      <dgm:t>
        <a:bodyPr/>
        <a:lstStyle/>
        <a:p>
          <a:endParaRPr lang="en-US"/>
        </a:p>
      </dgm:t>
    </dgm:pt>
    <dgm:pt modelId="{6A95763E-7FAB-4489-98A9-6D88EAB636BF}">
      <dgm:prSet phldrT="[Text]" custT="1"/>
      <dgm:spPr>
        <a:solidFill>
          <a:srgbClr val="92D05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Formulado</a:t>
          </a:r>
          <a:endParaRPr lang="en-US" sz="9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8EDFF9EF-18DF-4C3E-BA59-647D270B0019}" type="parTrans" cxnId="{1CC60461-C41C-4413-A99C-7EC49FE2CA22}">
      <dgm:prSet/>
      <dgm:spPr/>
      <dgm:t>
        <a:bodyPr/>
        <a:lstStyle/>
        <a:p>
          <a:endParaRPr lang="en-US"/>
        </a:p>
      </dgm:t>
    </dgm:pt>
    <dgm:pt modelId="{5D1887E7-0C87-4322-80FE-117156C1391A}" type="sibTrans" cxnId="{1CC60461-C41C-4413-A99C-7EC49FE2CA22}">
      <dgm:prSet/>
      <dgm:spPr/>
      <dgm:t>
        <a:bodyPr/>
        <a:lstStyle/>
        <a:p>
          <a:endParaRPr lang="en-US"/>
        </a:p>
      </dgm:t>
    </dgm:pt>
    <dgm:pt modelId="{9A989C81-1E92-4E2F-B9E8-25326F12F0CB}">
      <dgm:prSet phldrT="[Text]" custT="1"/>
      <dgm:spPr>
        <a:solidFill>
          <a:srgbClr val="FFFF0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Cotizado y adquirido</a:t>
          </a:r>
          <a:endParaRPr lang="en-US" sz="9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gm:t>
    </dgm:pt>
    <dgm:pt modelId="{1EA67A05-CC1B-4DD8-9CD6-E118F6B14DD8}" type="parTrans" cxnId="{998989C4-09E4-49B9-917C-DD5623F6D482}">
      <dgm:prSet/>
      <dgm:spPr/>
      <dgm:t>
        <a:bodyPr/>
        <a:lstStyle/>
        <a:p>
          <a:endParaRPr lang="en-US"/>
        </a:p>
      </dgm:t>
    </dgm:pt>
    <dgm:pt modelId="{9E836401-6372-4714-8286-453685E593CE}" type="sibTrans" cxnId="{998989C4-09E4-49B9-917C-DD5623F6D482}">
      <dgm:prSet/>
      <dgm:spPr/>
      <dgm:t>
        <a:bodyPr/>
        <a:lstStyle/>
        <a:p>
          <a:endParaRPr lang="en-US"/>
        </a:p>
      </dgm:t>
    </dgm:pt>
    <dgm:pt modelId="{07F0CBBB-6F86-492C-9BBE-25FBC2646B34}">
      <dgm:prSet phldrT="[Text]" custT="1"/>
      <dgm:spPr>
        <a:solidFill>
          <a:srgbClr val="FFFF0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Casting </a:t>
          </a:r>
          <a:endParaRPr lang="en-US" sz="9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gm:t>
    </dgm:pt>
    <dgm:pt modelId="{1C7BF114-2DE0-4C2D-9022-1DD1C9625AB6}" type="parTrans" cxnId="{E4A225A7-3C12-481B-AEC3-E5327455C9BF}">
      <dgm:prSet/>
      <dgm:spPr/>
      <dgm:t>
        <a:bodyPr/>
        <a:lstStyle/>
        <a:p>
          <a:endParaRPr lang="en-US"/>
        </a:p>
      </dgm:t>
    </dgm:pt>
    <dgm:pt modelId="{B3B64CF8-2C68-43D0-8609-ADCC1BDC2383}" type="sibTrans" cxnId="{E4A225A7-3C12-481B-AEC3-E5327455C9BF}">
      <dgm:prSet/>
      <dgm:spPr/>
      <dgm:t>
        <a:bodyPr/>
        <a:lstStyle/>
        <a:p>
          <a:endParaRPr lang="en-US"/>
        </a:p>
      </dgm:t>
    </dgm:pt>
    <dgm:pt modelId="{E0147B71-F982-47D3-9469-3BEEF7EFFACB}">
      <dgm:prSet phldrT="[Text]"/>
      <dgm:spPr>
        <a:solidFill>
          <a:srgbClr val="FFFF0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r>
            <a:rPr lang="es-419" dirty="0">
              <a:solidFill>
                <a:schemeClr val="tx1"/>
              </a:solidFill>
            </a:rPr>
            <a:t>Ensamblado en ablativo </a:t>
          </a:r>
          <a:endParaRPr lang="en-US" dirty="0">
            <a:solidFill>
              <a:schemeClr val="tx1"/>
            </a:solidFill>
          </a:endParaRPr>
        </a:p>
      </dgm:t>
    </dgm:pt>
    <dgm:pt modelId="{658524EA-60FF-4660-A884-84D18E01940C}" type="parTrans" cxnId="{3B880B7C-438A-4A91-A604-7382EB7F16F3}">
      <dgm:prSet/>
      <dgm:spPr/>
      <dgm:t>
        <a:bodyPr/>
        <a:lstStyle/>
        <a:p>
          <a:endParaRPr lang="en-US"/>
        </a:p>
      </dgm:t>
    </dgm:pt>
    <dgm:pt modelId="{7E87EAD9-98AB-4BD5-8139-BA8675402AA1}" type="sibTrans" cxnId="{3B880B7C-438A-4A91-A604-7382EB7F16F3}">
      <dgm:prSet/>
      <dgm:spPr/>
      <dgm:t>
        <a:bodyPr/>
        <a:lstStyle/>
        <a:p>
          <a:endParaRPr lang="en-US"/>
        </a:p>
      </dgm:t>
    </dgm:pt>
    <dgm:pt modelId="{5C6CACEB-F2D8-492E-93B7-0B22DA31502C}" type="pres">
      <dgm:prSet presAssocID="{0D8799A7-2D7C-445D-AC95-D35D2BA5F9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74B0441-D9AA-4DAA-B5AD-3CE7CD6C8722}" type="pres">
      <dgm:prSet presAssocID="{C34E6241-28BB-4088-B5E1-66E19B7F7AFA}" presName="hierRoot1" presStyleCnt="0">
        <dgm:presLayoutVars>
          <dgm:hierBranch val="init"/>
        </dgm:presLayoutVars>
      </dgm:prSet>
      <dgm:spPr/>
    </dgm:pt>
    <dgm:pt modelId="{DCCCC4A1-56E1-461D-880B-7676F56A40E7}" type="pres">
      <dgm:prSet presAssocID="{C34E6241-28BB-4088-B5E1-66E19B7F7AFA}" presName="rootComposite1" presStyleCnt="0"/>
      <dgm:spPr/>
    </dgm:pt>
    <dgm:pt modelId="{F2BC6A4C-859A-443D-8D17-226C35B38A17}" type="pres">
      <dgm:prSet presAssocID="{C34E6241-28BB-4088-B5E1-66E19B7F7AFA}" presName="rootText1" presStyleLbl="node0" presStyleIdx="0" presStyleCnt="1">
        <dgm:presLayoutVars>
          <dgm:chPref val="3"/>
        </dgm:presLayoutVars>
      </dgm:prSet>
      <dgm:spPr/>
    </dgm:pt>
    <dgm:pt modelId="{C3BB153F-F095-45AA-A183-8E2F5645FC7B}" type="pres">
      <dgm:prSet presAssocID="{C34E6241-28BB-4088-B5E1-66E19B7F7AFA}" presName="rootConnector1" presStyleLbl="node1" presStyleIdx="0" presStyleCnt="0"/>
      <dgm:spPr/>
    </dgm:pt>
    <dgm:pt modelId="{C7FBB58E-3117-4E2B-AC97-1E4A952BDCC7}" type="pres">
      <dgm:prSet presAssocID="{C34E6241-28BB-4088-B5E1-66E19B7F7AFA}" presName="hierChild2" presStyleCnt="0"/>
      <dgm:spPr/>
    </dgm:pt>
    <dgm:pt modelId="{37EA851A-B678-477A-98B9-EE9A3275469B}" type="pres">
      <dgm:prSet presAssocID="{403AC2A1-48D8-4C77-8FE9-B30D729AB268}" presName="Name37" presStyleLbl="parChTrans1D2" presStyleIdx="0" presStyleCnt="7"/>
      <dgm:spPr/>
    </dgm:pt>
    <dgm:pt modelId="{5DFEC9E5-C54E-4EB7-96B4-65A83EBAFF71}" type="pres">
      <dgm:prSet presAssocID="{FDD168F5-7F7E-41DC-8DDC-4C52CFF094BC}" presName="hierRoot2" presStyleCnt="0">
        <dgm:presLayoutVars>
          <dgm:hierBranch val="init"/>
        </dgm:presLayoutVars>
      </dgm:prSet>
      <dgm:spPr/>
    </dgm:pt>
    <dgm:pt modelId="{4B347958-DB36-4B7A-92E9-868B9A9FF1FD}" type="pres">
      <dgm:prSet presAssocID="{FDD168F5-7F7E-41DC-8DDC-4C52CFF094BC}" presName="rootComposite" presStyleCnt="0"/>
      <dgm:spPr/>
    </dgm:pt>
    <dgm:pt modelId="{1A58F5A1-D652-462F-83C1-B21A7E5B56EC}" type="pres">
      <dgm:prSet presAssocID="{FDD168F5-7F7E-41DC-8DDC-4C52CFF094BC}" presName="rootText" presStyleLbl="node2" presStyleIdx="0" presStyleCnt="7" custScaleX="121899" custScaleY="123833">
        <dgm:presLayoutVars>
          <dgm:chPref val="3"/>
        </dgm:presLayoutVars>
      </dgm:prSet>
      <dgm:spPr/>
    </dgm:pt>
    <dgm:pt modelId="{4FB9677D-D39E-4BFE-8E00-41061796AA27}" type="pres">
      <dgm:prSet presAssocID="{FDD168F5-7F7E-41DC-8DDC-4C52CFF094BC}" presName="rootConnector" presStyleLbl="node2" presStyleIdx="0" presStyleCnt="7"/>
      <dgm:spPr/>
    </dgm:pt>
    <dgm:pt modelId="{729BF2BB-CED4-4E79-A130-16666A5A0344}" type="pres">
      <dgm:prSet presAssocID="{FDD168F5-7F7E-41DC-8DDC-4C52CFF094BC}" presName="hierChild4" presStyleCnt="0"/>
      <dgm:spPr/>
    </dgm:pt>
    <dgm:pt modelId="{F79402C0-C083-49DE-BF6D-1FE511A39C1D}" type="pres">
      <dgm:prSet presAssocID="{FDD168F5-7F7E-41DC-8DDC-4C52CFF094BC}" presName="hierChild5" presStyleCnt="0"/>
      <dgm:spPr/>
    </dgm:pt>
    <dgm:pt modelId="{F71749BF-3172-40AB-B117-B343D2CA7E98}" type="pres">
      <dgm:prSet presAssocID="{0447AE64-B87F-4D80-B627-1B3E327F6575}" presName="Name37" presStyleLbl="parChTrans1D2" presStyleIdx="1" presStyleCnt="7"/>
      <dgm:spPr/>
    </dgm:pt>
    <dgm:pt modelId="{B3FA66D6-B86C-416A-9606-ADABE7619309}" type="pres">
      <dgm:prSet presAssocID="{61CEF048-13EA-4B41-86C2-486467E112DC}" presName="hierRoot2" presStyleCnt="0">
        <dgm:presLayoutVars>
          <dgm:hierBranch val="init"/>
        </dgm:presLayoutVars>
      </dgm:prSet>
      <dgm:spPr/>
    </dgm:pt>
    <dgm:pt modelId="{41A1C7D8-BB69-4B46-8635-E40E30F759AB}" type="pres">
      <dgm:prSet presAssocID="{61CEF048-13EA-4B41-86C2-486467E112DC}" presName="rootComposite" presStyleCnt="0"/>
      <dgm:spPr/>
    </dgm:pt>
    <dgm:pt modelId="{BFA551EA-FC42-4E2F-AF99-A6D7A91E4D53}" type="pres">
      <dgm:prSet presAssocID="{61CEF048-13EA-4B41-86C2-486467E112DC}" presName="rootText" presStyleLbl="node2" presStyleIdx="1" presStyleCnt="7">
        <dgm:presLayoutVars>
          <dgm:chPref val="3"/>
        </dgm:presLayoutVars>
      </dgm:prSet>
      <dgm:spPr/>
    </dgm:pt>
    <dgm:pt modelId="{132D8914-CE6F-44AC-9F48-E4357F643C55}" type="pres">
      <dgm:prSet presAssocID="{61CEF048-13EA-4B41-86C2-486467E112DC}" presName="rootConnector" presStyleLbl="node2" presStyleIdx="1" presStyleCnt="7"/>
      <dgm:spPr/>
    </dgm:pt>
    <dgm:pt modelId="{1720C949-3DB6-49A2-9148-1B8F42B5DF72}" type="pres">
      <dgm:prSet presAssocID="{61CEF048-13EA-4B41-86C2-486467E112DC}" presName="hierChild4" presStyleCnt="0"/>
      <dgm:spPr/>
    </dgm:pt>
    <dgm:pt modelId="{B36B674E-37D7-4793-8CB1-A2216E62663A}" type="pres">
      <dgm:prSet presAssocID="{41140C38-BBB7-4782-8B09-629B71A30A37}" presName="Name37" presStyleLbl="parChTrans1D3" presStyleIdx="0" presStyleCnt="13"/>
      <dgm:spPr/>
    </dgm:pt>
    <dgm:pt modelId="{3FF8DDD1-D102-4274-A4D6-AC83A86F72AB}" type="pres">
      <dgm:prSet presAssocID="{ACF90EAA-1A7B-463C-8761-FCA4C67BBDF5}" presName="hierRoot2" presStyleCnt="0">
        <dgm:presLayoutVars>
          <dgm:hierBranch val="init"/>
        </dgm:presLayoutVars>
      </dgm:prSet>
      <dgm:spPr/>
    </dgm:pt>
    <dgm:pt modelId="{94BB5284-58F5-4050-9008-39FCC3A7FF40}" type="pres">
      <dgm:prSet presAssocID="{ACF90EAA-1A7B-463C-8761-FCA4C67BBDF5}" presName="rootComposite" presStyleCnt="0"/>
      <dgm:spPr/>
    </dgm:pt>
    <dgm:pt modelId="{73D6EE9A-6394-4442-8625-460574169B73}" type="pres">
      <dgm:prSet presAssocID="{ACF90EAA-1A7B-463C-8761-FCA4C67BBDF5}" presName="rootText" presStyleLbl="node3" presStyleIdx="0" presStyleCnt="13">
        <dgm:presLayoutVars>
          <dgm:chPref val="3"/>
        </dgm:presLayoutVars>
      </dgm:prSet>
      <dgm:spPr/>
    </dgm:pt>
    <dgm:pt modelId="{9EE14039-CEFE-47F0-9E54-6248F32E284A}" type="pres">
      <dgm:prSet presAssocID="{ACF90EAA-1A7B-463C-8761-FCA4C67BBDF5}" presName="rootConnector" presStyleLbl="node3" presStyleIdx="0" presStyleCnt="13"/>
      <dgm:spPr/>
    </dgm:pt>
    <dgm:pt modelId="{3E851583-03E9-4F15-B0E4-0169E9A8385D}" type="pres">
      <dgm:prSet presAssocID="{ACF90EAA-1A7B-463C-8761-FCA4C67BBDF5}" presName="hierChild4" presStyleCnt="0"/>
      <dgm:spPr/>
    </dgm:pt>
    <dgm:pt modelId="{15F75620-E7A4-42AA-B825-3F9B297192D3}" type="pres">
      <dgm:prSet presAssocID="{ACF90EAA-1A7B-463C-8761-FCA4C67BBDF5}" presName="hierChild5" presStyleCnt="0"/>
      <dgm:spPr/>
    </dgm:pt>
    <dgm:pt modelId="{812FC700-C4DF-4553-B4CA-EBDC5111CE6A}" type="pres">
      <dgm:prSet presAssocID="{B02259DA-D882-4CF8-AB7F-C40347AA4712}" presName="Name37" presStyleLbl="parChTrans1D3" presStyleIdx="1" presStyleCnt="13"/>
      <dgm:spPr/>
    </dgm:pt>
    <dgm:pt modelId="{3BD69853-1FA0-4CCE-8C27-83AC1E85A1D0}" type="pres">
      <dgm:prSet presAssocID="{A72408D0-A6D7-467C-909B-3A450341007F}" presName="hierRoot2" presStyleCnt="0">
        <dgm:presLayoutVars>
          <dgm:hierBranch val="init"/>
        </dgm:presLayoutVars>
      </dgm:prSet>
      <dgm:spPr/>
    </dgm:pt>
    <dgm:pt modelId="{E97AC642-7801-4AA8-953D-2A3AD426B582}" type="pres">
      <dgm:prSet presAssocID="{A72408D0-A6D7-467C-909B-3A450341007F}" presName="rootComposite" presStyleCnt="0"/>
      <dgm:spPr/>
    </dgm:pt>
    <dgm:pt modelId="{15E7DCB9-2FCC-4598-A7B2-2BE8D75FE3A5}" type="pres">
      <dgm:prSet presAssocID="{A72408D0-A6D7-467C-909B-3A450341007F}" presName="rootText" presStyleLbl="node3" presStyleIdx="1" presStyleCnt="13">
        <dgm:presLayoutVars>
          <dgm:chPref val="3"/>
        </dgm:presLayoutVars>
      </dgm:prSet>
      <dgm:spPr/>
    </dgm:pt>
    <dgm:pt modelId="{63B19483-81B9-414A-95B3-C729E24C6E6A}" type="pres">
      <dgm:prSet presAssocID="{A72408D0-A6D7-467C-909B-3A450341007F}" presName="rootConnector" presStyleLbl="node3" presStyleIdx="1" presStyleCnt="13"/>
      <dgm:spPr/>
    </dgm:pt>
    <dgm:pt modelId="{B28BC55F-A096-426B-BD24-92124A14475C}" type="pres">
      <dgm:prSet presAssocID="{A72408D0-A6D7-467C-909B-3A450341007F}" presName="hierChild4" presStyleCnt="0"/>
      <dgm:spPr/>
    </dgm:pt>
    <dgm:pt modelId="{F44140D3-F072-4B07-9ABF-388E5DD8020B}" type="pres">
      <dgm:prSet presAssocID="{A72408D0-A6D7-467C-909B-3A450341007F}" presName="hierChild5" presStyleCnt="0"/>
      <dgm:spPr/>
    </dgm:pt>
    <dgm:pt modelId="{60F10ADD-D8DA-49D8-B15A-9FFB9C21BEAE}" type="pres">
      <dgm:prSet presAssocID="{61CEF048-13EA-4B41-86C2-486467E112DC}" presName="hierChild5" presStyleCnt="0"/>
      <dgm:spPr/>
    </dgm:pt>
    <dgm:pt modelId="{15A00ECE-D28A-42C6-9911-BB0E11A35E5D}" type="pres">
      <dgm:prSet presAssocID="{9B736D1C-63C0-4699-A8F6-F256EAA2CCE7}" presName="Name37" presStyleLbl="parChTrans1D2" presStyleIdx="2" presStyleCnt="7"/>
      <dgm:spPr/>
    </dgm:pt>
    <dgm:pt modelId="{AA586149-9144-45ED-8FB5-84445361ACE6}" type="pres">
      <dgm:prSet presAssocID="{031708A7-E475-424C-B523-474088046CDB}" presName="hierRoot2" presStyleCnt="0">
        <dgm:presLayoutVars>
          <dgm:hierBranch val="init"/>
        </dgm:presLayoutVars>
      </dgm:prSet>
      <dgm:spPr/>
    </dgm:pt>
    <dgm:pt modelId="{A7355A85-01BF-472B-BD0F-8767A33F5385}" type="pres">
      <dgm:prSet presAssocID="{031708A7-E475-424C-B523-474088046CDB}" presName="rootComposite" presStyleCnt="0"/>
      <dgm:spPr/>
    </dgm:pt>
    <dgm:pt modelId="{2738EE88-8719-4802-A5D2-A7509D8441D7}" type="pres">
      <dgm:prSet presAssocID="{031708A7-E475-424C-B523-474088046CDB}" presName="rootText" presStyleLbl="node2" presStyleIdx="2" presStyleCnt="7">
        <dgm:presLayoutVars>
          <dgm:chPref val="3"/>
        </dgm:presLayoutVars>
      </dgm:prSet>
      <dgm:spPr/>
    </dgm:pt>
    <dgm:pt modelId="{ED39B010-3C28-4987-BECC-731E6F8BBDFF}" type="pres">
      <dgm:prSet presAssocID="{031708A7-E475-424C-B523-474088046CDB}" presName="rootConnector" presStyleLbl="node2" presStyleIdx="2" presStyleCnt="7"/>
      <dgm:spPr/>
    </dgm:pt>
    <dgm:pt modelId="{888AB293-CE4C-4420-8052-26FA8153F4F7}" type="pres">
      <dgm:prSet presAssocID="{031708A7-E475-424C-B523-474088046CDB}" presName="hierChild4" presStyleCnt="0"/>
      <dgm:spPr/>
    </dgm:pt>
    <dgm:pt modelId="{56882E16-14C1-4E3A-B851-259F28E710E6}" type="pres">
      <dgm:prSet presAssocID="{1824237B-943D-4A2D-8900-BC49934C5199}" presName="Name37" presStyleLbl="parChTrans1D3" presStyleIdx="2" presStyleCnt="13"/>
      <dgm:spPr/>
    </dgm:pt>
    <dgm:pt modelId="{EFB5FBEE-57D8-47E0-8C53-A7D574BA6A86}" type="pres">
      <dgm:prSet presAssocID="{C2D62D8E-A309-4391-AC12-F3078D561456}" presName="hierRoot2" presStyleCnt="0">
        <dgm:presLayoutVars>
          <dgm:hierBranch val="init"/>
        </dgm:presLayoutVars>
      </dgm:prSet>
      <dgm:spPr/>
    </dgm:pt>
    <dgm:pt modelId="{6355624C-2AB4-49A1-9E84-F9810A740D23}" type="pres">
      <dgm:prSet presAssocID="{C2D62D8E-A309-4391-AC12-F3078D561456}" presName="rootComposite" presStyleCnt="0"/>
      <dgm:spPr/>
    </dgm:pt>
    <dgm:pt modelId="{33F12CAB-3B0A-4029-9151-C5E9EF99E022}" type="pres">
      <dgm:prSet presAssocID="{C2D62D8E-A309-4391-AC12-F3078D561456}" presName="rootText" presStyleLbl="node3" presStyleIdx="2" presStyleCnt="13">
        <dgm:presLayoutVars>
          <dgm:chPref val="3"/>
        </dgm:presLayoutVars>
      </dgm:prSet>
      <dgm:spPr/>
    </dgm:pt>
    <dgm:pt modelId="{5266CB47-BCD1-42BA-8CE4-70753E720913}" type="pres">
      <dgm:prSet presAssocID="{C2D62D8E-A309-4391-AC12-F3078D561456}" presName="rootConnector" presStyleLbl="node3" presStyleIdx="2" presStyleCnt="13"/>
      <dgm:spPr/>
    </dgm:pt>
    <dgm:pt modelId="{ED61B62D-B187-4A34-9804-9146EACF26DA}" type="pres">
      <dgm:prSet presAssocID="{C2D62D8E-A309-4391-AC12-F3078D561456}" presName="hierChild4" presStyleCnt="0"/>
      <dgm:spPr/>
    </dgm:pt>
    <dgm:pt modelId="{146F5353-4E03-4650-B0BF-BFC5BDDCF85E}" type="pres">
      <dgm:prSet presAssocID="{C2D62D8E-A309-4391-AC12-F3078D561456}" presName="hierChild5" presStyleCnt="0"/>
      <dgm:spPr/>
    </dgm:pt>
    <dgm:pt modelId="{C04C2274-7A8E-46BC-8CD6-2EF045066710}" type="pres">
      <dgm:prSet presAssocID="{EA4C1CAD-8B72-4E49-B63C-1D0F5A677A95}" presName="Name37" presStyleLbl="parChTrans1D3" presStyleIdx="3" presStyleCnt="13"/>
      <dgm:spPr/>
    </dgm:pt>
    <dgm:pt modelId="{5AA52631-D27F-48F7-9F12-F7DC7CB972E4}" type="pres">
      <dgm:prSet presAssocID="{4D9AE924-2232-4B42-9D11-9BDFFACE9871}" presName="hierRoot2" presStyleCnt="0">
        <dgm:presLayoutVars>
          <dgm:hierBranch val="init"/>
        </dgm:presLayoutVars>
      </dgm:prSet>
      <dgm:spPr/>
    </dgm:pt>
    <dgm:pt modelId="{89A36E2A-610E-4ABD-AF0C-25D074B03627}" type="pres">
      <dgm:prSet presAssocID="{4D9AE924-2232-4B42-9D11-9BDFFACE9871}" presName="rootComposite" presStyleCnt="0"/>
      <dgm:spPr/>
    </dgm:pt>
    <dgm:pt modelId="{4DAAF0E0-33FA-4F03-A6F1-E73D17E1E5B6}" type="pres">
      <dgm:prSet presAssocID="{4D9AE924-2232-4B42-9D11-9BDFFACE9871}" presName="rootText" presStyleLbl="node3" presStyleIdx="3" presStyleCnt="13">
        <dgm:presLayoutVars>
          <dgm:chPref val="3"/>
        </dgm:presLayoutVars>
      </dgm:prSet>
      <dgm:spPr/>
    </dgm:pt>
    <dgm:pt modelId="{770B9FE0-7921-4460-A69B-DD567A9E4AC0}" type="pres">
      <dgm:prSet presAssocID="{4D9AE924-2232-4B42-9D11-9BDFFACE9871}" presName="rootConnector" presStyleLbl="node3" presStyleIdx="3" presStyleCnt="13"/>
      <dgm:spPr/>
    </dgm:pt>
    <dgm:pt modelId="{E377FD96-ABBC-4D2A-BE01-13F0896FCFC1}" type="pres">
      <dgm:prSet presAssocID="{4D9AE924-2232-4B42-9D11-9BDFFACE9871}" presName="hierChild4" presStyleCnt="0"/>
      <dgm:spPr/>
    </dgm:pt>
    <dgm:pt modelId="{AE19A8F0-B967-448E-852F-2AE4007E94C7}" type="pres">
      <dgm:prSet presAssocID="{4D9AE924-2232-4B42-9D11-9BDFFACE9871}" presName="hierChild5" presStyleCnt="0"/>
      <dgm:spPr/>
    </dgm:pt>
    <dgm:pt modelId="{63FEE334-E5F8-43F2-A253-538469385473}" type="pres">
      <dgm:prSet presAssocID="{031708A7-E475-424C-B523-474088046CDB}" presName="hierChild5" presStyleCnt="0"/>
      <dgm:spPr/>
    </dgm:pt>
    <dgm:pt modelId="{830D7870-9E9D-47B7-B594-4C37448B7FB2}" type="pres">
      <dgm:prSet presAssocID="{426A97F8-0D0C-4D7B-B5BF-0C93702AC78B}" presName="Name37" presStyleLbl="parChTrans1D2" presStyleIdx="3" presStyleCnt="7"/>
      <dgm:spPr/>
    </dgm:pt>
    <dgm:pt modelId="{D074F2FC-2DC1-456C-BA83-13478A1DB78A}" type="pres">
      <dgm:prSet presAssocID="{D4A045D1-253C-4B50-A206-9F78FF8DE01B}" presName="hierRoot2" presStyleCnt="0">
        <dgm:presLayoutVars>
          <dgm:hierBranch val="init"/>
        </dgm:presLayoutVars>
      </dgm:prSet>
      <dgm:spPr/>
    </dgm:pt>
    <dgm:pt modelId="{D92E66DE-45AA-40D3-A3B1-548262A77024}" type="pres">
      <dgm:prSet presAssocID="{D4A045D1-253C-4B50-A206-9F78FF8DE01B}" presName="rootComposite" presStyleCnt="0"/>
      <dgm:spPr/>
    </dgm:pt>
    <dgm:pt modelId="{21D6268A-6D8D-4DDA-A02D-E35CA7B01A1F}" type="pres">
      <dgm:prSet presAssocID="{D4A045D1-253C-4B50-A206-9F78FF8DE01B}" presName="rootText" presStyleLbl="node2" presStyleIdx="3" presStyleCnt="7">
        <dgm:presLayoutVars>
          <dgm:chPref val="3"/>
        </dgm:presLayoutVars>
      </dgm:prSet>
      <dgm:spPr/>
    </dgm:pt>
    <dgm:pt modelId="{A1820898-96DD-44A3-86AA-DE4BF9AA61B2}" type="pres">
      <dgm:prSet presAssocID="{D4A045D1-253C-4B50-A206-9F78FF8DE01B}" presName="rootConnector" presStyleLbl="node2" presStyleIdx="3" presStyleCnt="7"/>
      <dgm:spPr/>
    </dgm:pt>
    <dgm:pt modelId="{DFE58848-35C6-418F-ABC1-F7655418CC4A}" type="pres">
      <dgm:prSet presAssocID="{D4A045D1-253C-4B50-A206-9F78FF8DE01B}" presName="hierChild4" presStyleCnt="0"/>
      <dgm:spPr/>
    </dgm:pt>
    <dgm:pt modelId="{0E8F504D-EDC8-4F9D-9D3A-CCEB177F16D1}" type="pres">
      <dgm:prSet presAssocID="{1988C5CB-E1BE-4F4E-8801-B3DF56BD30BF}" presName="Name37" presStyleLbl="parChTrans1D3" presStyleIdx="4" presStyleCnt="13"/>
      <dgm:spPr/>
    </dgm:pt>
    <dgm:pt modelId="{0F248137-2333-4986-80A7-836FC46A7D32}" type="pres">
      <dgm:prSet presAssocID="{8C0B946B-6550-4677-AF10-CDA8C1EE2F0E}" presName="hierRoot2" presStyleCnt="0">
        <dgm:presLayoutVars>
          <dgm:hierBranch val="init"/>
        </dgm:presLayoutVars>
      </dgm:prSet>
      <dgm:spPr/>
    </dgm:pt>
    <dgm:pt modelId="{324C0BB5-E200-4B10-A7A5-3BC4A05A56EF}" type="pres">
      <dgm:prSet presAssocID="{8C0B946B-6550-4677-AF10-CDA8C1EE2F0E}" presName="rootComposite" presStyleCnt="0"/>
      <dgm:spPr/>
    </dgm:pt>
    <dgm:pt modelId="{75C4A549-CBAA-4AB4-A97A-5012A38731CE}" type="pres">
      <dgm:prSet presAssocID="{8C0B946B-6550-4677-AF10-CDA8C1EE2F0E}" presName="rootText" presStyleLbl="node3" presStyleIdx="4" presStyleCnt="13">
        <dgm:presLayoutVars>
          <dgm:chPref val="3"/>
        </dgm:presLayoutVars>
      </dgm:prSet>
      <dgm:spPr/>
    </dgm:pt>
    <dgm:pt modelId="{3474EFFD-E038-4867-96DF-A57EEAFF88CD}" type="pres">
      <dgm:prSet presAssocID="{8C0B946B-6550-4677-AF10-CDA8C1EE2F0E}" presName="rootConnector" presStyleLbl="node3" presStyleIdx="4" presStyleCnt="13"/>
      <dgm:spPr/>
    </dgm:pt>
    <dgm:pt modelId="{3C69A380-ACFD-4D2D-B4FE-FD20F0AABC19}" type="pres">
      <dgm:prSet presAssocID="{8C0B946B-6550-4677-AF10-CDA8C1EE2F0E}" presName="hierChild4" presStyleCnt="0"/>
      <dgm:spPr/>
    </dgm:pt>
    <dgm:pt modelId="{F051EE0D-4A82-4A42-BA40-E1C4EEFD99A6}" type="pres">
      <dgm:prSet presAssocID="{8C0B946B-6550-4677-AF10-CDA8C1EE2F0E}" presName="hierChild5" presStyleCnt="0"/>
      <dgm:spPr/>
    </dgm:pt>
    <dgm:pt modelId="{C6C2CC28-FD1D-40BA-B906-9C94CFD0A526}" type="pres">
      <dgm:prSet presAssocID="{D8C50F87-9EE9-4BB2-B4F2-3214FB64623F}" presName="Name37" presStyleLbl="parChTrans1D3" presStyleIdx="5" presStyleCnt="13"/>
      <dgm:spPr/>
    </dgm:pt>
    <dgm:pt modelId="{7CD95FE2-9C72-4D37-94B0-A4701EBF9911}" type="pres">
      <dgm:prSet presAssocID="{12D2E845-20DD-4140-89A0-348BA5DE07E4}" presName="hierRoot2" presStyleCnt="0">
        <dgm:presLayoutVars>
          <dgm:hierBranch val="init"/>
        </dgm:presLayoutVars>
      </dgm:prSet>
      <dgm:spPr/>
    </dgm:pt>
    <dgm:pt modelId="{91275239-6594-4CA2-AE2D-BAB17C7D836E}" type="pres">
      <dgm:prSet presAssocID="{12D2E845-20DD-4140-89A0-348BA5DE07E4}" presName="rootComposite" presStyleCnt="0"/>
      <dgm:spPr/>
    </dgm:pt>
    <dgm:pt modelId="{E88B39BE-B851-4701-9475-28B67F3DF282}" type="pres">
      <dgm:prSet presAssocID="{12D2E845-20DD-4140-89A0-348BA5DE07E4}" presName="rootText" presStyleLbl="node3" presStyleIdx="5" presStyleCnt="13">
        <dgm:presLayoutVars>
          <dgm:chPref val="3"/>
        </dgm:presLayoutVars>
      </dgm:prSet>
      <dgm:spPr/>
    </dgm:pt>
    <dgm:pt modelId="{E5B431B7-4070-43D6-9849-D41D4699670D}" type="pres">
      <dgm:prSet presAssocID="{12D2E845-20DD-4140-89A0-348BA5DE07E4}" presName="rootConnector" presStyleLbl="node3" presStyleIdx="5" presStyleCnt="13"/>
      <dgm:spPr/>
    </dgm:pt>
    <dgm:pt modelId="{096F8CED-18C2-4015-9E53-6A2377DD9875}" type="pres">
      <dgm:prSet presAssocID="{12D2E845-20DD-4140-89A0-348BA5DE07E4}" presName="hierChild4" presStyleCnt="0"/>
      <dgm:spPr/>
    </dgm:pt>
    <dgm:pt modelId="{01273E36-A4B6-4AE5-9A36-6EDBBCB30491}" type="pres">
      <dgm:prSet presAssocID="{12D2E845-20DD-4140-89A0-348BA5DE07E4}" presName="hierChild5" presStyleCnt="0"/>
      <dgm:spPr/>
    </dgm:pt>
    <dgm:pt modelId="{8CE7ADB1-DF69-456A-8F43-9BC31D4627BD}" type="pres">
      <dgm:prSet presAssocID="{D4A045D1-253C-4B50-A206-9F78FF8DE01B}" presName="hierChild5" presStyleCnt="0"/>
      <dgm:spPr/>
    </dgm:pt>
    <dgm:pt modelId="{DDD9D9C7-609D-4152-89E6-A7B0C75B9621}" type="pres">
      <dgm:prSet presAssocID="{BAA3AE73-D881-4C80-B993-41D0C84B99BC}" presName="Name37" presStyleLbl="parChTrans1D2" presStyleIdx="4" presStyleCnt="7"/>
      <dgm:spPr/>
    </dgm:pt>
    <dgm:pt modelId="{C334E673-4644-41EE-BECA-DABA8BA55796}" type="pres">
      <dgm:prSet presAssocID="{776BF2C7-800C-4DA7-BE12-E4E68F026B67}" presName="hierRoot2" presStyleCnt="0">
        <dgm:presLayoutVars>
          <dgm:hierBranch val="init"/>
        </dgm:presLayoutVars>
      </dgm:prSet>
      <dgm:spPr/>
    </dgm:pt>
    <dgm:pt modelId="{64D76434-6CDB-474A-939D-0976C90FBF1D}" type="pres">
      <dgm:prSet presAssocID="{776BF2C7-800C-4DA7-BE12-E4E68F026B67}" presName="rootComposite" presStyleCnt="0"/>
      <dgm:spPr/>
    </dgm:pt>
    <dgm:pt modelId="{F712F3DD-F2FB-407E-AA71-5D3C7818CB0A}" type="pres">
      <dgm:prSet presAssocID="{776BF2C7-800C-4DA7-BE12-E4E68F026B67}" presName="rootText" presStyleLbl="node2" presStyleIdx="4" presStyleCnt="7">
        <dgm:presLayoutVars>
          <dgm:chPref val="3"/>
        </dgm:presLayoutVars>
      </dgm:prSet>
      <dgm:spPr/>
    </dgm:pt>
    <dgm:pt modelId="{1ADF0613-0973-4E1D-B953-6A9C4B039C80}" type="pres">
      <dgm:prSet presAssocID="{776BF2C7-800C-4DA7-BE12-E4E68F026B67}" presName="rootConnector" presStyleLbl="node2" presStyleIdx="4" presStyleCnt="7"/>
      <dgm:spPr/>
    </dgm:pt>
    <dgm:pt modelId="{36C50665-2198-4752-8ACD-D2259A894EB5}" type="pres">
      <dgm:prSet presAssocID="{776BF2C7-800C-4DA7-BE12-E4E68F026B67}" presName="hierChild4" presStyleCnt="0"/>
      <dgm:spPr/>
    </dgm:pt>
    <dgm:pt modelId="{01A4A878-BF14-40BE-8BDB-B964ECEB7733}" type="pres">
      <dgm:prSet presAssocID="{766FA7B7-F33F-4DE8-B56C-1510828CFBC1}" presName="Name37" presStyleLbl="parChTrans1D3" presStyleIdx="6" presStyleCnt="13"/>
      <dgm:spPr/>
    </dgm:pt>
    <dgm:pt modelId="{03651950-76D6-4879-9B38-9AF673283FC8}" type="pres">
      <dgm:prSet presAssocID="{04AD5E08-E26B-4306-83D9-20E12C3A3403}" presName="hierRoot2" presStyleCnt="0">
        <dgm:presLayoutVars>
          <dgm:hierBranch val="init"/>
        </dgm:presLayoutVars>
      </dgm:prSet>
      <dgm:spPr/>
    </dgm:pt>
    <dgm:pt modelId="{806BFFE8-7B21-48A5-B402-C710CA45AF9B}" type="pres">
      <dgm:prSet presAssocID="{04AD5E08-E26B-4306-83D9-20E12C3A3403}" presName="rootComposite" presStyleCnt="0"/>
      <dgm:spPr/>
    </dgm:pt>
    <dgm:pt modelId="{73EB1FD8-C375-4599-A67E-27CE547D2F94}" type="pres">
      <dgm:prSet presAssocID="{04AD5E08-E26B-4306-83D9-20E12C3A3403}" presName="rootText" presStyleLbl="node3" presStyleIdx="6" presStyleCnt="13">
        <dgm:presLayoutVars>
          <dgm:chPref val="3"/>
        </dgm:presLayoutVars>
      </dgm:prSet>
      <dgm:spPr/>
    </dgm:pt>
    <dgm:pt modelId="{B73025D0-15E8-4428-B1A7-4DCA2553F416}" type="pres">
      <dgm:prSet presAssocID="{04AD5E08-E26B-4306-83D9-20E12C3A3403}" presName="rootConnector" presStyleLbl="node3" presStyleIdx="6" presStyleCnt="13"/>
      <dgm:spPr/>
    </dgm:pt>
    <dgm:pt modelId="{617C327F-6440-4E69-BE1D-692415CEC88E}" type="pres">
      <dgm:prSet presAssocID="{04AD5E08-E26B-4306-83D9-20E12C3A3403}" presName="hierChild4" presStyleCnt="0"/>
      <dgm:spPr/>
    </dgm:pt>
    <dgm:pt modelId="{E5C03F5D-3387-44B7-A729-ADCABAFE8085}" type="pres">
      <dgm:prSet presAssocID="{04AD5E08-E26B-4306-83D9-20E12C3A3403}" presName="hierChild5" presStyleCnt="0"/>
      <dgm:spPr/>
    </dgm:pt>
    <dgm:pt modelId="{68D6BB48-7D90-4DC5-A24F-D4437D3CFEDB}" type="pres">
      <dgm:prSet presAssocID="{79B25449-575B-4F97-9166-B71B28B66196}" presName="Name37" presStyleLbl="parChTrans1D3" presStyleIdx="7" presStyleCnt="13"/>
      <dgm:spPr/>
    </dgm:pt>
    <dgm:pt modelId="{FF6F78F9-EF6F-45CA-9FD4-86814C781D7A}" type="pres">
      <dgm:prSet presAssocID="{4390792C-184C-463F-854C-99ED74B63D89}" presName="hierRoot2" presStyleCnt="0">
        <dgm:presLayoutVars>
          <dgm:hierBranch val="init"/>
        </dgm:presLayoutVars>
      </dgm:prSet>
      <dgm:spPr/>
    </dgm:pt>
    <dgm:pt modelId="{BC6BBC5D-7A01-42CD-8007-FBFAEAB3DF67}" type="pres">
      <dgm:prSet presAssocID="{4390792C-184C-463F-854C-99ED74B63D89}" presName="rootComposite" presStyleCnt="0"/>
      <dgm:spPr/>
    </dgm:pt>
    <dgm:pt modelId="{2DF5D48C-E9EF-4499-BDB7-602653DBF203}" type="pres">
      <dgm:prSet presAssocID="{4390792C-184C-463F-854C-99ED74B63D89}" presName="rootText" presStyleLbl="node3" presStyleIdx="7" presStyleCnt="13">
        <dgm:presLayoutVars>
          <dgm:chPref val="3"/>
        </dgm:presLayoutVars>
      </dgm:prSet>
      <dgm:spPr>
        <a:xfrm>
          <a:off x="4596042" y="1826184"/>
          <a:ext cx="856316" cy="428158"/>
        </a:xfrm>
        <a:prstGeom prst="rect">
          <a:avLst/>
        </a:prstGeom>
      </dgm:spPr>
    </dgm:pt>
    <dgm:pt modelId="{74DD7C6C-782D-40C8-8262-D0A21CFA7E41}" type="pres">
      <dgm:prSet presAssocID="{4390792C-184C-463F-854C-99ED74B63D89}" presName="rootConnector" presStyleLbl="node3" presStyleIdx="7" presStyleCnt="13"/>
      <dgm:spPr/>
    </dgm:pt>
    <dgm:pt modelId="{39CB5CF5-DE31-4E9E-A0BB-A9E2C4B843A3}" type="pres">
      <dgm:prSet presAssocID="{4390792C-184C-463F-854C-99ED74B63D89}" presName="hierChild4" presStyleCnt="0"/>
      <dgm:spPr/>
    </dgm:pt>
    <dgm:pt modelId="{11C75868-8A99-4F9D-8852-C132711FEC8D}" type="pres">
      <dgm:prSet presAssocID="{4390792C-184C-463F-854C-99ED74B63D89}" presName="hierChild5" presStyleCnt="0"/>
      <dgm:spPr/>
    </dgm:pt>
    <dgm:pt modelId="{DB1A75C9-8D91-4025-80FD-95FA98450ABD}" type="pres">
      <dgm:prSet presAssocID="{776BF2C7-800C-4DA7-BE12-E4E68F026B67}" presName="hierChild5" presStyleCnt="0"/>
      <dgm:spPr/>
    </dgm:pt>
    <dgm:pt modelId="{2BAA1AC6-546D-4C91-A29F-4CE2E08A247C}" type="pres">
      <dgm:prSet presAssocID="{F071D4FD-C058-469D-869D-D6BFC0AE42FB}" presName="Name37" presStyleLbl="parChTrans1D2" presStyleIdx="5" presStyleCnt="7"/>
      <dgm:spPr/>
    </dgm:pt>
    <dgm:pt modelId="{8FEF972F-0CEA-4AD2-BB02-29507957D3EE}" type="pres">
      <dgm:prSet presAssocID="{02E62D2C-6C0D-443B-99EF-02175DA06FAF}" presName="hierRoot2" presStyleCnt="0">
        <dgm:presLayoutVars>
          <dgm:hierBranch val="init"/>
        </dgm:presLayoutVars>
      </dgm:prSet>
      <dgm:spPr/>
    </dgm:pt>
    <dgm:pt modelId="{0E9B5F49-BF36-4E20-9F7D-94701BE98304}" type="pres">
      <dgm:prSet presAssocID="{02E62D2C-6C0D-443B-99EF-02175DA06FAF}" presName="rootComposite" presStyleCnt="0"/>
      <dgm:spPr/>
    </dgm:pt>
    <dgm:pt modelId="{59E66370-E175-4EC8-A354-5259BCEFF215}" type="pres">
      <dgm:prSet presAssocID="{02E62D2C-6C0D-443B-99EF-02175DA06FAF}" presName="rootText" presStyleLbl="node2" presStyleIdx="5" presStyleCnt="7">
        <dgm:presLayoutVars>
          <dgm:chPref val="3"/>
        </dgm:presLayoutVars>
      </dgm:prSet>
      <dgm:spPr/>
    </dgm:pt>
    <dgm:pt modelId="{4E822A2E-26C2-45E1-9212-C706EE935455}" type="pres">
      <dgm:prSet presAssocID="{02E62D2C-6C0D-443B-99EF-02175DA06FAF}" presName="rootConnector" presStyleLbl="node2" presStyleIdx="5" presStyleCnt="7"/>
      <dgm:spPr/>
    </dgm:pt>
    <dgm:pt modelId="{C5A499CC-5247-4B88-8CF1-6FCC11B088A3}" type="pres">
      <dgm:prSet presAssocID="{02E62D2C-6C0D-443B-99EF-02175DA06FAF}" presName="hierChild4" presStyleCnt="0"/>
      <dgm:spPr/>
    </dgm:pt>
    <dgm:pt modelId="{F78BFDF5-2D0B-41D6-9313-311A6B07C45B}" type="pres">
      <dgm:prSet presAssocID="{EB823CEA-58B1-4545-873A-E88A285BD9A8}" presName="Name37" presStyleLbl="parChTrans1D3" presStyleIdx="8" presStyleCnt="13"/>
      <dgm:spPr/>
    </dgm:pt>
    <dgm:pt modelId="{124EF721-62FC-4AB6-B56B-3D8403778164}" type="pres">
      <dgm:prSet presAssocID="{AECE7ECF-BBE2-4301-940D-E0913058E06D}" presName="hierRoot2" presStyleCnt="0">
        <dgm:presLayoutVars>
          <dgm:hierBranch val="init"/>
        </dgm:presLayoutVars>
      </dgm:prSet>
      <dgm:spPr/>
    </dgm:pt>
    <dgm:pt modelId="{2601062C-DFF4-4B06-A99D-FAA3F826FA93}" type="pres">
      <dgm:prSet presAssocID="{AECE7ECF-BBE2-4301-940D-E0913058E06D}" presName="rootComposite" presStyleCnt="0"/>
      <dgm:spPr/>
    </dgm:pt>
    <dgm:pt modelId="{5C104DAA-90E5-4079-85A4-BBEB138DC556}" type="pres">
      <dgm:prSet presAssocID="{AECE7ECF-BBE2-4301-940D-E0913058E06D}" presName="rootText" presStyleLbl="node3" presStyleIdx="8" presStyleCnt="13">
        <dgm:presLayoutVars>
          <dgm:chPref val="3"/>
        </dgm:presLayoutVars>
      </dgm:prSet>
      <dgm:spPr>
        <a:xfrm>
          <a:off x="5632185" y="1218200"/>
          <a:ext cx="856316" cy="428158"/>
        </a:xfrm>
        <a:prstGeom prst="rect">
          <a:avLst/>
        </a:prstGeom>
      </dgm:spPr>
    </dgm:pt>
    <dgm:pt modelId="{BEC400C3-E14E-4341-A864-72A98B5BD5CB}" type="pres">
      <dgm:prSet presAssocID="{AECE7ECF-BBE2-4301-940D-E0913058E06D}" presName="rootConnector" presStyleLbl="node3" presStyleIdx="8" presStyleCnt="13"/>
      <dgm:spPr/>
    </dgm:pt>
    <dgm:pt modelId="{CE6A640D-4250-4A83-9DA2-E1AA1FCF5988}" type="pres">
      <dgm:prSet presAssocID="{AECE7ECF-BBE2-4301-940D-E0913058E06D}" presName="hierChild4" presStyleCnt="0"/>
      <dgm:spPr/>
    </dgm:pt>
    <dgm:pt modelId="{D0FF8321-D1ED-4A98-A0B0-E9F342381CF7}" type="pres">
      <dgm:prSet presAssocID="{AECE7ECF-BBE2-4301-940D-E0913058E06D}" presName="hierChild5" presStyleCnt="0"/>
      <dgm:spPr/>
    </dgm:pt>
    <dgm:pt modelId="{D1B09B5D-1930-4402-B5B0-3974B4024A15}" type="pres">
      <dgm:prSet presAssocID="{02E62D2C-6C0D-443B-99EF-02175DA06FAF}" presName="hierChild5" presStyleCnt="0"/>
      <dgm:spPr/>
    </dgm:pt>
    <dgm:pt modelId="{6A99FC4F-9E86-4D94-872B-7F4BFBF7528E}" type="pres">
      <dgm:prSet presAssocID="{7D527945-879F-4131-9B20-650CD9AC6090}" presName="Name37" presStyleLbl="parChTrans1D2" presStyleIdx="6" presStyleCnt="7"/>
      <dgm:spPr/>
    </dgm:pt>
    <dgm:pt modelId="{1CBBFD84-6D94-4A29-9D68-39A736086E73}" type="pres">
      <dgm:prSet presAssocID="{A27DEF10-57BA-4846-82DD-18B5910FD478}" presName="hierRoot2" presStyleCnt="0">
        <dgm:presLayoutVars>
          <dgm:hierBranch val="init"/>
        </dgm:presLayoutVars>
      </dgm:prSet>
      <dgm:spPr/>
    </dgm:pt>
    <dgm:pt modelId="{5D854EA2-C24A-453B-B414-587563AB31C0}" type="pres">
      <dgm:prSet presAssocID="{A27DEF10-57BA-4846-82DD-18B5910FD478}" presName="rootComposite" presStyleCnt="0"/>
      <dgm:spPr/>
    </dgm:pt>
    <dgm:pt modelId="{8E16E8C5-2625-4CA4-A02B-FAB6C6979706}" type="pres">
      <dgm:prSet presAssocID="{A27DEF10-57BA-4846-82DD-18B5910FD478}" presName="rootText" presStyleLbl="node2" presStyleIdx="6" presStyleCnt="7">
        <dgm:presLayoutVars>
          <dgm:chPref val="3"/>
        </dgm:presLayoutVars>
      </dgm:prSet>
      <dgm:spPr/>
    </dgm:pt>
    <dgm:pt modelId="{AD874482-6BF2-43F0-91E7-D1052479AA68}" type="pres">
      <dgm:prSet presAssocID="{A27DEF10-57BA-4846-82DD-18B5910FD478}" presName="rootConnector" presStyleLbl="node2" presStyleIdx="6" presStyleCnt="7"/>
      <dgm:spPr/>
    </dgm:pt>
    <dgm:pt modelId="{55D489E5-2D67-4D8A-95BB-65B5E76A51E6}" type="pres">
      <dgm:prSet presAssocID="{A27DEF10-57BA-4846-82DD-18B5910FD478}" presName="hierChild4" presStyleCnt="0"/>
      <dgm:spPr/>
    </dgm:pt>
    <dgm:pt modelId="{78F353C8-5542-4D6A-A1DB-31F2D1A223AA}" type="pres">
      <dgm:prSet presAssocID="{8EDFF9EF-18DF-4C3E-BA59-647D270B0019}" presName="Name37" presStyleLbl="parChTrans1D3" presStyleIdx="9" presStyleCnt="13"/>
      <dgm:spPr/>
    </dgm:pt>
    <dgm:pt modelId="{09D01CB0-1C18-4D26-B587-902F8B3B40E7}" type="pres">
      <dgm:prSet presAssocID="{6A95763E-7FAB-4489-98A9-6D88EAB636BF}" presName="hierRoot2" presStyleCnt="0">
        <dgm:presLayoutVars>
          <dgm:hierBranch val="init"/>
        </dgm:presLayoutVars>
      </dgm:prSet>
      <dgm:spPr/>
    </dgm:pt>
    <dgm:pt modelId="{3A9A792A-73E8-48B7-98BA-D7B040AE3D7D}" type="pres">
      <dgm:prSet presAssocID="{6A95763E-7FAB-4489-98A9-6D88EAB636BF}" presName="rootComposite" presStyleCnt="0"/>
      <dgm:spPr/>
    </dgm:pt>
    <dgm:pt modelId="{F9BEABCA-7012-447C-BFDB-174C651F87C4}" type="pres">
      <dgm:prSet presAssocID="{6A95763E-7FAB-4489-98A9-6D88EAB636BF}" presName="rootText" presStyleLbl="node3" presStyleIdx="9" presStyleCnt="13">
        <dgm:presLayoutVars>
          <dgm:chPref val="3"/>
        </dgm:presLayoutVars>
      </dgm:prSet>
      <dgm:spPr>
        <a:xfrm>
          <a:off x="6668328" y="1218200"/>
          <a:ext cx="856316" cy="428158"/>
        </a:xfrm>
        <a:prstGeom prst="rect">
          <a:avLst/>
        </a:prstGeom>
      </dgm:spPr>
    </dgm:pt>
    <dgm:pt modelId="{36F5B37A-843F-4DD6-AF2A-4FDDBA235520}" type="pres">
      <dgm:prSet presAssocID="{6A95763E-7FAB-4489-98A9-6D88EAB636BF}" presName="rootConnector" presStyleLbl="node3" presStyleIdx="9" presStyleCnt="13"/>
      <dgm:spPr/>
    </dgm:pt>
    <dgm:pt modelId="{CED645CB-811E-43C0-AC4C-EC7608305D05}" type="pres">
      <dgm:prSet presAssocID="{6A95763E-7FAB-4489-98A9-6D88EAB636BF}" presName="hierChild4" presStyleCnt="0"/>
      <dgm:spPr/>
    </dgm:pt>
    <dgm:pt modelId="{AB20C85B-8094-4C18-9DDA-58FC7918A194}" type="pres">
      <dgm:prSet presAssocID="{6A95763E-7FAB-4489-98A9-6D88EAB636BF}" presName="hierChild5" presStyleCnt="0"/>
      <dgm:spPr/>
    </dgm:pt>
    <dgm:pt modelId="{8FB7DCE7-E578-498E-9311-EA6D29D6B210}" type="pres">
      <dgm:prSet presAssocID="{1EA67A05-CC1B-4DD8-9CD6-E118F6B14DD8}" presName="Name37" presStyleLbl="parChTrans1D3" presStyleIdx="10" presStyleCnt="13"/>
      <dgm:spPr/>
    </dgm:pt>
    <dgm:pt modelId="{4E6D008F-FFF1-4E7F-BB16-F6D3B87D980C}" type="pres">
      <dgm:prSet presAssocID="{9A989C81-1E92-4E2F-B9E8-25326F12F0CB}" presName="hierRoot2" presStyleCnt="0">
        <dgm:presLayoutVars>
          <dgm:hierBranch val="init"/>
        </dgm:presLayoutVars>
      </dgm:prSet>
      <dgm:spPr/>
    </dgm:pt>
    <dgm:pt modelId="{C2BD05D6-CEEE-403A-94DD-E7D304FFE23F}" type="pres">
      <dgm:prSet presAssocID="{9A989C81-1E92-4E2F-B9E8-25326F12F0CB}" presName="rootComposite" presStyleCnt="0"/>
      <dgm:spPr/>
    </dgm:pt>
    <dgm:pt modelId="{524EBCE8-4A11-4D3B-82B7-B33236E35B0A}" type="pres">
      <dgm:prSet presAssocID="{9A989C81-1E92-4E2F-B9E8-25326F12F0CB}" presName="rootText" presStyleLbl="node3" presStyleIdx="10" presStyleCnt="13">
        <dgm:presLayoutVars>
          <dgm:chPref val="3"/>
        </dgm:presLayoutVars>
      </dgm:prSet>
      <dgm:spPr>
        <a:xfrm>
          <a:off x="6668328" y="1826184"/>
          <a:ext cx="856316" cy="428158"/>
        </a:xfrm>
        <a:prstGeom prst="rect">
          <a:avLst/>
        </a:prstGeom>
      </dgm:spPr>
    </dgm:pt>
    <dgm:pt modelId="{52D33E6E-9EC8-4970-91EB-82B6B9FF2C08}" type="pres">
      <dgm:prSet presAssocID="{9A989C81-1E92-4E2F-B9E8-25326F12F0CB}" presName="rootConnector" presStyleLbl="node3" presStyleIdx="10" presStyleCnt="13"/>
      <dgm:spPr/>
    </dgm:pt>
    <dgm:pt modelId="{3656D103-0FD1-4142-9B18-22F3AB9FF814}" type="pres">
      <dgm:prSet presAssocID="{9A989C81-1E92-4E2F-B9E8-25326F12F0CB}" presName="hierChild4" presStyleCnt="0"/>
      <dgm:spPr/>
    </dgm:pt>
    <dgm:pt modelId="{B7FC250B-448D-4B74-BE50-AE3BCB59A7FA}" type="pres">
      <dgm:prSet presAssocID="{9A989C81-1E92-4E2F-B9E8-25326F12F0CB}" presName="hierChild5" presStyleCnt="0"/>
      <dgm:spPr/>
    </dgm:pt>
    <dgm:pt modelId="{60218C15-CA6F-44E9-9012-C200FBF43EB4}" type="pres">
      <dgm:prSet presAssocID="{1C7BF114-2DE0-4C2D-9022-1DD1C9625AB6}" presName="Name37" presStyleLbl="parChTrans1D3" presStyleIdx="11" presStyleCnt="13"/>
      <dgm:spPr/>
    </dgm:pt>
    <dgm:pt modelId="{AA41079D-B7CB-4842-93D5-DB0255A8882E}" type="pres">
      <dgm:prSet presAssocID="{07F0CBBB-6F86-492C-9BBE-25FBC2646B34}" presName="hierRoot2" presStyleCnt="0">
        <dgm:presLayoutVars>
          <dgm:hierBranch val="init"/>
        </dgm:presLayoutVars>
      </dgm:prSet>
      <dgm:spPr/>
    </dgm:pt>
    <dgm:pt modelId="{37970EBB-D4D2-4BA4-82C4-EC7E0624D6F3}" type="pres">
      <dgm:prSet presAssocID="{07F0CBBB-6F86-492C-9BBE-25FBC2646B34}" presName="rootComposite" presStyleCnt="0"/>
      <dgm:spPr/>
    </dgm:pt>
    <dgm:pt modelId="{FCACD3B5-1CC4-4D27-B77A-68B1EB0B1D23}" type="pres">
      <dgm:prSet presAssocID="{07F0CBBB-6F86-492C-9BBE-25FBC2646B34}" presName="rootText" presStyleLbl="node3" presStyleIdx="11" presStyleCnt="13">
        <dgm:presLayoutVars>
          <dgm:chPref val="3"/>
        </dgm:presLayoutVars>
      </dgm:prSet>
      <dgm:spPr>
        <a:xfrm>
          <a:off x="6668328" y="2434169"/>
          <a:ext cx="856316" cy="428158"/>
        </a:xfrm>
        <a:prstGeom prst="rect">
          <a:avLst/>
        </a:prstGeom>
      </dgm:spPr>
    </dgm:pt>
    <dgm:pt modelId="{6C1AEB8A-533A-4985-B074-2DA98FC02C30}" type="pres">
      <dgm:prSet presAssocID="{07F0CBBB-6F86-492C-9BBE-25FBC2646B34}" presName="rootConnector" presStyleLbl="node3" presStyleIdx="11" presStyleCnt="13"/>
      <dgm:spPr/>
    </dgm:pt>
    <dgm:pt modelId="{AE890B4E-E510-4AEF-AECE-5529A93B7379}" type="pres">
      <dgm:prSet presAssocID="{07F0CBBB-6F86-492C-9BBE-25FBC2646B34}" presName="hierChild4" presStyleCnt="0"/>
      <dgm:spPr/>
    </dgm:pt>
    <dgm:pt modelId="{443A5FDE-0524-400F-BC84-456FDF3C0823}" type="pres">
      <dgm:prSet presAssocID="{07F0CBBB-6F86-492C-9BBE-25FBC2646B34}" presName="hierChild5" presStyleCnt="0"/>
      <dgm:spPr/>
    </dgm:pt>
    <dgm:pt modelId="{A9A1DACA-6CD0-44F5-9514-0594D4E116D1}" type="pres">
      <dgm:prSet presAssocID="{658524EA-60FF-4660-A884-84D18E01940C}" presName="Name37" presStyleLbl="parChTrans1D3" presStyleIdx="12" presStyleCnt="13"/>
      <dgm:spPr/>
    </dgm:pt>
    <dgm:pt modelId="{48425AB6-2F00-4FB1-A46F-12897FC13F8A}" type="pres">
      <dgm:prSet presAssocID="{E0147B71-F982-47D3-9469-3BEEF7EFFACB}" presName="hierRoot2" presStyleCnt="0">
        <dgm:presLayoutVars>
          <dgm:hierBranch val="init"/>
        </dgm:presLayoutVars>
      </dgm:prSet>
      <dgm:spPr/>
    </dgm:pt>
    <dgm:pt modelId="{6F97A052-59A6-4644-AB00-1F4A7B73A677}" type="pres">
      <dgm:prSet presAssocID="{E0147B71-F982-47D3-9469-3BEEF7EFFACB}" presName="rootComposite" presStyleCnt="0"/>
      <dgm:spPr/>
    </dgm:pt>
    <dgm:pt modelId="{ED805C91-CFDA-48F8-9993-4DD2F84065F6}" type="pres">
      <dgm:prSet presAssocID="{E0147B71-F982-47D3-9469-3BEEF7EFFACB}" presName="rootText" presStyleLbl="node3" presStyleIdx="12" presStyleCnt="13">
        <dgm:presLayoutVars>
          <dgm:chPref val="3"/>
        </dgm:presLayoutVars>
      </dgm:prSet>
      <dgm:spPr>
        <a:xfrm>
          <a:off x="6668328" y="3042153"/>
          <a:ext cx="856316" cy="428158"/>
        </a:xfrm>
        <a:prstGeom prst="rect">
          <a:avLst/>
        </a:prstGeom>
      </dgm:spPr>
    </dgm:pt>
    <dgm:pt modelId="{1FCA053A-FC7B-4253-9DB4-D5D2F408DA7D}" type="pres">
      <dgm:prSet presAssocID="{E0147B71-F982-47D3-9469-3BEEF7EFFACB}" presName="rootConnector" presStyleLbl="node3" presStyleIdx="12" presStyleCnt="13"/>
      <dgm:spPr/>
    </dgm:pt>
    <dgm:pt modelId="{6DCE845B-1A1B-447F-A00C-690855E1E166}" type="pres">
      <dgm:prSet presAssocID="{E0147B71-F982-47D3-9469-3BEEF7EFFACB}" presName="hierChild4" presStyleCnt="0"/>
      <dgm:spPr/>
    </dgm:pt>
    <dgm:pt modelId="{0C08EB3C-727A-4A71-9152-7DEB63990129}" type="pres">
      <dgm:prSet presAssocID="{E0147B71-F982-47D3-9469-3BEEF7EFFACB}" presName="hierChild5" presStyleCnt="0"/>
      <dgm:spPr/>
    </dgm:pt>
    <dgm:pt modelId="{02D2B4E9-E8EA-4D00-BA3A-99828AD67112}" type="pres">
      <dgm:prSet presAssocID="{A27DEF10-57BA-4846-82DD-18B5910FD478}" presName="hierChild5" presStyleCnt="0"/>
      <dgm:spPr/>
    </dgm:pt>
    <dgm:pt modelId="{4CAAE2E0-402C-4F81-8ED1-D5284486CA61}" type="pres">
      <dgm:prSet presAssocID="{C34E6241-28BB-4088-B5E1-66E19B7F7AFA}" presName="hierChild3" presStyleCnt="0"/>
      <dgm:spPr/>
    </dgm:pt>
  </dgm:ptLst>
  <dgm:cxnLst>
    <dgm:cxn modelId="{17CCB100-0585-4BD1-A479-E160960D5B7F}" type="presOf" srcId="{4390792C-184C-463F-854C-99ED74B63D89}" destId="{2DF5D48C-E9EF-4499-BDB7-602653DBF203}" srcOrd="0" destOrd="0" presId="urn:microsoft.com/office/officeart/2005/8/layout/orgChart1"/>
    <dgm:cxn modelId="{1A109001-D7BA-4418-A181-69B21213BF81}" type="presOf" srcId="{F071D4FD-C058-469D-869D-D6BFC0AE42FB}" destId="{2BAA1AC6-546D-4C91-A29F-4CE2E08A247C}" srcOrd="0" destOrd="0" presId="urn:microsoft.com/office/officeart/2005/8/layout/orgChart1"/>
    <dgm:cxn modelId="{645E6203-5BF9-4A07-9146-3E30F549A36B}" srcId="{61CEF048-13EA-4B41-86C2-486467E112DC}" destId="{A72408D0-A6D7-467C-909B-3A450341007F}" srcOrd="1" destOrd="0" parTransId="{B02259DA-D882-4CF8-AB7F-C40347AA4712}" sibTransId="{F33FB308-DDFF-41CF-A7E9-450F20DD60E0}"/>
    <dgm:cxn modelId="{E52EF505-F00F-4DE6-8218-FFD41AD712DB}" type="presOf" srcId="{B02259DA-D882-4CF8-AB7F-C40347AA4712}" destId="{812FC700-C4DF-4553-B4CA-EBDC5111CE6A}" srcOrd="0" destOrd="0" presId="urn:microsoft.com/office/officeart/2005/8/layout/orgChart1"/>
    <dgm:cxn modelId="{4E217C06-2C50-4624-80F4-ED4DA846767E}" type="presOf" srcId="{0447AE64-B87F-4D80-B627-1B3E327F6575}" destId="{F71749BF-3172-40AB-B117-B343D2CA7E98}" srcOrd="0" destOrd="0" presId="urn:microsoft.com/office/officeart/2005/8/layout/orgChart1"/>
    <dgm:cxn modelId="{C7E68B0C-FD23-489B-BD00-142F36138764}" type="presOf" srcId="{7D527945-879F-4131-9B20-650CD9AC6090}" destId="{6A99FC4F-9E86-4D94-872B-7F4BFBF7528E}" srcOrd="0" destOrd="0" presId="urn:microsoft.com/office/officeart/2005/8/layout/orgChart1"/>
    <dgm:cxn modelId="{C5A9C30E-19BA-4A66-8F28-616BFC958628}" type="presOf" srcId="{031708A7-E475-424C-B523-474088046CDB}" destId="{ED39B010-3C28-4987-BECC-731E6F8BBDFF}" srcOrd="1" destOrd="0" presId="urn:microsoft.com/office/officeart/2005/8/layout/orgChart1"/>
    <dgm:cxn modelId="{DC134B13-C606-4007-B59F-E2C08FFA27A9}" type="presOf" srcId="{FDD168F5-7F7E-41DC-8DDC-4C52CFF094BC}" destId="{1A58F5A1-D652-462F-83C1-B21A7E5B56EC}" srcOrd="0" destOrd="0" presId="urn:microsoft.com/office/officeart/2005/8/layout/orgChart1"/>
    <dgm:cxn modelId="{41483419-48EC-42FF-AB1B-E7C51A296A3C}" srcId="{0D8799A7-2D7C-445D-AC95-D35D2BA5F936}" destId="{C34E6241-28BB-4088-B5E1-66E19B7F7AFA}" srcOrd="0" destOrd="0" parTransId="{D090D553-5AAA-4DC5-9B98-696F8F590C58}" sibTransId="{865FB889-7C2A-43D1-BDA5-22EF76A709EF}"/>
    <dgm:cxn modelId="{9276A019-8A39-4958-8EB4-119C2A445974}" type="presOf" srcId="{AECE7ECF-BBE2-4301-940D-E0913058E06D}" destId="{5C104DAA-90E5-4079-85A4-BBEB138DC556}" srcOrd="0" destOrd="0" presId="urn:microsoft.com/office/officeart/2005/8/layout/orgChart1"/>
    <dgm:cxn modelId="{9194F71B-84DF-4D7E-BD27-7F26D380A1EE}" type="presOf" srcId="{D8C50F87-9EE9-4BB2-B4F2-3214FB64623F}" destId="{C6C2CC28-FD1D-40BA-B906-9C94CFD0A526}" srcOrd="0" destOrd="0" presId="urn:microsoft.com/office/officeart/2005/8/layout/orgChart1"/>
    <dgm:cxn modelId="{3EC8051C-70D4-46B7-9BD9-FFA8C62DCC7A}" srcId="{776BF2C7-800C-4DA7-BE12-E4E68F026B67}" destId="{04AD5E08-E26B-4306-83D9-20E12C3A3403}" srcOrd="0" destOrd="0" parTransId="{766FA7B7-F33F-4DE8-B56C-1510828CFBC1}" sibTransId="{62D2D7B7-6317-4B4A-AEF0-8CA43D471CCC}"/>
    <dgm:cxn modelId="{115A791E-843D-405F-A51E-5F66D5A88261}" srcId="{C34E6241-28BB-4088-B5E1-66E19B7F7AFA}" destId="{FDD168F5-7F7E-41DC-8DDC-4C52CFF094BC}" srcOrd="0" destOrd="0" parTransId="{403AC2A1-48D8-4C77-8FE9-B30D729AB268}" sibTransId="{404B09F0-1656-4FAE-9FA7-54E8B8439CD1}"/>
    <dgm:cxn modelId="{2E54D71F-3CEC-4F16-9EFD-88D3D381727E}" type="presOf" srcId="{41140C38-BBB7-4782-8B09-629B71A30A37}" destId="{B36B674E-37D7-4793-8CB1-A2216E62663A}" srcOrd="0" destOrd="0" presId="urn:microsoft.com/office/officeart/2005/8/layout/orgChart1"/>
    <dgm:cxn modelId="{7CC1D021-259D-4D76-BEE9-882D15478662}" type="presOf" srcId="{12D2E845-20DD-4140-89A0-348BA5DE07E4}" destId="{E88B39BE-B851-4701-9475-28B67F3DF282}" srcOrd="0" destOrd="0" presId="urn:microsoft.com/office/officeart/2005/8/layout/orgChart1"/>
    <dgm:cxn modelId="{9B80D526-6E0A-437B-946E-F0E3C20784A9}" type="presOf" srcId="{4390792C-184C-463F-854C-99ED74B63D89}" destId="{74DD7C6C-782D-40C8-8262-D0A21CFA7E41}" srcOrd="1" destOrd="0" presId="urn:microsoft.com/office/officeart/2005/8/layout/orgChart1"/>
    <dgm:cxn modelId="{4D4ABF2A-A143-4720-B989-4A262736A71D}" type="presOf" srcId="{ACF90EAA-1A7B-463C-8761-FCA4C67BBDF5}" destId="{9EE14039-CEFE-47F0-9E54-6248F32E284A}" srcOrd="1" destOrd="0" presId="urn:microsoft.com/office/officeart/2005/8/layout/orgChart1"/>
    <dgm:cxn modelId="{C955CB2E-102D-4E41-9D12-F469D97D5290}" type="presOf" srcId="{04AD5E08-E26B-4306-83D9-20E12C3A3403}" destId="{73EB1FD8-C375-4599-A67E-27CE547D2F94}" srcOrd="0" destOrd="0" presId="urn:microsoft.com/office/officeart/2005/8/layout/orgChart1"/>
    <dgm:cxn modelId="{5AF72435-4D28-4A65-84F4-0E3097485938}" type="presOf" srcId="{8C0B946B-6550-4677-AF10-CDA8C1EE2F0E}" destId="{3474EFFD-E038-4867-96DF-A57EEAFF88CD}" srcOrd="1" destOrd="0" presId="urn:microsoft.com/office/officeart/2005/8/layout/orgChart1"/>
    <dgm:cxn modelId="{60A4213A-4A24-4BFC-AEB4-B591ED7A0494}" type="presOf" srcId="{ACF90EAA-1A7B-463C-8761-FCA4C67BBDF5}" destId="{73D6EE9A-6394-4442-8625-460574169B73}" srcOrd="0" destOrd="0" presId="urn:microsoft.com/office/officeart/2005/8/layout/orgChart1"/>
    <dgm:cxn modelId="{7111A83F-0CB4-40D5-A627-D7608E4632EB}" type="presOf" srcId="{1C7BF114-2DE0-4C2D-9022-1DD1C9625AB6}" destId="{60218C15-CA6F-44E9-9012-C200FBF43EB4}" srcOrd="0" destOrd="0" presId="urn:microsoft.com/office/officeart/2005/8/layout/orgChart1"/>
    <dgm:cxn modelId="{9440DC5C-5447-4BEC-BDD1-0B2C889C0E74}" type="presOf" srcId="{9B736D1C-63C0-4699-A8F6-F256EAA2CCE7}" destId="{15A00ECE-D28A-42C6-9911-BB0E11A35E5D}" srcOrd="0" destOrd="0" presId="urn:microsoft.com/office/officeart/2005/8/layout/orgChart1"/>
    <dgm:cxn modelId="{3FF20F5E-834B-4CB3-9CDC-5EBF0031A648}" type="presOf" srcId="{BAA3AE73-D881-4C80-B993-41D0C84B99BC}" destId="{DDD9D9C7-609D-4152-89E6-A7B0C75B9621}" srcOrd="0" destOrd="0" presId="urn:microsoft.com/office/officeart/2005/8/layout/orgChart1"/>
    <dgm:cxn modelId="{1CC60461-C41C-4413-A99C-7EC49FE2CA22}" srcId="{A27DEF10-57BA-4846-82DD-18B5910FD478}" destId="{6A95763E-7FAB-4489-98A9-6D88EAB636BF}" srcOrd="0" destOrd="0" parTransId="{8EDFF9EF-18DF-4C3E-BA59-647D270B0019}" sibTransId="{5D1887E7-0C87-4322-80FE-117156C1391A}"/>
    <dgm:cxn modelId="{BD381566-B93F-4605-A243-C5E327751091}" srcId="{C34E6241-28BB-4088-B5E1-66E19B7F7AFA}" destId="{776BF2C7-800C-4DA7-BE12-E4E68F026B67}" srcOrd="4" destOrd="0" parTransId="{BAA3AE73-D881-4C80-B993-41D0C84B99BC}" sibTransId="{4560431C-AFD8-4561-98D8-C740EC92776C}"/>
    <dgm:cxn modelId="{4DD8A948-9AF4-410D-B2EA-9D86B19172F9}" type="presOf" srcId="{658524EA-60FF-4660-A884-84D18E01940C}" destId="{A9A1DACA-6CD0-44F5-9514-0594D4E116D1}" srcOrd="0" destOrd="0" presId="urn:microsoft.com/office/officeart/2005/8/layout/orgChart1"/>
    <dgm:cxn modelId="{E2C7AD48-ABEF-4C4B-AEC4-2A281B130095}" type="presOf" srcId="{FDD168F5-7F7E-41DC-8DDC-4C52CFF094BC}" destId="{4FB9677D-D39E-4BFE-8E00-41061796AA27}" srcOrd="1" destOrd="0" presId="urn:microsoft.com/office/officeart/2005/8/layout/orgChart1"/>
    <dgm:cxn modelId="{10CC124A-F4EB-429F-B239-44F2DFA3373A}" type="presOf" srcId="{776BF2C7-800C-4DA7-BE12-E4E68F026B67}" destId="{1ADF0613-0973-4E1D-B953-6A9C4B039C80}" srcOrd="1" destOrd="0" presId="urn:microsoft.com/office/officeart/2005/8/layout/orgChart1"/>
    <dgm:cxn modelId="{9F6D106B-F80E-4E2B-B2FC-8D66F2D8DB5C}" srcId="{C34E6241-28BB-4088-B5E1-66E19B7F7AFA}" destId="{031708A7-E475-424C-B523-474088046CDB}" srcOrd="2" destOrd="0" parTransId="{9B736D1C-63C0-4699-A8F6-F256EAA2CCE7}" sibTransId="{B6FB5538-38C1-49C6-9449-C38E57F547F1}"/>
    <dgm:cxn modelId="{D31EBB4D-593F-4EB7-9DA0-6FB8C2C75DCF}" type="presOf" srcId="{61CEF048-13EA-4B41-86C2-486467E112DC}" destId="{132D8914-CE6F-44AC-9F48-E4357F643C55}" srcOrd="1" destOrd="0" presId="urn:microsoft.com/office/officeart/2005/8/layout/orgChart1"/>
    <dgm:cxn modelId="{0B9E874E-264C-417A-8644-85E43C18216F}" srcId="{031708A7-E475-424C-B523-474088046CDB}" destId="{C2D62D8E-A309-4391-AC12-F3078D561456}" srcOrd="0" destOrd="0" parTransId="{1824237B-943D-4A2D-8900-BC49934C5199}" sibTransId="{61CFB42E-E9A1-4CD0-86FB-A71807D5FE1E}"/>
    <dgm:cxn modelId="{9DA5876E-3814-4345-9C05-191A8F0C702C}" type="presOf" srcId="{C34E6241-28BB-4088-B5E1-66E19B7F7AFA}" destId="{F2BC6A4C-859A-443D-8D17-226C35B38A17}" srcOrd="0" destOrd="0" presId="urn:microsoft.com/office/officeart/2005/8/layout/orgChart1"/>
    <dgm:cxn modelId="{F3A7B16E-2A8C-4CBE-BB1F-F2D4A195CC74}" type="presOf" srcId="{776BF2C7-800C-4DA7-BE12-E4E68F026B67}" destId="{F712F3DD-F2FB-407E-AA71-5D3C7818CB0A}" srcOrd="0" destOrd="0" presId="urn:microsoft.com/office/officeart/2005/8/layout/orgChart1"/>
    <dgm:cxn modelId="{B4D2F26E-3D56-43DE-85BA-A93A44242406}" type="presOf" srcId="{1EA67A05-CC1B-4DD8-9CD6-E118F6B14DD8}" destId="{8FB7DCE7-E578-498E-9311-EA6D29D6B210}" srcOrd="0" destOrd="0" presId="urn:microsoft.com/office/officeart/2005/8/layout/orgChart1"/>
    <dgm:cxn modelId="{6DDB394F-C962-462B-8813-1F77F6768586}" type="presOf" srcId="{8C0B946B-6550-4677-AF10-CDA8C1EE2F0E}" destId="{75C4A549-CBAA-4AB4-A97A-5012A38731CE}" srcOrd="0" destOrd="0" presId="urn:microsoft.com/office/officeart/2005/8/layout/orgChart1"/>
    <dgm:cxn modelId="{FACB8D4F-86D9-4D9A-9544-240AE540085A}" type="presOf" srcId="{A72408D0-A6D7-467C-909B-3A450341007F}" destId="{15E7DCB9-2FCC-4598-A7B2-2BE8D75FE3A5}" srcOrd="0" destOrd="0" presId="urn:microsoft.com/office/officeart/2005/8/layout/orgChart1"/>
    <dgm:cxn modelId="{7F752179-B42D-4D7F-BD47-B0D5A2DCF497}" type="presOf" srcId="{426A97F8-0D0C-4D7B-B5BF-0C93702AC78B}" destId="{830D7870-9E9D-47B7-B594-4C37448B7FB2}" srcOrd="0" destOrd="0" presId="urn:microsoft.com/office/officeart/2005/8/layout/orgChart1"/>
    <dgm:cxn modelId="{9F56B879-7EEC-41E2-BEF8-B37DBE2D0B2E}" type="presOf" srcId="{A27DEF10-57BA-4846-82DD-18B5910FD478}" destId="{8E16E8C5-2625-4CA4-A02B-FAB6C6979706}" srcOrd="0" destOrd="0" presId="urn:microsoft.com/office/officeart/2005/8/layout/orgChart1"/>
    <dgm:cxn modelId="{3B880B7C-438A-4A91-A604-7382EB7F16F3}" srcId="{A27DEF10-57BA-4846-82DD-18B5910FD478}" destId="{E0147B71-F982-47D3-9469-3BEEF7EFFACB}" srcOrd="3" destOrd="0" parTransId="{658524EA-60FF-4660-A884-84D18E01940C}" sibTransId="{7E87EAD9-98AB-4BD5-8139-BA8675402AA1}"/>
    <dgm:cxn modelId="{4539727C-AF87-451D-8724-FD8CBCE5F505}" type="presOf" srcId="{0D8799A7-2D7C-445D-AC95-D35D2BA5F936}" destId="{5C6CACEB-F2D8-492E-93B7-0B22DA31502C}" srcOrd="0" destOrd="0" presId="urn:microsoft.com/office/officeart/2005/8/layout/orgChart1"/>
    <dgm:cxn modelId="{8100267E-4A03-4811-94E6-BF6356D900A8}" type="presOf" srcId="{C2D62D8E-A309-4391-AC12-F3078D561456}" destId="{33F12CAB-3B0A-4029-9151-C5E9EF99E022}" srcOrd="0" destOrd="0" presId="urn:microsoft.com/office/officeart/2005/8/layout/orgChart1"/>
    <dgm:cxn modelId="{F20A157F-1783-4A64-832A-CEECE6F4FB5C}" type="presOf" srcId="{8EDFF9EF-18DF-4C3E-BA59-647D270B0019}" destId="{78F353C8-5542-4D6A-A1DB-31F2D1A223AA}" srcOrd="0" destOrd="0" presId="urn:microsoft.com/office/officeart/2005/8/layout/orgChart1"/>
    <dgm:cxn modelId="{3D26C680-8CF2-4C71-9C6F-0FF83846813E}" type="presOf" srcId="{1988C5CB-E1BE-4F4E-8801-B3DF56BD30BF}" destId="{0E8F504D-EDC8-4F9D-9D3A-CCEB177F16D1}" srcOrd="0" destOrd="0" presId="urn:microsoft.com/office/officeart/2005/8/layout/orgChart1"/>
    <dgm:cxn modelId="{57F0FF80-C821-44C7-9C02-B737C1D67009}" type="presOf" srcId="{02E62D2C-6C0D-443B-99EF-02175DA06FAF}" destId="{59E66370-E175-4EC8-A354-5259BCEFF215}" srcOrd="0" destOrd="0" presId="urn:microsoft.com/office/officeart/2005/8/layout/orgChart1"/>
    <dgm:cxn modelId="{98738E81-3990-457E-A239-E6B2714D423D}" type="presOf" srcId="{79B25449-575B-4F97-9166-B71B28B66196}" destId="{68D6BB48-7D90-4DC5-A24F-D4437D3CFEDB}" srcOrd="0" destOrd="0" presId="urn:microsoft.com/office/officeart/2005/8/layout/orgChart1"/>
    <dgm:cxn modelId="{01298082-F2FB-4C06-9B9E-B01A489BBD25}" type="presOf" srcId="{4D9AE924-2232-4B42-9D11-9BDFFACE9871}" destId="{4DAAF0E0-33FA-4F03-A6F1-E73D17E1E5B6}" srcOrd="0" destOrd="0" presId="urn:microsoft.com/office/officeart/2005/8/layout/orgChart1"/>
    <dgm:cxn modelId="{69D5C985-4CB5-4446-A8F8-FF142C0D9CA3}" srcId="{D4A045D1-253C-4B50-A206-9F78FF8DE01B}" destId="{8C0B946B-6550-4677-AF10-CDA8C1EE2F0E}" srcOrd="0" destOrd="0" parTransId="{1988C5CB-E1BE-4F4E-8801-B3DF56BD30BF}" sibTransId="{C8D604DB-0C46-481A-ABF9-7675237CF3BB}"/>
    <dgm:cxn modelId="{49615388-2C7C-4C6B-81C7-45C85C6EFFD3}" type="presOf" srcId="{E0147B71-F982-47D3-9469-3BEEF7EFFACB}" destId="{ED805C91-CFDA-48F8-9993-4DD2F84065F6}" srcOrd="0" destOrd="0" presId="urn:microsoft.com/office/officeart/2005/8/layout/orgChart1"/>
    <dgm:cxn modelId="{8D1E8D88-35FA-499D-8D97-5272215D9980}" type="presOf" srcId="{04AD5E08-E26B-4306-83D9-20E12C3A3403}" destId="{B73025D0-15E8-4428-B1A7-4DCA2553F416}" srcOrd="1" destOrd="0" presId="urn:microsoft.com/office/officeart/2005/8/layout/orgChart1"/>
    <dgm:cxn modelId="{0F93768B-4409-430A-A2AF-1EDBA56A4937}" type="presOf" srcId="{9A989C81-1E92-4E2F-B9E8-25326F12F0CB}" destId="{52D33E6E-9EC8-4970-91EB-82B6B9FF2C08}" srcOrd="1" destOrd="0" presId="urn:microsoft.com/office/officeart/2005/8/layout/orgChart1"/>
    <dgm:cxn modelId="{CFEAFC8F-0DAF-4EA8-91FB-09EA78A4828C}" type="presOf" srcId="{EB823CEA-58B1-4545-873A-E88A285BD9A8}" destId="{F78BFDF5-2D0B-41D6-9313-311A6B07C45B}" srcOrd="0" destOrd="0" presId="urn:microsoft.com/office/officeart/2005/8/layout/orgChart1"/>
    <dgm:cxn modelId="{DBEBC995-C1B1-4BCB-9FE7-647F48945571}" type="presOf" srcId="{61CEF048-13EA-4B41-86C2-486467E112DC}" destId="{BFA551EA-FC42-4E2F-AF99-A6D7A91E4D53}" srcOrd="0" destOrd="0" presId="urn:microsoft.com/office/officeart/2005/8/layout/orgChart1"/>
    <dgm:cxn modelId="{EBEE8798-B1B6-40AE-B8BD-6BC4DD08222C}" type="presOf" srcId="{A72408D0-A6D7-467C-909B-3A450341007F}" destId="{63B19483-81B9-414A-95B3-C729E24C6E6A}" srcOrd="1" destOrd="0" presId="urn:microsoft.com/office/officeart/2005/8/layout/orgChart1"/>
    <dgm:cxn modelId="{0E76339D-77A4-41A0-9ACA-2D8EA225512B}" type="presOf" srcId="{C2D62D8E-A309-4391-AC12-F3078D561456}" destId="{5266CB47-BCD1-42BA-8CE4-70753E720913}" srcOrd="1" destOrd="0" presId="urn:microsoft.com/office/officeart/2005/8/layout/orgChart1"/>
    <dgm:cxn modelId="{C5F8139F-B7E6-49B6-A963-FE94B607098C}" srcId="{02E62D2C-6C0D-443B-99EF-02175DA06FAF}" destId="{AECE7ECF-BBE2-4301-940D-E0913058E06D}" srcOrd="0" destOrd="0" parTransId="{EB823CEA-58B1-4545-873A-E88A285BD9A8}" sibTransId="{639B6B50-1BE6-41E6-83D1-9FB47153A1F7}"/>
    <dgm:cxn modelId="{3199829F-D2DD-47B2-B80B-F9340D2BB155}" type="presOf" srcId="{AECE7ECF-BBE2-4301-940D-E0913058E06D}" destId="{BEC400C3-E14E-4341-A864-72A98B5BD5CB}" srcOrd="1" destOrd="0" presId="urn:microsoft.com/office/officeart/2005/8/layout/orgChart1"/>
    <dgm:cxn modelId="{00BC5FA2-9172-419C-8722-5C247ED1B4A2}" type="presOf" srcId="{9A989C81-1E92-4E2F-B9E8-25326F12F0CB}" destId="{524EBCE8-4A11-4D3B-82B7-B33236E35B0A}" srcOrd="0" destOrd="0" presId="urn:microsoft.com/office/officeart/2005/8/layout/orgChart1"/>
    <dgm:cxn modelId="{E4A225A7-3C12-481B-AEC3-E5327455C9BF}" srcId="{A27DEF10-57BA-4846-82DD-18B5910FD478}" destId="{07F0CBBB-6F86-492C-9BBE-25FBC2646B34}" srcOrd="2" destOrd="0" parTransId="{1C7BF114-2DE0-4C2D-9022-1DD1C9625AB6}" sibTransId="{B3B64CF8-2C68-43D0-8609-ADCC1BDC2383}"/>
    <dgm:cxn modelId="{F7AB5EA9-EC32-44A6-B5A3-F12479328FC3}" type="presOf" srcId="{07F0CBBB-6F86-492C-9BBE-25FBC2646B34}" destId="{FCACD3B5-1CC4-4D27-B77A-68B1EB0B1D23}" srcOrd="0" destOrd="0" presId="urn:microsoft.com/office/officeart/2005/8/layout/orgChart1"/>
    <dgm:cxn modelId="{9CEE28B2-AA17-4436-B60E-1842365165E3}" srcId="{C34E6241-28BB-4088-B5E1-66E19B7F7AFA}" destId="{D4A045D1-253C-4B50-A206-9F78FF8DE01B}" srcOrd="3" destOrd="0" parTransId="{426A97F8-0D0C-4D7B-B5BF-0C93702AC78B}" sibTransId="{B4406ADA-14F0-471E-A0F7-E0C28A06D96F}"/>
    <dgm:cxn modelId="{0AD3CCBA-9D22-4B1C-94D9-5EF6615F66C8}" type="presOf" srcId="{6A95763E-7FAB-4489-98A9-6D88EAB636BF}" destId="{36F5B37A-843F-4DD6-AF2A-4FDDBA235520}" srcOrd="1" destOrd="0" presId="urn:microsoft.com/office/officeart/2005/8/layout/orgChart1"/>
    <dgm:cxn modelId="{B01C9CBD-A2EE-4725-89F0-16FC0373E0CD}" type="presOf" srcId="{02E62D2C-6C0D-443B-99EF-02175DA06FAF}" destId="{4E822A2E-26C2-45E1-9212-C706EE935455}" srcOrd="1" destOrd="0" presId="urn:microsoft.com/office/officeart/2005/8/layout/orgChart1"/>
    <dgm:cxn modelId="{998989C4-09E4-49B9-917C-DD5623F6D482}" srcId="{A27DEF10-57BA-4846-82DD-18B5910FD478}" destId="{9A989C81-1E92-4E2F-B9E8-25326F12F0CB}" srcOrd="1" destOrd="0" parTransId="{1EA67A05-CC1B-4DD8-9CD6-E118F6B14DD8}" sibTransId="{9E836401-6372-4714-8286-453685E593CE}"/>
    <dgm:cxn modelId="{C35FC3C7-6C9E-401F-9CBB-DDC43BDC640C}" type="presOf" srcId="{766FA7B7-F33F-4DE8-B56C-1510828CFBC1}" destId="{01A4A878-BF14-40BE-8BDB-B964ECEB7733}" srcOrd="0" destOrd="0" presId="urn:microsoft.com/office/officeart/2005/8/layout/orgChart1"/>
    <dgm:cxn modelId="{D9726BC9-8764-4B1F-BB36-0E991FEA3A5A}" srcId="{C34E6241-28BB-4088-B5E1-66E19B7F7AFA}" destId="{61CEF048-13EA-4B41-86C2-486467E112DC}" srcOrd="1" destOrd="0" parTransId="{0447AE64-B87F-4D80-B627-1B3E327F6575}" sibTransId="{93C7E515-6C31-4E92-B279-319DCE29DEBD}"/>
    <dgm:cxn modelId="{F787E2C9-0DAE-4FCC-9CCA-A199AA925DDE}" type="presOf" srcId="{A27DEF10-57BA-4846-82DD-18B5910FD478}" destId="{AD874482-6BF2-43F0-91E7-D1052479AA68}" srcOrd="1" destOrd="0" presId="urn:microsoft.com/office/officeart/2005/8/layout/orgChart1"/>
    <dgm:cxn modelId="{3A6643CB-0C1A-4FC4-AAE6-DF8AF3E68150}" type="presOf" srcId="{D4A045D1-253C-4B50-A206-9F78FF8DE01B}" destId="{A1820898-96DD-44A3-86AA-DE4BF9AA61B2}" srcOrd="1" destOrd="0" presId="urn:microsoft.com/office/officeart/2005/8/layout/orgChart1"/>
    <dgm:cxn modelId="{4A080FD2-2B72-43A8-BF41-22DFE0B1AD71}" type="presOf" srcId="{403AC2A1-48D8-4C77-8FE9-B30D729AB268}" destId="{37EA851A-B678-477A-98B9-EE9A3275469B}" srcOrd="0" destOrd="0" presId="urn:microsoft.com/office/officeart/2005/8/layout/orgChart1"/>
    <dgm:cxn modelId="{8C39B7D5-1A53-4870-BDBB-E2745CB2237F}" srcId="{C34E6241-28BB-4088-B5E1-66E19B7F7AFA}" destId="{A27DEF10-57BA-4846-82DD-18B5910FD478}" srcOrd="6" destOrd="0" parTransId="{7D527945-879F-4131-9B20-650CD9AC6090}" sibTransId="{637CC5BF-2B6F-4A98-BA3A-B28FF47800F8}"/>
    <dgm:cxn modelId="{6019D9E1-F28C-47F6-B646-9F130AA923E4}" type="presOf" srcId="{EA4C1CAD-8B72-4E49-B63C-1D0F5A677A95}" destId="{C04C2274-7A8E-46BC-8CD6-2EF045066710}" srcOrd="0" destOrd="0" presId="urn:microsoft.com/office/officeart/2005/8/layout/orgChart1"/>
    <dgm:cxn modelId="{0FBF84E2-61DE-42E7-AF69-B0E1027E82EF}" type="presOf" srcId="{C34E6241-28BB-4088-B5E1-66E19B7F7AFA}" destId="{C3BB153F-F095-45AA-A183-8E2F5645FC7B}" srcOrd="1" destOrd="0" presId="urn:microsoft.com/office/officeart/2005/8/layout/orgChart1"/>
    <dgm:cxn modelId="{A1F87CE3-2FD3-4EEF-AFD1-36479F5F3384}" type="presOf" srcId="{6A95763E-7FAB-4489-98A9-6D88EAB636BF}" destId="{F9BEABCA-7012-447C-BFDB-174C651F87C4}" srcOrd="0" destOrd="0" presId="urn:microsoft.com/office/officeart/2005/8/layout/orgChart1"/>
    <dgm:cxn modelId="{BC7C0BE6-6A28-4B88-8E50-70B1EC455ADD}" type="presOf" srcId="{E0147B71-F982-47D3-9469-3BEEF7EFFACB}" destId="{1FCA053A-FC7B-4253-9DB4-D5D2F408DA7D}" srcOrd="1" destOrd="0" presId="urn:microsoft.com/office/officeart/2005/8/layout/orgChart1"/>
    <dgm:cxn modelId="{BA5CC5E9-8928-43F5-9E07-E0340E83948B}" type="presOf" srcId="{4D9AE924-2232-4B42-9D11-9BDFFACE9871}" destId="{770B9FE0-7921-4460-A69B-DD567A9E4AC0}" srcOrd="1" destOrd="0" presId="urn:microsoft.com/office/officeart/2005/8/layout/orgChart1"/>
    <dgm:cxn modelId="{C2F17FEB-E9CC-426E-A086-3A71F9B7D1D0}" type="presOf" srcId="{07F0CBBB-6F86-492C-9BBE-25FBC2646B34}" destId="{6C1AEB8A-533A-4985-B074-2DA98FC02C30}" srcOrd="1" destOrd="0" presId="urn:microsoft.com/office/officeart/2005/8/layout/orgChart1"/>
    <dgm:cxn modelId="{B3FE91EB-B337-4348-9B1B-A4A2207B460D}" type="presOf" srcId="{031708A7-E475-424C-B523-474088046CDB}" destId="{2738EE88-8719-4802-A5D2-A7509D8441D7}" srcOrd="0" destOrd="0" presId="urn:microsoft.com/office/officeart/2005/8/layout/orgChart1"/>
    <dgm:cxn modelId="{DCFD55ED-4758-402A-8A35-05BF0243B252}" srcId="{031708A7-E475-424C-B523-474088046CDB}" destId="{4D9AE924-2232-4B42-9D11-9BDFFACE9871}" srcOrd="1" destOrd="0" parTransId="{EA4C1CAD-8B72-4E49-B63C-1D0F5A677A95}" sibTransId="{1BEC2990-220A-4656-8609-B8C292B64AD5}"/>
    <dgm:cxn modelId="{0FC729EF-03FD-4177-AAAB-45349AD68180}" srcId="{D4A045D1-253C-4B50-A206-9F78FF8DE01B}" destId="{12D2E845-20DD-4140-89A0-348BA5DE07E4}" srcOrd="1" destOrd="0" parTransId="{D8C50F87-9EE9-4BB2-B4F2-3214FB64623F}" sibTransId="{3D319998-9809-4C2A-88D3-792A6A1850A8}"/>
    <dgm:cxn modelId="{A9B763F0-AB3B-40DA-A162-3A13D7B56F9B}" type="presOf" srcId="{D4A045D1-253C-4B50-A206-9F78FF8DE01B}" destId="{21D6268A-6D8D-4DDA-A02D-E35CA7B01A1F}" srcOrd="0" destOrd="0" presId="urn:microsoft.com/office/officeart/2005/8/layout/orgChart1"/>
    <dgm:cxn modelId="{BDC10AF5-E00D-46F6-B01D-7A79572AFF96}" srcId="{61CEF048-13EA-4B41-86C2-486467E112DC}" destId="{ACF90EAA-1A7B-463C-8761-FCA4C67BBDF5}" srcOrd="0" destOrd="0" parTransId="{41140C38-BBB7-4782-8B09-629B71A30A37}" sibTransId="{D840CCC7-C965-42B5-8F89-ED64DB3A973B}"/>
    <dgm:cxn modelId="{C0D78BF5-3F4C-4B64-9B7C-968033FDC3E5}" srcId="{776BF2C7-800C-4DA7-BE12-E4E68F026B67}" destId="{4390792C-184C-463F-854C-99ED74B63D89}" srcOrd="1" destOrd="0" parTransId="{79B25449-575B-4F97-9166-B71B28B66196}" sibTransId="{BC371514-D5BC-4525-A517-14BDBE367AF3}"/>
    <dgm:cxn modelId="{92D291F5-BF4E-44E4-B3E3-6D74A539D699}" type="presOf" srcId="{12D2E845-20DD-4140-89A0-348BA5DE07E4}" destId="{E5B431B7-4070-43D6-9849-D41D4699670D}" srcOrd="1" destOrd="0" presId="urn:microsoft.com/office/officeart/2005/8/layout/orgChart1"/>
    <dgm:cxn modelId="{EA0E52F9-69DF-4053-BC09-6A699141905B}" type="presOf" srcId="{1824237B-943D-4A2D-8900-BC49934C5199}" destId="{56882E16-14C1-4E3A-B851-259F28E710E6}" srcOrd="0" destOrd="0" presId="urn:microsoft.com/office/officeart/2005/8/layout/orgChart1"/>
    <dgm:cxn modelId="{F9BA0DFB-0CDA-497F-B3C6-04936CF0B829}" srcId="{C34E6241-28BB-4088-B5E1-66E19B7F7AFA}" destId="{02E62D2C-6C0D-443B-99EF-02175DA06FAF}" srcOrd="5" destOrd="0" parTransId="{F071D4FD-C058-469D-869D-D6BFC0AE42FB}" sibTransId="{FB031877-4CCF-4BAD-9DD4-EFB1F284667E}"/>
    <dgm:cxn modelId="{412CA4AE-A1CC-49C4-8D15-6573BB6B3E7E}" type="presParOf" srcId="{5C6CACEB-F2D8-492E-93B7-0B22DA31502C}" destId="{774B0441-D9AA-4DAA-B5AD-3CE7CD6C8722}" srcOrd="0" destOrd="0" presId="urn:microsoft.com/office/officeart/2005/8/layout/orgChart1"/>
    <dgm:cxn modelId="{35AF1C45-3D8D-4E6B-9966-8771DF4D4AEE}" type="presParOf" srcId="{774B0441-D9AA-4DAA-B5AD-3CE7CD6C8722}" destId="{DCCCC4A1-56E1-461D-880B-7676F56A40E7}" srcOrd="0" destOrd="0" presId="urn:microsoft.com/office/officeart/2005/8/layout/orgChart1"/>
    <dgm:cxn modelId="{D8B29D21-C7CF-485D-838A-B932F1B7C332}" type="presParOf" srcId="{DCCCC4A1-56E1-461D-880B-7676F56A40E7}" destId="{F2BC6A4C-859A-443D-8D17-226C35B38A17}" srcOrd="0" destOrd="0" presId="urn:microsoft.com/office/officeart/2005/8/layout/orgChart1"/>
    <dgm:cxn modelId="{7DCE95A4-FE88-4CA7-81FD-750BE444CD46}" type="presParOf" srcId="{DCCCC4A1-56E1-461D-880B-7676F56A40E7}" destId="{C3BB153F-F095-45AA-A183-8E2F5645FC7B}" srcOrd="1" destOrd="0" presId="urn:microsoft.com/office/officeart/2005/8/layout/orgChart1"/>
    <dgm:cxn modelId="{BA59090B-63FE-417B-88CD-B269E09DCC19}" type="presParOf" srcId="{774B0441-D9AA-4DAA-B5AD-3CE7CD6C8722}" destId="{C7FBB58E-3117-4E2B-AC97-1E4A952BDCC7}" srcOrd="1" destOrd="0" presId="urn:microsoft.com/office/officeart/2005/8/layout/orgChart1"/>
    <dgm:cxn modelId="{CF129F93-FDB5-498F-A832-CBA9E7DD5099}" type="presParOf" srcId="{C7FBB58E-3117-4E2B-AC97-1E4A952BDCC7}" destId="{37EA851A-B678-477A-98B9-EE9A3275469B}" srcOrd="0" destOrd="0" presId="urn:microsoft.com/office/officeart/2005/8/layout/orgChart1"/>
    <dgm:cxn modelId="{2AFB9F02-C9BD-4AB7-B73F-E7C7F330C6C0}" type="presParOf" srcId="{C7FBB58E-3117-4E2B-AC97-1E4A952BDCC7}" destId="{5DFEC9E5-C54E-4EB7-96B4-65A83EBAFF71}" srcOrd="1" destOrd="0" presId="urn:microsoft.com/office/officeart/2005/8/layout/orgChart1"/>
    <dgm:cxn modelId="{13A12A59-483E-41C6-8FD5-59F42F320471}" type="presParOf" srcId="{5DFEC9E5-C54E-4EB7-96B4-65A83EBAFF71}" destId="{4B347958-DB36-4B7A-92E9-868B9A9FF1FD}" srcOrd="0" destOrd="0" presId="urn:microsoft.com/office/officeart/2005/8/layout/orgChart1"/>
    <dgm:cxn modelId="{86262430-01AE-42E6-87CB-6DA9EDC7CA70}" type="presParOf" srcId="{4B347958-DB36-4B7A-92E9-868B9A9FF1FD}" destId="{1A58F5A1-D652-462F-83C1-B21A7E5B56EC}" srcOrd="0" destOrd="0" presId="urn:microsoft.com/office/officeart/2005/8/layout/orgChart1"/>
    <dgm:cxn modelId="{3EBE677A-8EAD-4EC1-AF62-17C18B85DF55}" type="presParOf" srcId="{4B347958-DB36-4B7A-92E9-868B9A9FF1FD}" destId="{4FB9677D-D39E-4BFE-8E00-41061796AA27}" srcOrd="1" destOrd="0" presId="urn:microsoft.com/office/officeart/2005/8/layout/orgChart1"/>
    <dgm:cxn modelId="{2156FF06-6669-4E12-B9BB-C73FF4ED1C5D}" type="presParOf" srcId="{5DFEC9E5-C54E-4EB7-96B4-65A83EBAFF71}" destId="{729BF2BB-CED4-4E79-A130-16666A5A0344}" srcOrd="1" destOrd="0" presId="urn:microsoft.com/office/officeart/2005/8/layout/orgChart1"/>
    <dgm:cxn modelId="{19FB23CF-F799-4AF6-8BCC-0BCCCC71551D}" type="presParOf" srcId="{5DFEC9E5-C54E-4EB7-96B4-65A83EBAFF71}" destId="{F79402C0-C083-49DE-BF6D-1FE511A39C1D}" srcOrd="2" destOrd="0" presId="urn:microsoft.com/office/officeart/2005/8/layout/orgChart1"/>
    <dgm:cxn modelId="{2A9B684E-FF89-4AD6-8C11-D4AF602D8A2E}" type="presParOf" srcId="{C7FBB58E-3117-4E2B-AC97-1E4A952BDCC7}" destId="{F71749BF-3172-40AB-B117-B343D2CA7E98}" srcOrd="2" destOrd="0" presId="urn:microsoft.com/office/officeart/2005/8/layout/orgChart1"/>
    <dgm:cxn modelId="{1B555F8A-517A-478E-89F9-8882E0E0978F}" type="presParOf" srcId="{C7FBB58E-3117-4E2B-AC97-1E4A952BDCC7}" destId="{B3FA66D6-B86C-416A-9606-ADABE7619309}" srcOrd="3" destOrd="0" presId="urn:microsoft.com/office/officeart/2005/8/layout/orgChart1"/>
    <dgm:cxn modelId="{3EF64198-021D-4E67-A756-1A7BAA69A89A}" type="presParOf" srcId="{B3FA66D6-B86C-416A-9606-ADABE7619309}" destId="{41A1C7D8-BB69-4B46-8635-E40E30F759AB}" srcOrd="0" destOrd="0" presId="urn:microsoft.com/office/officeart/2005/8/layout/orgChart1"/>
    <dgm:cxn modelId="{6C3AC5F1-9EF6-4BF6-9CE2-2B70B74A4929}" type="presParOf" srcId="{41A1C7D8-BB69-4B46-8635-E40E30F759AB}" destId="{BFA551EA-FC42-4E2F-AF99-A6D7A91E4D53}" srcOrd="0" destOrd="0" presId="urn:microsoft.com/office/officeart/2005/8/layout/orgChart1"/>
    <dgm:cxn modelId="{552E2D57-6E3A-4A8F-94CA-C6EBD880312C}" type="presParOf" srcId="{41A1C7D8-BB69-4B46-8635-E40E30F759AB}" destId="{132D8914-CE6F-44AC-9F48-E4357F643C55}" srcOrd="1" destOrd="0" presId="urn:microsoft.com/office/officeart/2005/8/layout/orgChart1"/>
    <dgm:cxn modelId="{B817C03D-2AA9-459A-9294-8785C20C4949}" type="presParOf" srcId="{B3FA66D6-B86C-416A-9606-ADABE7619309}" destId="{1720C949-3DB6-49A2-9148-1B8F42B5DF72}" srcOrd="1" destOrd="0" presId="urn:microsoft.com/office/officeart/2005/8/layout/orgChart1"/>
    <dgm:cxn modelId="{486EDF88-7B62-457E-B315-2FEAF334FE72}" type="presParOf" srcId="{1720C949-3DB6-49A2-9148-1B8F42B5DF72}" destId="{B36B674E-37D7-4793-8CB1-A2216E62663A}" srcOrd="0" destOrd="0" presId="urn:microsoft.com/office/officeart/2005/8/layout/orgChart1"/>
    <dgm:cxn modelId="{0B2CED6A-7031-4CC9-A707-F8C46A4BCB2E}" type="presParOf" srcId="{1720C949-3DB6-49A2-9148-1B8F42B5DF72}" destId="{3FF8DDD1-D102-4274-A4D6-AC83A86F72AB}" srcOrd="1" destOrd="0" presId="urn:microsoft.com/office/officeart/2005/8/layout/orgChart1"/>
    <dgm:cxn modelId="{E74E4181-4637-4DEA-9ECB-71FC4487D72F}" type="presParOf" srcId="{3FF8DDD1-D102-4274-A4D6-AC83A86F72AB}" destId="{94BB5284-58F5-4050-9008-39FCC3A7FF40}" srcOrd="0" destOrd="0" presId="urn:microsoft.com/office/officeart/2005/8/layout/orgChart1"/>
    <dgm:cxn modelId="{E40F8A0D-BF5B-4A72-863D-5071A2FFA9A5}" type="presParOf" srcId="{94BB5284-58F5-4050-9008-39FCC3A7FF40}" destId="{73D6EE9A-6394-4442-8625-460574169B73}" srcOrd="0" destOrd="0" presId="urn:microsoft.com/office/officeart/2005/8/layout/orgChart1"/>
    <dgm:cxn modelId="{485F663C-C42B-4786-AD2F-AB9A9CE7F517}" type="presParOf" srcId="{94BB5284-58F5-4050-9008-39FCC3A7FF40}" destId="{9EE14039-CEFE-47F0-9E54-6248F32E284A}" srcOrd="1" destOrd="0" presId="urn:microsoft.com/office/officeart/2005/8/layout/orgChart1"/>
    <dgm:cxn modelId="{19DBE989-D6D4-4E3B-A49A-0FC009EDDC52}" type="presParOf" srcId="{3FF8DDD1-D102-4274-A4D6-AC83A86F72AB}" destId="{3E851583-03E9-4F15-B0E4-0169E9A8385D}" srcOrd="1" destOrd="0" presId="urn:microsoft.com/office/officeart/2005/8/layout/orgChart1"/>
    <dgm:cxn modelId="{DF7F9C78-30DF-4ACA-9BDC-750AF829188F}" type="presParOf" srcId="{3FF8DDD1-D102-4274-A4D6-AC83A86F72AB}" destId="{15F75620-E7A4-42AA-B825-3F9B297192D3}" srcOrd="2" destOrd="0" presId="urn:microsoft.com/office/officeart/2005/8/layout/orgChart1"/>
    <dgm:cxn modelId="{F5D72B48-16BB-479B-887D-14B0362F0505}" type="presParOf" srcId="{1720C949-3DB6-49A2-9148-1B8F42B5DF72}" destId="{812FC700-C4DF-4553-B4CA-EBDC5111CE6A}" srcOrd="2" destOrd="0" presId="urn:microsoft.com/office/officeart/2005/8/layout/orgChart1"/>
    <dgm:cxn modelId="{E954F015-5C26-466D-8622-30D1D2FE4494}" type="presParOf" srcId="{1720C949-3DB6-49A2-9148-1B8F42B5DF72}" destId="{3BD69853-1FA0-4CCE-8C27-83AC1E85A1D0}" srcOrd="3" destOrd="0" presId="urn:microsoft.com/office/officeart/2005/8/layout/orgChart1"/>
    <dgm:cxn modelId="{E16DF400-17B5-486F-B108-41567D998F81}" type="presParOf" srcId="{3BD69853-1FA0-4CCE-8C27-83AC1E85A1D0}" destId="{E97AC642-7801-4AA8-953D-2A3AD426B582}" srcOrd="0" destOrd="0" presId="urn:microsoft.com/office/officeart/2005/8/layout/orgChart1"/>
    <dgm:cxn modelId="{9810AB9F-FCF3-4C19-9007-CEC3067F0560}" type="presParOf" srcId="{E97AC642-7801-4AA8-953D-2A3AD426B582}" destId="{15E7DCB9-2FCC-4598-A7B2-2BE8D75FE3A5}" srcOrd="0" destOrd="0" presId="urn:microsoft.com/office/officeart/2005/8/layout/orgChart1"/>
    <dgm:cxn modelId="{ED2D1395-5F1E-42B9-A9C2-2D6CCDCE095C}" type="presParOf" srcId="{E97AC642-7801-4AA8-953D-2A3AD426B582}" destId="{63B19483-81B9-414A-95B3-C729E24C6E6A}" srcOrd="1" destOrd="0" presId="urn:microsoft.com/office/officeart/2005/8/layout/orgChart1"/>
    <dgm:cxn modelId="{3FBE69A2-25A1-44C8-B1E2-9BA002679818}" type="presParOf" srcId="{3BD69853-1FA0-4CCE-8C27-83AC1E85A1D0}" destId="{B28BC55F-A096-426B-BD24-92124A14475C}" srcOrd="1" destOrd="0" presId="urn:microsoft.com/office/officeart/2005/8/layout/orgChart1"/>
    <dgm:cxn modelId="{013A6BA8-1E44-4A1A-959B-BEDC9451B09C}" type="presParOf" srcId="{3BD69853-1FA0-4CCE-8C27-83AC1E85A1D0}" destId="{F44140D3-F072-4B07-9ABF-388E5DD8020B}" srcOrd="2" destOrd="0" presId="urn:microsoft.com/office/officeart/2005/8/layout/orgChart1"/>
    <dgm:cxn modelId="{F205D34A-BD72-41FA-913C-CC454843046A}" type="presParOf" srcId="{B3FA66D6-B86C-416A-9606-ADABE7619309}" destId="{60F10ADD-D8DA-49D8-B15A-9FFB9C21BEAE}" srcOrd="2" destOrd="0" presId="urn:microsoft.com/office/officeart/2005/8/layout/orgChart1"/>
    <dgm:cxn modelId="{1826D35D-BB82-4F35-A570-6F5070C84E18}" type="presParOf" srcId="{C7FBB58E-3117-4E2B-AC97-1E4A952BDCC7}" destId="{15A00ECE-D28A-42C6-9911-BB0E11A35E5D}" srcOrd="4" destOrd="0" presId="urn:microsoft.com/office/officeart/2005/8/layout/orgChart1"/>
    <dgm:cxn modelId="{BB9D7D5D-9C1E-4385-9202-F3AC76481048}" type="presParOf" srcId="{C7FBB58E-3117-4E2B-AC97-1E4A952BDCC7}" destId="{AA586149-9144-45ED-8FB5-84445361ACE6}" srcOrd="5" destOrd="0" presId="urn:microsoft.com/office/officeart/2005/8/layout/orgChart1"/>
    <dgm:cxn modelId="{ACE38510-AD28-45A9-811D-21AD9227EBD2}" type="presParOf" srcId="{AA586149-9144-45ED-8FB5-84445361ACE6}" destId="{A7355A85-01BF-472B-BD0F-8767A33F5385}" srcOrd="0" destOrd="0" presId="urn:microsoft.com/office/officeart/2005/8/layout/orgChart1"/>
    <dgm:cxn modelId="{1E90D04A-400D-4701-A4BC-B1FF6A8CC733}" type="presParOf" srcId="{A7355A85-01BF-472B-BD0F-8767A33F5385}" destId="{2738EE88-8719-4802-A5D2-A7509D8441D7}" srcOrd="0" destOrd="0" presId="urn:microsoft.com/office/officeart/2005/8/layout/orgChart1"/>
    <dgm:cxn modelId="{2B5873D1-4B17-4B4A-9B9D-2B8CDBBD9115}" type="presParOf" srcId="{A7355A85-01BF-472B-BD0F-8767A33F5385}" destId="{ED39B010-3C28-4987-BECC-731E6F8BBDFF}" srcOrd="1" destOrd="0" presId="urn:microsoft.com/office/officeart/2005/8/layout/orgChart1"/>
    <dgm:cxn modelId="{728DA6A8-B014-47BA-9108-DAB296445C10}" type="presParOf" srcId="{AA586149-9144-45ED-8FB5-84445361ACE6}" destId="{888AB293-CE4C-4420-8052-26FA8153F4F7}" srcOrd="1" destOrd="0" presId="urn:microsoft.com/office/officeart/2005/8/layout/orgChart1"/>
    <dgm:cxn modelId="{A90F1231-20CA-4C34-BD2E-E14317E5341A}" type="presParOf" srcId="{888AB293-CE4C-4420-8052-26FA8153F4F7}" destId="{56882E16-14C1-4E3A-B851-259F28E710E6}" srcOrd="0" destOrd="0" presId="urn:microsoft.com/office/officeart/2005/8/layout/orgChart1"/>
    <dgm:cxn modelId="{34C96728-AE3A-42C6-8F7A-EDBEAA17DEEC}" type="presParOf" srcId="{888AB293-CE4C-4420-8052-26FA8153F4F7}" destId="{EFB5FBEE-57D8-47E0-8C53-A7D574BA6A86}" srcOrd="1" destOrd="0" presId="urn:microsoft.com/office/officeart/2005/8/layout/orgChart1"/>
    <dgm:cxn modelId="{6BEC417B-9B0A-47B3-8A3A-8FC124E91A5E}" type="presParOf" srcId="{EFB5FBEE-57D8-47E0-8C53-A7D574BA6A86}" destId="{6355624C-2AB4-49A1-9E84-F9810A740D23}" srcOrd="0" destOrd="0" presId="urn:microsoft.com/office/officeart/2005/8/layout/orgChart1"/>
    <dgm:cxn modelId="{6C774D0C-86CA-4D36-ADA4-E473140BF1D7}" type="presParOf" srcId="{6355624C-2AB4-49A1-9E84-F9810A740D23}" destId="{33F12CAB-3B0A-4029-9151-C5E9EF99E022}" srcOrd="0" destOrd="0" presId="urn:microsoft.com/office/officeart/2005/8/layout/orgChart1"/>
    <dgm:cxn modelId="{8792BB55-544F-47C9-B655-72B37C168EB2}" type="presParOf" srcId="{6355624C-2AB4-49A1-9E84-F9810A740D23}" destId="{5266CB47-BCD1-42BA-8CE4-70753E720913}" srcOrd="1" destOrd="0" presId="urn:microsoft.com/office/officeart/2005/8/layout/orgChart1"/>
    <dgm:cxn modelId="{CC078E39-FFB5-4048-87AC-ADC40CEA955A}" type="presParOf" srcId="{EFB5FBEE-57D8-47E0-8C53-A7D574BA6A86}" destId="{ED61B62D-B187-4A34-9804-9146EACF26DA}" srcOrd="1" destOrd="0" presId="urn:microsoft.com/office/officeart/2005/8/layout/orgChart1"/>
    <dgm:cxn modelId="{359DE229-242D-45E7-AA7F-32AF9CC16352}" type="presParOf" srcId="{EFB5FBEE-57D8-47E0-8C53-A7D574BA6A86}" destId="{146F5353-4E03-4650-B0BF-BFC5BDDCF85E}" srcOrd="2" destOrd="0" presId="urn:microsoft.com/office/officeart/2005/8/layout/orgChart1"/>
    <dgm:cxn modelId="{F34BE98D-FE1C-4C73-80C7-56F8514243C4}" type="presParOf" srcId="{888AB293-CE4C-4420-8052-26FA8153F4F7}" destId="{C04C2274-7A8E-46BC-8CD6-2EF045066710}" srcOrd="2" destOrd="0" presId="urn:microsoft.com/office/officeart/2005/8/layout/orgChart1"/>
    <dgm:cxn modelId="{330E392C-197E-4E00-BBCE-C07D7B6AB5F1}" type="presParOf" srcId="{888AB293-CE4C-4420-8052-26FA8153F4F7}" destId="{5AA52631-D27F-48F7-9F12-F7DC7CB972E4}" srcOrd="3" destOrd="0" presId="urn:microsoft.com/office/officeart/2005/8/layout/orgChart1"/>
    <dgm:cxn modelId="{45EA3F9B-EE35-4A58-97F7-DEE2F4CBCAD0}" type="presParOf" srcId="{5AA52631-D27F-48F7-9F12-F7DC7CB972E4}" destId="{89A36E2A-610E-4ABD-AF0C-25D074B03627}" srcOrd="0" destOrd="0" presId="urn:microsoft.com/office/officeart/2005/8/layout/orgChart1"/>
    <dgm:cxn modelId="{561803CA-15C2-4B8C-BFF5-BB545FA684FF}" type="presParOf" srcId="{89A36E2A-610E-4ABD-AF0C-25D074B03627}" destId="{4DAAF0E0-33FA-4F03-A6F1-E73D17E1E5B6}" srcOrd="0" destOrd="0" presId="urn:microsoft.com/office/officeart/2005/8/layout/orgChart1"/>
    <dgm:cxn modelId="{DD3E61B5-EA8F-4924-B8AD-6D9C3220D651}" type="presParOf" srcId="{89A36E2A-610E-4ABD-AF0C-25D074B03627}" destId="{770B9FE0-7921-4460-A69B-DD567A9E4AC0}" srcOrd="1" destOrd="0" presId="urn:microsoft.com/office/officeart/2005/8/layout/orgChart1"/>
    <dgm:cxn modelId="{F245B1D3-148A-4D6D-826D-40334F7432B8}" type="presParOf" srcId="{5AA52631-D27F-48F7-9F12-F7DC7CB972E4}" destId="{E377FD96-ABBC-4D2A-BE01-13F0896FCFC1}" srcOrd="1" destOrd="0" presId="urn:microsoft.com/office/officeart/2005/8/layout/orgChart1"/>
    <dgm:cxn modelId="{E75F457C-7F07-4503-B587-A30B68A2515D}" type="presParOf" srcId="{5AA52631-D27F-48F7-9F12-F7DC7CB972E4}" destId="{AE19A8F0-B967-448E-852F-2AE4007E94C7}" srcOrd="2" destOrd="0" presId="urn:microsoft.com/office/officeart/2005/8/layout/orgChart1"/>
    <dgm:cxn modelId="{910C22D8-E4C8-4F13-B474-3EDD26CDB124}" type="presParOf" srcId="{AA586149-9144-45ED-8FB5-84445361ACE6}" destId="{63FEE334-E5F8-43F2-A253-538469385473}" srcOrd="2" destOrd="0" presId="urn:microsoft.com/office/officeart/2005/8/layout/orgChart1"/>
    <dgm:cxn modelId="{4FFA5A47-3071-4973-97E3-534687B7B4BA}" type="presParOf" srcId="{C7FBB58E-3117-4E2B-AC97-1E4A952BDCC7}" destId="{830D7870-9E9D-47B7-B594-4C37448B7FB2}" srcOrd="6" destOrd="0" presId="urn:microsoft.com/office/officeart/2005/8/layout/orgChart1"/>
    <dgm:cxn modelId="{17A6A191-F208-434F-BC70-F24DCBF951DA}" type="presParOf" srcId="{C7FBB58E-3117-4E2B-AC97-1E4A952BDCC7}" destId="{D074F2FC-2DC1-456C-BA83-13478A1DB78A}" srcOrd="7" destOrd="0" presId="urn:microsoft.com/office/officeart/2005/8/layout/orgChart1"/>
    <dgm:cxn modelId="{C3C1D6D3-E22D-45F7-B012-57716F3D3F80}" type="presParOf" srcId="{D074F2FC-2DC1-456C-BA83-13478A1DB78A}" destId="{D92E66DE-45AA-40D3-A3B1-548262A77024}" srcOrd="0" destOrd="0" presId="urn:microsoft.com/office/officeart/2005/8/layout/orgChart1"/>
    <dgm:cxn modelId="{D97C341B-7752-4319-92B5-8E943914D104}" type="presParOf" srcId="{D92E66DE-45AA-40D3-A3B1-548262A77024}" destId="{21D6268A-6D8D-4DDA-A02D-E35CA7B01A1F}" srcOrd="0" destOrd="0" presId="urn:microsoft.com/office/officeart/2005/8/layout/orgChart1"/>
    <dgm:cxn modelId="{7FC1C153-142C-4B11-B1E2-E55872552668}" type="presParOf" srcId="{D92E66DE-45AA-40D3-A3B1-548262A77024}" destId="{A1820898-96DD-44A3-86AA-DE4BF9AA61B2}" srcOrd="1" destOrd="0" presId="urn:microsoft.com/office/officeart/2005/8/layout/orgChart1"/>
    <dgm:cxn modelId="{65843F52-DBFA-4C9F-BE35-AE5B7CECBB6E}" type="presParOf" srcId="{D074F2FC-2DC1-456C-BA83-13478A1DB78A}" destId="{DFE58848-35C6-418F-ABC1-F7655418CC4A}" srcOrd="1" destOrd="0" presId="urn:microsoft.com/office/officeart/2005/8/layout/orgChart1"/>
    <dgm:cxn modelId="{E30CA13B-4A4A-4B95-A09E-0FB3A5A34961}" type="presParOf" srcId="{DFE58848-35C6-418F-ABC1-F7655418CC4A}" destId="{0E8F504D-EDC8-4F9D-9D3A-CCEB177F16D1}" srcOrd="0" destOrd="0" presId="urn:microsoft.com/office/officeart/2005/8/layout/orgChart1"/>
    <dgm:cxn modelId="{CB1AF04F-57C0-4E2B-8FB5-408DB978B47E}" type="presParOf" srcId="{DFE58848-35C6-418F-ABC1-F7655418CC4A}" destId="{0F248137-2333-4986-80A7-836FC46A7D32}" srcOrd="1" destOrd="0" presId="urn:microsoft.com/office/officeart/2005/8/layout/orgChart1"/>
    <dgm:cxn modelId="{438C2EF1-040C-4C60-A442-F14D935291CF}" type="presParOf" srcId="{0F248137-2333-4986-80A7-836FC46A7D32}" destId="{324C0BB5-E200-4B10-A7A5-3BC4A05A56EF}" srcOrd="0" destOrd="0" presId="urn:microsoft.com/office/officeart/2005/8/layout/orgChart1"/>
    <dgm:cxn modelId="{D73E3DDB-D5F3-4F6B-8C60-AB133E0714CA}" type="presParOf" srcId="{324C0BB5-E200-4B10-A7A5-3BC4A05A56EF}" destId="{75C4A549-CBAA-4AB4-A97A-5012A38731CE}" srcOrd="0" destOrd="0" presId="urn:microsoft.com/office/officeart/2005/8/layout/orgChart1"/>
    <dgm:cxn modelId="{0D225094-F4A7-40D0-83C8-E4D9C233F20A}" type="presParOf" srcId="{324C0BB5-E200-4B10-A7A5-3BC4A05A56EF}" destId="{3474EFFD-E038-4867-96DF-A57EEAFF88CD}" srcOrd="1" destOrd="0" presId="urn:microsoft.com/office/officeart/2005/8/layout/orgChart1"/>
    <dgm:cxn modelId="{6D7A99CA-826E-4715-B9B4-DC74F8CB3E71}" type="presParOf" srcId="{0F248137-2333-4986-80A7-836FC46A7D32}" destId="{3C69A380-ACFD-4D2D-B4FE-FD20F0AABC19}" srcOrd="1" destOrd="0" presId="urn:microsoft.com/office/officeart/2005/8/layout/orgChart1"/>
    <dgm:cxn modelId="{5884BCFE-9C5C-49AE-8394-4B52F74FA00B}" type="presParOf" srcId="{0F248137-2333-4986-80A7-836FC46A7D32}" destId="{F051EE0D-4A82-4A42-BA40-E1C4EEFD99A6}" srcOrd="2" destOrd="0" presId="urn:microsoft.com/office/officeart/2005/8/layout/orgChart1"/>
    <dgm:cxn modelId="{CC5427F4-0458-4E70-BB12-FBDB1BF7924B}" type="presParOf" srcId="{DFE58848-35C6-418F-ABC1-F7655418CC4A}" destId="{C6C2CC28-FD1D-40BA-B906-9C94CFD0A526}" srcOrd="2" destOrd="0" presId="urn:microsoft.com/office/officeart/2005/8/layout/orgChart1"/>
    <dgm:cxn modelId="{22EBADFC-ED1B-4B1A-B46C-13BE0C3EA859}" type="presParOf" srcId="{DFE58848-35C6-418F-ABC1-F7655418CC4A}" destId="{7CD95FE2-9C72-4D37-94B0-A4701EBF9911}" srcOrd="3" destOrd="0" presId="urn:microsoft.com/office/officeart/2005/8/layout/orgChart1"/>
    <dgm:cxn modelId="{DB0DF6C3-6A0E-4A52-B49C-6E90AD63DA95}" type="presParOf" srcId="{7CD95FE2-9C72-4D37-94B0-A4701EBF9911}" destId="{91275239-6594-4CA2-AE2D-BAB17C7D836E}" srcOrd="0" destOrd="0" presId="urn:microsoft.com/office/officeart/2005/8/layout/orgChart1"/>
    <dgm:cxn modelId="{EEC91891-2B03-49C0-AA19-7EE467CD5F71}" type="presParOf" srcId="{91275239-6594-4CA2-AE2D-BAB17C7D836E}" destId="{E88B39BE-B851-4701-9475-28B67F3DF282}" srcOrd="0" destOrd="0" presId="urn:microsoft.com/office/officeart/2005/8/layout/orgChart1"/>
    <dgm:cxn modelId="{AC2AA63B-5409-4F17-843D-189E10AD5A78}" type="presParOf" srcId="{91275239-6594-4CA2-AE2D-BAB17C7D836E}" destId="{E5B431B7-4070-43D6-9849-D41D4699670D}" srcOrd="1" destOrd="0" presId="urn:microsoft.com/office/officeart/2005/8/layout/orgChart1"/>
    <dgm:cxn modelId="{642B7070-6944-41FF-B5F2-DBC566573A1B}" type="presParOf" srcId="{7CD95FE2-9C72-4D37-94B0-A4701EBF9911}" destId="{096F8CED-18C2-4015-9E53-6A2377DD9875}" srcOrd="1" destOrd="0" presId="urn:microsoft.com/office/officeart/2005/8/layout/orgChart1"/>
    <dgm:cxn modelId="{8FA5236B-0EBD-411C-B4E5-876770EF090E}" type="presParOf" srcId="{7CD95FE2-9C72-4D37-94B0-A4701EBF9911}" destId="{01273E36-A4B6-4AE5-9A36-6EDBBCB30491}" srcOrd="2" destOrd="0" presId="urn:microsoft.com/office/officeart/2005/8/layout/orgChart1"/>
    <dgm:cxn modelId="{7F334069-F5CD-4827-9AA8-A4F19D373AC9}" type="presParOf" srcId="{D074F2FC-2DC1-456C-BA83-13478A1DB78A}" destId="{8CE7ADB1-DF69-456A-8F43-9BC31D4627BD}" srcOrd="2" destOrd="0" presId="urn:microsoft.com/office/officeart/2005/8/layout/orgChart1"/>
    <dgm:cxn modelId="{612EFD05-D492-4F10-857C-692D8244C914}" type="presParOf" srcId="{C7FBB58E-3117-4E2B-AC97-1E4A952BDCC7}" destId="{DDD9D9C7-609D-4152-89E6-A7B0C75B9621}" srcOrd="8" destOrd="0" presId="urn:microsoft.com/office/officeart/2005/8/layout/orgChart1"/>
    <dgm:cxn modelId="{9DAAFC4F-A3C4-4CC8-9578-E80EC9BCDBAA}" type="presParOf" srcId="{C7FBB58E-3117-4E2B-AC97-1E4A952BDCC7}" destId="{C334E673-4644-41EE-BECA-DABA8BA55796}" srcOrd="9" destOrd="0" presId="urn:microsoft.com/office/officeart/2005/8/layout/orgChart1"/>
    <dgm:cxn modelId="{CD76F07D-6000-41F3-AEE1-E081921A887F}" type="presParOf" srcId="{C334E673-4644-41EE-BECA-DABA8BA55796}" destId="{64D76434-6CDB-474A-939D-0976C90FBF1D}" srcOrd="0" destOrd="0" presId="urn:microsoft.com/office/officeart/2005/8/layout/orgChart1"/>
    <dgm:cxn modelId="{328C0F36-DC66-4DDE-851B-FE6A05330FB8}" type="presParOf" srcId="{64D76434-6CDB-474A-939D-0976C90FBF1D}" destId="{F712F3DD-F2FB-407E-AA71-5D3C7818CB0A}" srcOrd="0" destOrd="0" presId="urn:microsoft.com/office/officeart/2005/8/layout/orgChart1"/>
    <dgm:cxn modelId="{93C8448A-6F2C-45FD-B59F-05053BD7941C}" type="presParOf" srcId="{64D76434-6CDB-474A-939D-0976C90FBF1D}" destId="{1ADF0613-0973-4E1D-B953-6A9C4B039C80}" srcOrd="1" destOrd="0" presId="urn:microsoft.com/office/officeart/2005/8/layout/orgChart1"/>
    <dgm:cxn modelId="{9AEDD1AA-5981-40C1-AB34-4FFECB7FC914}" type="presParOf" srcId="{C334E673-4644-41EE-BECA-DABA8BA55796}" destId="{36C50665-2198-4752-8ACD-D2259A894EB5}" srcOrd="1" destOrd="0" presId="urn:microsoft.com/office/officeart/2005/8/layout/orgChart1"/>
    <dgm:cxn modelId="{042A6681-A79E-440C-B008-33A2A1E9AC0C}" type="presParOf" srcId="{36C50665-2198-4752-8ACD-D2259A894EB5}" destId="{01A4A878-BF14-40BE-8BDB-B964ECEB7733}" srcOrd="0" destOrd="0" presId="urn:microsoft.com/office/officeart/2005/8/layout/orgChart1"/>
    <dgm:cxn modelId="{5E2A1F8D-1602-4373-B441-CBF686D719D8}" type="presParOf" srcId="{36C50665-2198-4752-8ACD-D2259A894EB5}" destId="{03651950-76D6-4879-9B38-9AF673283FC8}" srcOrd="1" destOrd="0" presId="urn:microsoft.com/office/officeart/2005/8/layout/orgChart1"/>
    <dgm:cxn modelId="{B27B2ADF-0479-4E84-8C3B-7248FF5C5BFF}" type="presParOf" srcId="{03651950-76D6-4879-9B38-9AF673283FC8}" destId="{806BFFE8-7B21-48A5-B402-C710CA45AF9B}" srcOrd="0" destOrd="0" presId="urn:microsoft.com/office/officeart/2005/8/layout/orgChart1"/>
    <dgm:cxn modelId="{3CEFC317-5410-4BD4-9B94-B241C802C975}" type="presParOf" srcId="{806BFFE8-7B21-48A5-B402-C710CA45AF9B}" destId="{73EB1FD8-C375-4599-A67E-27CE547D2F94}" srcOrd="0" destOrd="0" presId="urn:microsoft.com/office/officeart/2005/8/layout/orgChart1"/>
    <dgm:cxn modelId="{581126CD-0129-4836-B93D-EEC5F45F23D1}" type="presParOf" srcId="{806BFFE8-7B21-48A5-B402-C710CA45AF9B}" destId="{B73025D0-15E8-4428-B1A7-4DCA2553F416}" srcOrd="1" destOrd="0" presId="urn:microsoft.com/office/officeart/2005/8/layout/orgChart1"/>
    <dgm:cxn modelId="{6A334E59-1716-4BFD-8E36-9AF8C62A944F}" type="presParOf" srcId="{03651950-76D6-4879-9B38-9AF673283FC8}" destId="{617C327F-6440-4E69-BE1D-692415CEC88E}" srcOrd="1" destOrd="0" presId="urn:microsoft.com/office/officeart/2005/8/layout/orgChart1"/>
    <dgm:cxn modelId="{7835BC7E-A1CB-489D-BFCA-FAF458CCEC77}" type="presParOf" srcId="{03651950-76D6-4879-9B38-9AF673283FC8}" destId="{E5C03F5D-3387-44B7-A729-ADCABAFE8085}" srcOrd="2" destOrd="0" presId="urn:microsoft.com/office/officeart/2005/8/layout/orgChart1"/>
    <dgm:cxn modelId="{017B718E-3516-46D9-BA01-FB3D61F044DB}" type="presParOf" srcId="{36C50665-2198-4752-8ACD-D2259A894EB5}" destId="{68D6BB48-7D90-4DC5-A24F-D4437D3CFEDB}" srcOrd="2" destOrd="0" presId="urn:microsoft.com/office/officeart/2005/8/layout/orgChart1"/>
    <dgm:cxn modelId="{9161E091-B964-435F-8553-A219575D5904}" type="presParOf" srcId="{36C50665-2198-4752-8ACD-D2259A894EB5}" destId="{FF6F78F9-EF6F-45CA-9FD4-86814C781D7A}" srcOrd="3" destOrd="0" presId="urn:microsoft.com/office/officeart/2005/8/layout/orgChart1"/>
    <dgm:cxn modelId="{27EA55FD-44F7-4E2C-9A99-E81B88F1D458}" type="presParOf" srcId="{FF6F78F9-EF6F-45CA-9FD4-86814C781D7A}" destId="{BC6BBC5D-7A01-42CD-8007-FBFAEAB3DF67}" srcOrd="0" destOrd="0" presId="urn:microsoft.com/office/officeart/2005/8/layout/orgChart1"/>
    <dgm:cxn modelId="{F29A78C8-FE63-44C2-BD86-E089E76ADB67}" type="presParOf" srcId="{BC6BBC5D-7A01-42CD-8007-FBFAEAB3DF67}" destId="{2DF5D48C-E9EF-4499-BDB7-602653DBF203}" srcOrd="0" destOrd="0" presId="urn:microsoft.com/office/officeart/2005/8/layout/orgChart1"/>
    <dgm:cxn modelId="{9655A081-9015-4760-83EE-BE6A1A03EA01}" type="presParOf" srcId="{BC6BBC5D-7A01-42CD-8007-FBFAEAB3DF67}" destId="{74DD7C6C-782D-40C8-8262-D0A21CFA7E41}" srcOrd="1" destOrd="0" presId="urn:microsoft.com/office/officeart/2005/8/layout/orgChart1"/>
    <dgm:cxn modelId="{4CB9A4E8-2901-48E0-B06D-D99DFA0374A0}" type="presParOf" srcId="{FF6F78F9-EF6F-45CA-9FD4-86814C781D7A}" destId="{39CB5CF5-DE31-4E9E-A0BB-A9E2C4B843A3}" srcOrd="1" destOrd="0" presId="urn:microsoft.com/office/officeart/2005/8/layout/orgChart1"/>
    <dgm:cxn modelId="{64EC5093-AAED-4998-B24F-DFAE20F4F6D2}" type="presParOf" srcId="{FF6F78F9-EF6F-45CA-9FD4-86814C781D7A}" destId="{11C75868-8A99-4F9D-8852-C132711FEC8D}" srcOrd="2" destOrd="0" presId="urn:microsoft.com/office/officeart/2005/8/layout/orgChart1"/>
    <dgm:cxn modelId="{3479D072-7278-4CF5-A208-A4C4A6C56162}" type="presParOf" srcId="{C334E673-4644-41EE-BECA-DABA8BA55796}" destId="{DB1A75C9-8D91-4025-80FD-95FA98450ABD}" srcOrd="2" destOrd="0" presId="urn:microsoft.com/office/officeart/2005/8/layout/orgChart1"/>
    <dgm:cxn modelId="{B057057F-CE69-4BF0-8537-E17F347A81B6}" type="presParOf" srcId="{C7FBB58E-3117-4E2B-AC97-1E4A952BDCC7}" destId="{2BAA1AC6-546D-4C91-A29F-4CE2E08A247C}" srcOrd="10" destOrd="0" presId="urn:microsoft.com/office/officeart/2005/8/layout/orgChart1"/>
    <dgm:cxn modelId="{8676B0D0-F6E2-4724-B5E2-31D56D059E71}" type="presParOf" srcId="{C7FBB58E-3117-4E2B-AC97-1E4A952BDCC7}" destId="{8FEF972F-0CEA-4AD2-BB02-29507957D3EE}" srcOrd="11" destOrd="0" presId="urn:microsoft.com/office/officeart/2005/8/layout/orgChart1"/>
    <dgm:cxn modelId="{C587392B-9733-486C-BE0F-227BDA0C4149}" type="presParOf" srcId="{8FEF972F-0CEA-4AD2-BB02-29507957D3EE}" destId="{0E9B5F49-BF36-4E20-9F7D-94701BE98304}" srcOrd="0" destOrd="0" presId="urn:microsoft.com/office/officeart/2005/8/layout/orgChart1"/>
    <dgm:cxn modelId="{FA2FAABC-5499-4630-85AE-E9C30E9E56DD}" type="presParOf" srcId="{0E9B5F49-BF36-4E20-9F7D-94701BE98304}" destId="{59E66370-E175-4EC8-A354-5259BCEFF215}" srcOrd="0" destOrd="0" presId="urn:microsoft.com/office/officeart/2005/8/layout/orgChart1"/>
    <dgm:cxn modelId="{653502BE-3AA7-4B26-BF76-BEB9C2523D50}" type="presParOf" srcId="{0E9B5F49-BF36-4E20-9F7D-94701BE98304}" destId="{4E822A2E-26C2-45E1-9212-C706EE935455}" srcOrd="1" destOrd="0" presId="urn:microsoft.com/office/officeart/2005/8/layout/orgChart1"/>
    <dgm:cxn modelId="{96F44623-5B90-46B7-9500-DD1E2292E2E2}" type="presParOf" srcId="{8FEF972F-0CEA-4AD2-BB02-29507957D3EE}" destId="{C5A499CC-5247-4B88-8CF1-6FCC11B088A3}" srcOrd="1" destOrd="0" presId="urn:microsoft.com/office/officeart/2005/8/layout/orgChart1"/>
    <dgm:cxn modelId="{D85AA4AE-8C13-47E1-9C18-D89388E646E7}" type="presParOf" srcId="{C5A499CC-5247-4B88-8CF1-6FCC11B088A3}" destId="{F78BFDF5-2D0B-41D6-9313-311A6B07C45B}" srcOrd="0" destOrd="0" presId="urn:microsoft.com/office/officeart/2005/8/layout/orgChart1"/>
    <dgm:cxn modelId="{06BE2BA3-54FD-4FBF-ABE4-BB44E149369E}" type="presParOf" srcId="{C5A499CC-5247-4B88-8CF1-6FCC11B088A3}" destId="{124EF721-62FC-4AB6-B56B-3D8403778164}" srcOrd="1" destOrd="0" presId="urn:microsoft.com/office/officeart/2005/8/layout/orgChart1"/>
    <dgm:cxn modelId="{5A4BBA89-4E66-47E7-B89F-1D0DF370FE6A}" type="presParOf" srcId="{124EF721-62FC-4AB6-B56B-3D8403778164}" destId="{2601062C-DFF4-4B06-A99D-FAA3F826FA93}" srcOrd="0" destOrd="0" presId="urn:microsoft.com/office/officeart/2005/8/layout/orgChart1"/>
    <dgm:cxn modelId="{C7924773-5BAC-431D-8EE2-FB9AA0582E82}" type="presParOf" srcId="{2601062C-DFF4-4B06-A99D-FAA3F826FA93}" destId="{5C104DAA-90E5-4079-85A4-BBEB138DC556}" srcOrd="0" destOrd="0" presId="urn:microsoft.com/office/officeart/2005/8/layout/orgChart1"/>
    <dgm:cxn modelId="{81276569-6285-47E9-8333-7E9F2CEB8093}" type="presParOf" srcId="{2601062C-DFF4-4B06-A99D-FAA3F826FA93}" destId="{BEC400C3-E14E-4341-A864-72A98B5BD5CB}" srcOrd="1" destOrd="0" presId="urn:microsoft.com/office/officeart/2005/8/layout/orgChart1"/>
    <dgm:cxn modelId="{381E86D4-972B-4E4E-8E1F-8410EE88E715}" type="presParOf" srcId="{124EF721-62FC-4AB6-B56B-3D8403778164}" destId="{CE6A640D-4250-4A83-9DA2-E1AA1FCF5988}" srcOrd="1" destOrd="0" presId="urn:microsoft.com/office/officeart/2005/8/layout/orgChart1"/>
    <dgm:cxn modelId="{BFEADA5A-7807-4A90-8B58-10EA0A31475B}" type="presParOf" srcId="{124EF721-62FC-4AB6-B56B-3D8403778164}" destId="{D0FF8321-D1ED-4A98-A0B0-E9F342381CF7}" srcOrd="2" destOrd="0" presId="urn:microsoft.com/office/officeart/2005/8/layout/orgChart1"/>
    <dgm:cxn modelId="{E3EFA5C8-94D2-421C-B18C-BB5CFEA87DC1}" type="presParOf" srcId="{8FEF972F-0CEA-4AD2-BB02-29507957D3EE}" destId="{D1B09B5D-1930-4402-B5B0-3974B4024A15}" srcOrd="2" destOrd="0" presId="urn:microsoft.com/office/officeart/2005/8/layout/orgChart1"/>
    <dgm:cxn modelId="{2567A891-C649-484C-966C-5ECDA8E8ED50}" type="presParOf" srcId="{C7FBB58E-3117-4E2B-AC97-1E4A952BDCC7}" destId="{6A99FC4F-9E86-4D94-872B-7F4BFBF7528E}" srcOrd="12" destOrd="0" presId="urn:microsoft.com/office/officeart/2005/8/layout/orgChart1"/>
    <dgm:cxn modelId="{58387259-1AD2-42CD-BD2F-995C7D78A64F}" type="presParOf" srcId="{C7FBB58E-3117-4E2B-AC97-1E4A952BDCC7}" destId="{1CBBFD84-6D94-4A29-9D68-39A736086E73}" srcOrd="13" destOrd="0" presId="urn:microsoft.com/office/officeart/2005/8/layout/orgChart1"/>
    <dgm:cxn modelId="{9CF474EE-C30F-4421-A466-8CEA784E32C7}" type="presParOf" srcId="{1CBBFD84-6D94-4A29-9D68-39A736086E73}" destId="{5D854EA2-C24A-453B-B414-587563AB31C0}" srcOrd="0" destOrd="0" presId="urn:microsoft.com/office/officeart/2005/8/layout/orgChart1"/>
    <dgm:cxn modelId="{C772DD1C-E768-4DA4-8441-8EC3BC9C302D}" type="presParOf" srcId="{5D854EA2-C24A-453B-B414-587563AB31C0}" destId="{8E16E8C5-2625-4CA4-A02B-FAB6C6979706}" srcOrd="0" destOrd="0" presId="urn:microsoft.com/office/officeart/2005/8/layout/orgChart1"/>
    <dgm:cxn modelId="{7333FEE7-E83D-44EE-BC3B-183D49E1E2F9}" type="presParOf" srcId="{5D854EA2-C24A-453B-B414-587563AB31C0}" destId="{AD874482-6BF2-43F0-91E7-D1052479AA68}" srcOrd="1" destOrd="0" presId="urn:microsoft.com/office/officeart/2005/8/layout/orgChart1"/>
    <dgm:cxn modelId="{C59B5129-C0FC-4337-B4AA-271CA0C5A069}" type="presParOf" srcId="{1CBBFD84-6D94-4A29-9D68-39A736086E73}" destId="{55D489E5-2D67-4D8A-95BB-65B5E76A51E6}" srcOrd="1" destOrd="0" presId="urn:microsoft.com/office/officeart/2005/8/layout/orgChart1"/>
    <dgm:cxn modelId="{F146AFF0-107D-4AE5-8723-E8FFD12FEF88}" type="presParOf" srcId="{55D489E5-2D67-4D8A-95BB-65B5E76A51E6}" destId="{78F353C8-5542-4D6A-A1DB-31F2D1A223AA}" srcOrd="0" destOrd="0" presId="urn:microsoft.com/office/officeart/2005/8/layout/orgChart1"/>
    <dgm:cxn modelId="{05A66270-E814-4A1E-B080-98C66F4E4999}" type="presParOf" srcId="{55D489E5-2D67-4D8A-95BB-65B5E76A51E6}" destId="{09D01CB0-1C18-4D26-B587-902F8B3B40E7}" srcOrd="1" destOrd="0" presId="urn:microsoft.com/office/officeart/2005/8/layout/orgChart1"/>
    <dgm:cxn modelId="{1C926A5C-0730-4232-9566-B3AFDC166B0D}" type="presParOf" srcId="{09D01CB0-1C18-4D26-B587-902F8B3B40E7}" destId="{3A9A792A-73E8-48B7-98BA-D7B040AE3D7D}" srcOrd="0" destOrd="0" presId="urn:microsoft.com/office/officeart/2005/8/layout/orgChart1"/>
    <dgm:cxn modelId="{CB18D4BC-C9B7-4324-8DF3-E3D415C14762}" type="presParOf" srcId="{3A9A792A-73E8-48B7-98BA-D7B040AE3D7D}" destId="{F9BEABCA-7012-447C-BFDB-174C651F87C4}" srcOrd="0" destOrd="0" presId="urn:microsoft.com/office/officeart/2005/8/layout/orgChart1"/>
    <dgm:cxn modelId="{527E5DBD-8DAF-4BF0-A0A3-06DB582B4A5F}" type="presParOf" srcId="{3A9A792A-73E8-48B7-98BA-D7B040AE3D7D}" destId="{36F5B37A-843F-4DD6-AF2A-4FDDBA235520}" srcOrd="1" destOrd="0" presId="urn:microsoft.com/office/officeart/2005/8/layout/orgChart1"/>
    <dgm:cxn modelId="{403F8367-D6CD-4CC6-B897-904A262112C3}" type="presParOf" srcId="{09D01CB0-1C18-4D26-B587-902F8B3B40E7}" destId="{CED645CB-811E-43C0-AC4C-EC7608305D05}" srcOrd="1" destOrd="0" presId="urn:microsoft.com/office/officeart/2005/8/layout/orgChart1"/>
    <dgm:cxn modelId="{177F6610-228A-4118-8C79-3220FE658FBF}" type="presParOf" srcId="{09D01CB0-1C18-4D26-B587-902F8B3B40E7}" destId="{AB20C85B-8094-4C18-9DDA-58FC7918A194}" srcOrd="2" destOrd="0" presId="urn:microsoft.com/office/officeart/2005/8/layout/orgChart1"/>
    <dgm:cxn modelId="{56B2ED08-2FBF-4882-A3D4-1F6725907DB9}" type="presParOf" srcId="{55D489E5-2D67-4D8A-95BB-65B5E76A51E6}" destId="{8FB7DCE7-E578-498E-9311-EA6D29D6B210}" srcOrd="2" destOrd="0" presId="urn:microsoft.com/office/officeart/2005/8/layout/orgChart1"/>
    <dgm:cxn modelId="{F4BDB2F9-7E60-4961-A5BA-836E92404E94}" type="presParOf" srcId="{55D489E5-2D67-4D8A-95BB-65B5E76A51E6}" destId="{4E6D008F-FFF1-4E7F-BB16-F6D3B87D980C}" srcOrd="3" destOrd="0" presId="urn:microsoft.com/office/officeart/2005/8/layout/orgChart1"/>
    <dgm:cxn modelId="{98093C85-BDE0-4D84-A0CD-9F1BAE849703}" type="presParOf" srcId="{4E6D008F-FFF1-4E7F-BB16-F6D3B87D980C}" destId="{C2BD05D6-CEEE-403A-94DD-E7D304FFE23F}" srcOrd="0" destOrd="0" presId="urn:microsoft.com/office/officeart/2005/8/layout/orgChart1"/>
    <dgm:cxn modelId="{6FC96F76-A010-4562-B37C-D8A0EAB97D8E}" type="presParOf" srcId="{C2BD05D6-CEEE-403A-94DD-E7D304FFE23F}" destId="{524EBCE8-4A11-4D3B-82B7-B33236E35B0A}" srcOrd="0" destOrd="0" presId="urn:microsoft.com/office/officeart/2005/8/layout/orgChart1"/>
    <dgm:cxn modelId="{3169C49B-FD9F-477C-9062-2D6A57979CAD}" type="presParOf" srcId="{C2BD05D6-CEEE-403A-94DD-E7D304FFE23F}" destId="{52D33E6E-9EC8-4970-91EB-82B6B9FF2C08}" srcOrd="1" destOrd="0" presId="urn:microsoft.com/office/officeart/2005/8/layout/orgChart1"/>
    <dgm:cxn modelId="{21CB284B-C301-4260-A535-C064696E16E0}" type="presParOf" srcId="{4E6D008F-FFF1-4E7F-BB16-F6D3B87D980C}" destId="{3656D103-0FD1-4142-9B18-22F3AB9FF814}" srcOrd="1" destOrd="0" presId="urn:microsoft.com/office/officeart/2005/8/layout/orgChart1"/>
    <dgm:cxn modelId="{81C6BC9B-FA49-4BDC-AB22-02AC5DA4E9D8}" type="presParOf" srcId="{4E6D008F-FFF1-4E7F-BB16-F6D3B87D980C}" destId="{B7FC250B-448D-4B74-BE50-AE3BCB59A7FA}" srcOrd="2" destOrd="0" presId="urn:microsoft.com/office/officeart/2005/8/layout/orgChart1"/>
    <dgm:cxn modelId="{6C1AAC07-21C5-412C-8157-C14487480DD4}" type="presParOf" srcId="{55D489E5-2D67-4D8A-95BB-65B5E76A51E6}" destId="{60218C15-CA6F-44E9-9012-C200FBF43EB4}" srcOrd="4" destOrd="0" presId="urn:microsoft.com/office/officeart/2005/8/layout/orgChart1"/>
    <dgm:cxn modelId="{7FB2E287-AE20-466F-811F-91B5AB32BF3C}" type="presParOf" srcId="{55D489E5-2D67-4D8A-95BB-65B5E76A51E6}" destId="{AA41079D-B7CB-4842-93D5-DB0255A8882E}" srcOrd="5" destOrd="0" presId="urn:microsoft.com/office/officeart/2005/8/layout/orgChart1"/>
    <dgm:cxn modelId="{7DD10419-1CD2-45C6-B6FE-F07E8412E3D9}" type="presParOf" srcId="{AA41079D-B7CB-4842-93D5-DB0255A8882E}" destId="{37970EBB-D4D2-4BA4-82C4-EC7E0624D6F3}" srcOrd="0" destOrd="0" presId="urn:microsoft.com/office/officeart/2005/8/layout/orgChart1"/>
    <dgm:cxn modelId="{6FB4F946-438B-4EB6-BCB9-31D1268837A6}" type="presParOf" srcId="{37970EBB-D4D2-4BA4-82C4-EC7E0624D6F3}" destId="{FCACD3B5-1CC4-4D27-B77A-68B1EB0B1D23}" srcOrd="0" destOrd="0" presId="urn:microsoft.com/office/officeart/2005/8/layout/orgChart1"/>
    <dgm:cxn modelId="{CD79889F-309A-44E5-9294-2BFA9323C576}" type="presParOf" srcId="{37970EBB-D4D2-4BA4-82C4-EC7E0624D6F3}" destId="{6C1AEB8A-533A-4985-B074-2DA98FC02C30}" srcOrd="1" destOrd="0" presId="urn:microsoft.com/office/officeart/2005/8/layout/orgChart1"/>
    <dgm:cxn modelId="{2CABABBB-175B-4214-A0C3-0E8099293727}" type="presParOf" srcId="{AA41079D-B7CB-4842-93D5-DB0255A8882E}" destId="{AE890B4E-E510-4AEF-AECE-5529A93B7379}" srcOrd="1" destOrd="0" presId="urn:microsoft.com/office/officeart/2005/8/layout/orgChart1"/>
    <dgm:cxn modelId="{317DBFEA-9E28-4763-BEBA-3EF88E35736D}" type="presParOf" srcId="{AA41079D-B7CB-4842-93D5-DB0255A8882E}" destId="{443A5FDE-0524-400F-BC84-456FDF3C0823}" srcOrd="2" destOrd="0" presId="urn:microsoft.com/office/officeart/2005/8/layout/orgChart1"/>
    <dgm:cxn modelId="{87C5C248-7912-4011-8DB2-3D2CEF59782C}" type="presParOf" srcId="{55D489E5-2D67-4D8A-95BB-65B5E76A51E6}" destId="{A9A1DACA-6CD0-44F5-9514-0594D4E116D1}" srcOrd="6" destOrd="0" presId="urn:microsoft.com/office/officeart/2005/8/layout/orgChart1"/>
    <dgm:cxn modelId="{21F58AC4-3349-4DE4-8FBF-D9BDD18736AA}" type="presParOf" srcId="{55D489E5-2D67-4D8A-95BB-65B5E76A51E6}" destId="{48425AB6-2F00-4FB1-A46F-12897FC13F8A}" srcOrd="7" destOrd="0" presId="urn:microsoft.com/office/officeart/2005/8/layout/orgChart1"/>
    <dgm:cxn modelId="{78C55ECA-0922-48AE-B225-0B5B15334217}" type="presParOf" srcId="{48425AB6-2F00-4FB1-A46F-12897FC13F8A}" destId="{6F97A052-59A6-4644-AB00-1F4A7B73A677}" srcOrd="0" destOrd="0" presId="urn:microsoft.com/office/officeart/2005/8/layout/orgChart1"/>
    <dgm:cxn modelId="{034E8B8C-2EFC-44A3-B7A6-294C952D3116}" type="presParOf" srcId="{6F97A052-59A6-4644-AB00-1F4A7B73A677}" destId="{ED805C91-CFDA-48F8-9993-4DD2F84065F6}" srcOrd="0" destOrd="0" presId="urn:microsoft.com/office/officeart/2005/8/layout/orgChart1"/>
    <dgm:cxn modelId="{AC95A71D-ADFC-4C1E-B2C5-C19EED222C3E}" type="presParOf" srcId="{6F97A052-59A6-4644-AB00-1F4A7B73A677}" destId="{1FCA053A-FC7B-4253-9DB4-D5D2F408DA7D}" srcOrd="1" destOrd="0" presId="urn:microsoft.com/office/officeart/2005/8/layout/orgChart1"/>
    <dgm:cxn modelId="{BA1B4274-40AF-4EE4-8565-D8522651B859}" type="presParOf" srcId="{48425AB6-2F00-4FB1-A46F-12897FC13F8A}" destId="{6DCE845B-1A1B-447F-A00C-690855E1E166}" srcOrd="1" destOrd="0" presId="urn:microsoft.com/office/officeart/2005/8/layout/orgChart1"/>
    <dgm:cxn modelId="{EEA79805-09B5-4468-A402-EA71C08CAEC1}" type="presParOf" srcId="{48425AB6-2F00-4FB1-A46F-12897FC13F8A}" destId="{0C08EB3C-727A-4A71-9152-7DEB63990129}" srcOrd="2" destOrd="0" presId="urn:microsoft.com/office/officeart/2005/8/layout/orgChart1"/>
    <dgm:cxn modelId="{5D86826F-5395-4A51-AE31-46D9CFA36AE6}" type="presParOf" srcId="{1CBBFD84-6D94-4A29-9D68-39A736086E73}" destId="{02D2B4E9-E8EA-4D00-BA3A-99828AD67112}" srcOrd="2" destOrd="0" presId="urn:microsoft.com/office/officeart/2005/8/layout/orgChart1"/>
    <dgm:cxn modelId="{88A0CFB1-EC87-4E61-8C51-963C50EFD443}" type="presParOf" srcId="{774B0441-D9AA-4DAA-B5AD-3CE7CD6C8722}" destId="{4CAAE2E0-402C-4F81-8ED1-D5284486CA6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D0DA8-4D6A-4B44-952A-959A9C67E00F}">
      <dsp:nvSpPr>
        <dsp:cNvPr id="0" name=""/>
        <dsp:cNvSpPr/>
      </dsp:nvSpPr>
      <dsp:spPr>
        <a:xfrm>
          <a:off x="4981631" y="1999249"/>
          <a:ext cx="200240" cy="614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072"/>
              </a:lnTo>
              <a:lnTo>
                <a:pt x="200240" y="61407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0D7870-9E9D-47B7-B594-4C37448B7FB2}">
      <dsp:nvSpPr>
        <dsp:cNvPr id="0" name=""/>
        <dsp:cNvSpPr/>
      </dsp:nvSpPr>
      <dsp:spPr>
        <a:xfrm>
          <a:off x="3092692" y="1051442"/>
          <a:ext cx="2422915" cy="280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168"/>
              </a:lnTo>
              <a:lnTo>
                <a:pt x="2422915" y="140168"/>
              </a:lnTo>
              <a:lnTo>
                <a:pt x="2422915" y="28033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882E16-14C1-4E3A-B851-259F28E710E6}">
      <dsp:nvSpPr>
        <dsp:cNvPr id="0" name=""/>
        <dsp:cNvSpPr/>
      </dsp:nvSpPr>
      <dsp:spPr>
        <a:xfrm>
          <a:off x="3366355" y="1999249"/>
          <a:ext cx="200240" cy="614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072"/>
              </a:lnTo>
              <a:lnTo>
                <a:pt x="200240" y="61407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00ECE-D28A-42C6-9911-BB0E11A35E5D}">
      <dsp:nvSpPr>
        <dsp:cNvPr id="0" name=""/>
        <dsp:cNvSpPr/>
      </dsp:nvSpPr>
      <dsp:spPr>
        <a:xfrm>
          <a:off x="3092692" y="1051442"/>
          <a:ext cx="807638" cy="280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168"/>
              </a:lnTo>
              <a:lnTo>
                <a:pt x="807638" y="140168"/>
              </a:lnTo>
              <a:lnTo>
                <a:pt x="807638" y="28033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6B674E-37D7-4793-8CB1-A2216E62663A}">
      <dsp:nvSpPr>
        <dsp:cNvPr id="0" name=""/>
        <dsp:cNvSpPr/>
      </dsp:nvSpPr>
      <dsp:spPr>
        <a:xfrm>
          <a:off x="1751078" y="1999249"/>
          <a:ext cx="200240" cy="614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072"/>
              </a:lnTo>
              <a:lnTo>
                <a:pt x="200240" y="61407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1749BF-3172-40AB-B117-B343D2CA7E98}">
      <dsp:nvSpPr>
        <dsp:cNvPr id="0" name=""/>
        <dsp:cNvSpPr/>
      </dsp:nvSpPr>
      <dsp:spPr>
        <a:xfrm>
          <a:off x="2285054" y="1051442"/>
          <a:ext cx="807638" cy="280337"/>
        </a:xfrm>
        <a:custGeom>
          <a:avLst/>
          <a:gdLst/>
          <a:ahLst/>
          <a:cxnLst/>
          <a:rect l="0" t="0" r="0" b="0"/>
          <a:pathLst>
            <a:path>
              <a:moveTo>
                <a:pt x="807638" y="0"/>
              </a:moveTo>
              <a:lnTo>
                <a:pt x="807638" y="140168"/>
              </a:lnTo>
              <a:lnTo>
                <a:pt x="0" y="140168"/>
              </a:lnTo>
              <a:lnTo>
                <a:pt x="0" y="28033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2CD041-426F-47A9-B3E7-C04AB2405000}">
      <dsp:nvSpPr>
        <dsp:cNvPr id="0" name=""/>
        <dsp:cNvSpPr/>
      </dsp:nvSpPr>
      <dsp:spPr>
        <a:xfrm>
          <a:off x="135801" y="1999249"/>
          <a:ext cx="200240" cy="614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072"/>
              </a:lnTo>
              <a:lnTo>
                <a:pt x="200240" y="61407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A851A-B678-477A-98B9-EE9A3275469B}">
      <dsp:nvSpPr>
        <dsp:cNvPr id="0" name=""/>
        <dsp:cNvSpPr/>
      </dsp:nvSpPr>
      <dsp:spPr>
        <a:xfrm>
          <a:off x="669777" y="1051442"/>
          <a:ext cx="2422915" cy="280337"/>
        </a:xfrm>
        <a:custGeom>
          <a:avLst/>
          <a:gdLst/>
          <a:ahLst/>
          <a:cxnLst/>
          <a:rect l="0" t="0" r="0" b="0"/>
          <a:pathLst>
            <a:path>
              <a:moveTo>
                <a:pt x="2422915" y="0"/>
              </a:moveTo>
              <a:lnTo>
                <a:pt x="2422915" y="140168"/>
              </a:lnTo>
              <a:lnTo>
                <a:pt x="0" y="140168"/>
              </a:lnTo>
              <a:lnTo>
                <a:pt x="0" y="28033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BC6A4C-859A-443D-8D17-226C35B38A17}">
      <dsp:nvSpPr>
        <dsp:cNvPr id="0" name=""/>
        <dsp:cNvSpPr/>
      </dsp:nvSpPr>
      <dsp:spPr>
        <a:xfrm>
          <a:off x="809946" y="383972"/>
          <a:ext cx="1334939" cy="66746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>
              <a:solidFill>
                <a:schemeClr val="tx1"/>
              </a:solidFill>
            </a:rPr>
            <a:t>CU – Cemento inerte (min 3 kg)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809946" y="383972"/>
        <a:ext cx="1334939" cy="667469"/>
      </dsp:txXfrm>
    </dsp:sp>
    <dsp:sp modelId="{7F834364-F6D6-484A-A693-FF32893CAC89}">
      <dsp:nvSpPr>
        <dsp:cNvPr id="0" name=""/>
        <dsp:cNvSpPr/>
      </dsp:nvSpPr>
      <dsp:spPr>
        <a:xfrm>
          <a:off x="2425222" y="383972"/>
          <a:ext cx="1334939" cy="667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 err="1"/>
            <a:t>Avionica</a:t>
          </a:r>
          <a:endParaRPr lang="en-US" sz="1400" kern="1200" dirty="0"/>
        </a:p>
      </dsp:txBody>
      <dsp:txXfrm>
        <a:off x="2425222" y="383972"/>
        <a:ext cx="1334939" cy="667469"/>
      </dsp:txXfrm>
    </dsp:sp>
    <dsp:sp modelId="{1A58F5A1-D652-462F-83C1-B21A7E5B56EC}">
      <dsp:nvSpPr>
        <dsp:cNvPr id="0" name=""/>
        <dsp:cNvSpPr/>
      </dsp:nvSpPr>
      <dsp:spPr>
        <a:xfrm>
          <a:off x="2307" y="1331779"/>
          <a:ext cx="1334939" cy="667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/>
            <a:t>IMU (MPU6050)</a:t>
          </a:r>
          <a:endParaRPr lang="en-US" sz="1400" kern="1200" dirty="0"/>
        </a:p>
      </dsp:txBody>
      <dsp:txXfrm>
        <a:off x="2307" y="1331779"/>
        <a:ext cx="1334939" cy="667469"/>
      </dsp:txXfrm>
    </dsp:sp>
    <dsp:sp modelId="{C7230F13-F44D-4518-8DC5-244530AB253C}">
      <dsp:nvSpPr>
        <dsp:cNvPr id="0" name=""/>
        <dsp:cNvSpPr/>
      </dsp:nvSpPr>
      <dsp:spPr>
        <a:xfrm>
          <a:off x="336042" y="2279586"/>
          <a:ext cx="1334939" cy="667469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/>
            <a:t>Programa y set up individual </a:t>
          </a:r>
          <a:endParaRPr lang="en-US" sz="1400" kern="1200" dirty="0"/>
        </a:p>
      </dsp:txBody>
      <dsp:txXfrm>
        <a:off x="336042" y="2279586"/>
        <a:ext cx="1334939" cy="667469"/>
      </dsp:txXfrm>
    </dsp:sp>
    <dsp:sp modelId="{BFA551EA-FC42-4E2F-AF99-A6D7A91E4D53}">
      <dsp:nvSpPr>
        <dsp:cNvPr id="0" name=""/>
        <dsp:cNvSpPr/>
      </dsp:nvSpPr>
      <dsp:spPr>
        <a:xfrm>
          <a:off x="1617584" y="1331779"/>
          <a:ext cx="1334939" cy="667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 err="1"/>
            <a:t>Barometro</a:t>
          </a:r>
          <a:r>
            <a:rPr lang="es-419" sz="1400" kern="1200" dirty="0"/>
            <a:t> </a:t>
          </a:r>
          <a:endParaRPr lang="en-US" sz="1400" kern="1200" dirty="0"/>
        </a:p>
      </dsp:txBody>
      <dsp:txXfrm>
        <a:off x="1617584" y="1331779"/>
        <a:ext cx="1334939" cy="667469"/>
      </dsp:txXfrm>
    </dsp:sp>
    <dsp:sp modelId="{73D6EE9A-6394-4442-8625-460574169B73}">
      <dsp:nvSpPr>
        <dsp:cNvPr id="0" name=""/>
        <dsp:cNvSpPr/>
      </dsp:nvSpPr>
      <dsp:spPr>
        <a:xfrm>
          <a:off x="1951319" y="2279586"/>
          <a:ext cx="1334939" cy="667469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/>
            <a:t>Programa y set up individual </a:t>
          </a:r>
          <a:endParaRPr lang="en-US" sz="1400" kern="1200" dirty="0"/>
        </a:p>
      </dsp:txBody>
      <dsp:txXfrm>
        <a:off x="1951319" y="2279586"/>
        <a:ext cx="1334939" cy="667469"/>
      </dsp:txXfrm>
    </dsp:sp>
    <dsp:sp modelId="{2738EE88-8719-4802-A5D2-A7509D8441D7}">
      <dsp:nvSpPr>
        <dsp:cNvPr id="0" name=""/>
        <dsp:cNvSpPr/>
      </dsp:nvSpPr>
      <dsp:spPr>
        <a:xfrm>
          <a:off x="3232861" y="1331779"/>
          <a:ext cx="1334939" cy="667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/>
            <a:t>Radiobaliza </a:t>
          </a:r>
          <a:endParaRPr lang="en-US" sz="1400" kern="1200" dirty="0"/>
        </a:p>
      </dsp:txBody>
      <dsp:txXfrm>
        <a:off x="3232861" y="1331779"/>
        <a:ext cx="1334939" cy="667469"/>
      </dsp:txXfrm>
    </dsp:sp>
    <dsp:sp modelId="{33F12CAB-3B0A-4029-9151-C5E9EF99E022}">
      <dsp:nvSpPr>
        <dsp:cNvPr id="0" name=""/>
        <dsp:cNvSpPr/>
      </dsp:nvSpPr>
      <dsp:spPr>
        <a:xfrm>
          <a:off x="3566596" y="2279586"/>
          <a:ext cx="1334939" cy="66746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>
              <a:solidFill>
                <a:schemeClr val="tx1"/>
              </a:solidFill>
            </a:rPr>
            <a:t>Programa y set up individual 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3566596" y="2279586"/>
        <a:ext cx="1334939" cy="667469"/>
      </dsp:txXfrm>
    </dsp:sp>
    <dsp:sp modelId="{21D6268A-6D8D-4DDA-A02D-E35CA7B01A1F}">
      <dsp:nvSpPr>
        <dsp:cNvPr id="0" name=""/>
        <dsp:cNvSpPr/>
      </dsp:nvSpPr>
      <dsp:spPr>
        <a:xfrm>
          <a:off x="4848137" y="1331779"/>
          <a:ext cx="1334939" cy="667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/>
            <a:t>Radiofrecuencia </a:t>
          </a:r>
          <a:endParaRPr lang="en-US" sz="1400" kern="1200" dirty="0"/>
        </a:p>
      </dsp:txBody>
      <dsp:txXfrm>
        <a:off x="4848137" y="1331779"/>
        <a:ext cx="1334939" cy="667469"/>
      </dsp:txXfrm>
    </dsp:sp>
    <dsp:sp modelId="{DF033F22-B5A9-4B32-AE87-5BC01F5EDED7}">
      <dsp:nvSpPr>
        <dsp:cNvPr id="0" name=""/>
        <dsp:cNvSpPr/>
      </dsp:nvSpPr>
      <dsp:spPr>
        <a:xfrm>
          <a:off x="5181872" y="2279586"/>
          <a:ext cx="1334939" cy="66746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400" kern="1200" dirty="0">
              <a:solidFill>
                <a:schemeClr val="tx1"/>
              </a:solidFill>
            </a:rPr>
            <a:t>Programa y set up individual 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5181872" y="2279586"/>
        <a:ext cx="1334939" cy="6674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1DACA-6CD0-44F5-9514-0594D4E116D1}">
      <dsp:nvSpPr>
        <dsp:cNvPr id="0" name=""/>
        <dsp:cNvSpPr/>
      </dsp:nvSpPr>
      <dsp:spPr>
        <a:xfrm>
          <a:off x="6736438" y="1197368"/>
          <a:ext cx="133244" cy="23006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0683"/>
              </a:lnTo>
              <a:lnTo>
                <a:pt x="133244" y="23006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218C15-CA6F-44E9-9012-C200FBF43EB4}">
      <dsp:nvSpPr>
        <dsp:cNvPr id="0" name=""/>
        <dsp:cNvSpPr/>
      </dsp:nvSpPr>
      <dsp:spPr>
        <a:xfrm>
          <a:off x="6736438" y="1197368"/>
          <a:ext cx="133244" cy="1669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69994"/>
              </a:lnTo>
              <a:lnTo>
                <a:pt x="133244" y="16699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B7DCE7-E578-498E-9311-EA6D29D6B210}">
      <dsp:nvSpPr>
        <dsp:cNvPr id="0" name=""/>
        <dsp:cNvSpPr/>
      </dsp:nvSpPr>
      <dsp:spPr>
        <a:xfrm>
          <a:off x="6736438" y="1197368"/>
          <a:ext cx="133244" cy="1039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304"/>
              </a:lnTo>
              <a:lnTo>
                <a:pt x="133244" y="10393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F353C8-5542-4D6A-A1DB-31F2D1A223AA}">
      <dsp:nvSpPr>
        <dsp:cNvPr id="0" name=""/>
        <dsp:cNvSpPr/>
      </dsp:nvSpPr>
      <dsp:spPr>
        <a:xfrm>
          <a:off x="6736438" y="1197368"/>
          <a:ext cx="133244" cy="408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615"/>
              </a:lnTo>
              <a:lnTo>
                <a:pt x="133244" y="4086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9FC4F-9E86-4D94-872B-7F4BFBF7528E}">
      <dsp:nvSpPr>
        <dsp:cNvPr id="0" name=""/>
        <dsp:cNvSpPr/>
      </dsp:nvSpPr>
      <dsp:spPr>
        <a:xfrm>
          <a:off x="3769982" y="566679"/>
          <a:ext cx="3321773" cy="186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270"/>
              </a:lnTo>
              <a:lnTo>
                <a:pt x="3321773" y="93270"/>
              </a:lnTo>
              <a:lnTo>
                <a:pt x="3321773" y="1865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8BFDF5-2D0B-41D6-9313-311A6B07C45B}">
      <dsp:nvSpPr>
        <dsp:cNvPr id="0" name=""/>
        <dsp:cNvSpPr/>
      </dsp:nvSpPr>
      <dsp:spPr>
        <a:xfrm>
          <a:off x="5661601" y="1197368"/>
          <a:ext cx="133244" cy="408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615"/>
              </a:lnTo>
              <a:lnTo>
                <a:pt x="133244" y="4086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AA1AC6-546D-4C91-A29F-4CE2E08A247C}">
      <dsp:nvSpPr>
        <dsp:cNvPr id="0" name=""/>
        <dsp:cNvSpPr/>
      </dsp:nvSpPr>
      <dsp:spPr>
        <a:xfrm>
          <a:off x="3769982" y="566679"/>
          <a:ext cx="2246937" cy="186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270"/>
              </a:lnTo>
              <a:lnTo>
                <a:pt x="2246937" y="93270"/>
              </a:lnTo>
              <a:lnTo>
                <a:pt x="2246937" y="1865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D6BB48-7D90-4DC5-A24F-D4437D3CFEDB}">
      <dsp:nvSpPr>
        <dsp:cNvPr id="0" name=""/>
        <dsp:cNvSpPr/>
      </dsp:nvSpPr>
      <dsp:spPr>
        <a:xfrm>
          <a:off x="4586764" y="1197368"/>
          <a:ext cx="133244" cy="1039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304"/>
              </a:lnTo>
              <a:lnTo>
                <a:pt x="133244" y="10393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A4A878-BF14-40BE-8BDB-B964ECEB7733}">
      <dsp:nvSpPr>
        <dsp:cNvPr id="0" name=""/>
        <dsp:cNvSpPr/>
      </dsp:nvSpPr>
      <dsp:spPr>
        <a:xfrm>
          <a:off x="4586764" y="1197368"/>
          <a:ext cx="133244" cy="408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615"/>
              </a:lnTo>
              <a:lnTo>
                <a:pt x="133244" y="4086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9D9C7-609D-4152-89E6-A7B0C75B9621}">
      <dsp:nvSpPr>
        <dsp:cNvPr id="0" name=""/>
        <dsp:cNvSpPr/>
      </dsp:nvSpPr>
      <dsp:spPr>
        <a:xfrm>
          <a:off x="3769982" y="566679"/>
          <a:ext cx="1172100" cy="186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270"/>
              </a:lnTo>
              <a:lnTo>
                <a:pt x="1172100" y="93270"/>
              </a:lnTo>
              <a:lnTo>
                <a:pt x="1172100" y="1865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C2CC28-FD1D-40BA-B906-9C94CFD0A526}">
      <dsp:nvSpPr>
        <dsp:cNvPr id="0" name=""/>
        <dsp:cNvSpPr/>
      </dsp:nvSpPr>
      <dsp:spPr>
        <a:xfrm>
          <a:off x="3511928" y="1197368"/>
          <a:ext cx="133244" cy="1039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304"/>
              </a:lnTo>
              <a:lnTo>
                <a:pt x="133244" y="10393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8F504D-EDC8-4F9D-9D3A-CCEB177F16D1}">
      <dsp:nvSpPr>
        <dsp:cNvPr id="0" name=""/>
        <dsp:cNvSpPr/>
      </dsp:nvSpPr>
      <dsp:spPr>
        <a:xfrm>
          <a:off x="3511928" y="1197368"/>
          <a:ext cx="133244" cy="408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615"/>
              </a:lnTo>
              <a:lnTo>
                <a:pt x="133244" y="4086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0D7870-9E9D-47B7-B594-4C37448B7FB2}">
      <dsp:nvSpPr>
        <dsp:cNvPr id="0" name=""/>
        <dsp:cNvSpPr/>
      </dsp:nvSpPr>
      <dsp:spPr>
        <a:xfrm>
          <a:off x="3769982" y="566679"/>
          <a:ext cx="97263" cy="186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270"/>
              </a:lnTo>
              <a:lnTo>
                <a:pt x="97263" y="93270"/>
              </a:lnTo>
              <a:lnTo>
                <a:pt x="97263" y="1865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4C2274-7A8E-46BC-8CD6-2EF045066710}">
      <dsp:nvSpPr>
        <dsp:cNvPr id="0" name=""/>
        <dsp:cNvSpPr/>
      </dsp:nvSpPr>
      <dsp:spPr>
        <a:xfrm>
          <a:off x="2437091" y="1197368"/>
          <a:ext cx="133244" cy="1039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304"/>
              </a:lnTo>
              <a:lnTo>
                <a:pt x="133244" y="10393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882E16-14C1-4E3A-B851-259F28E710E6}">
      <dsp:nvSpPr>
        <dsp:cNvPr id="0" name=""/>
        <dsp:cNvSpPr/>
      </dsp:nvSpPr>
      <dsp:spPr>
        <a:xfrm>
          <a:off x="2437091" y="1197368"/>
          <a:ext cx="133244" cy="408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615"/>
              </a:lnTo>
              <a:lnTo>
                <a:pt x="133244" y="4086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00ECE-D28A-42C6-9911-BB0E11A35E5D}">
      <dsp:nvSpPr>
        <dsp:cNvPr id="0" name=""/>
        <dsp:cNvSpPr/>
      </dsp:nvSpPr>
      <dsp:spPr>
        <a:xfrm>
          <a:off x="2792409" y="566679"/>
          <a:ext cx="977572" cy="186541"/>
        </a:xfrm>
        <a:custGeom>
          <a:avLst/>
          <a:gdLst/>
          <a:ahLst/>
          <a:cxnLst/>
          <a:rect l="0" t="0" r="0" b="0"/>
          <a:pathLst>
            <a:path>
              <a:moveTo>
                <a:pt x="977572" y="0"/>
              </a:moveTo>
              <a:lnTo>
                <a:pt x="977572" y="93270"/>
              </a:lnTo>
              <a:lnTo>
                <a:pt x="0" y="93270"/>
              </a:lnTo>
              <a:lnTo>
                <a:pt x="0" y="1865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2FC700-C4DF-4553-B4CA-EBDC5111CE6A}">
      <dsp:nvSpPr>
        <dsp:cNvPr id="0" name=""/>
        <dsp:cNvSpPr/>
      </dsp:nvSpPr>
      <dsp:spPr>
        <a:xfrm>
          <a:off x="1362254" y="1197368"/>
          <a:ext cx="133244" cy="1039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304"/>
              </a:lnTo>
              <a:lnTo>
                <a:pt x="133244" y="10393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6B674E-37D7-4793-8CB1-A2216E62663A}">
      <dsp:nvSpPr>
        <dsp:cNvPr id="0" name=""/>
        <dsp:cNvSpPr/>
      </dsp:nvSpPr>
      <dsp:spPr>
        <a:xfrm>
          <a:off x="1362254" y="1197368"/>
          <a:ext cx="133244" cy="4086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615"/>
              </a:lnTo>
              <a:lnTo>
                <a:pt x="133244" y="4086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1749BF-3172-40AB-B117-B343D2CA7E98}">
      <dsp:nvSpPr>
        <dsp:cNvPr id="0" name=""/>
        <dsp:cNvSpPr/>
      </dsp:nvSpPr>
      <dsp:spPr>
        <a:xfrm>
          <a:off x="1717572" y="566679"/>
          <a:ext cx="2052409" cy="186541"/>
        </a:xfrm>
        <a:custGeom>
          <a:avLst/>
          <a:gdLst/>
          <a:ahLst/>
          <a:cxnLst/>
          <a:rect l="0" t="0" r="0" b="0"/>
          <a:pathLst>
            <a:path>
              <a:moveTo>
                <a:pt x="2052409" y="0"/>
              </a:moveTo>
              <a:lnTo>
                <a:pt x="2052409" y="93270"/>
              </a:lnTo>
              <a:lnTo>
                <a:pt x="0" y="93270"/>
              </a:lnTo>
              <a:lnTo>
                <a:pt x="0" y="1865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A851A-B678-477A-98B9-EE9A3275469B}">
      <dsp:nvSpPr>
        <dsp:cNvPr id="0" name=""/>
        <dsp:cNvSpPr/>
      </dsp:nvSpPr>
      <dsp:spPr>
        <a:xfrm>
          <a:off x="545472" y="566679"/>
          <a:ext cx="3224509" cy="186541"/>
        </a:xfrm>
        <a:custGeom>
          <a:avLst/>
          <a:gdLst/>
          <a:ahLst/>
          <a:cxnLst/>
          <a:rect l="0" t="0" r="0" b="0"/>
          <a:pathLst>
            <a:path>
              <a:moveTo>
                <a:pt x="3224509" y="0"/>
              </a:moveTo>
              <a:lnTo>
                <a:pt x="3224509" y="93270"/>
              </a:lnTo>
              <a:lnTo>
                <a:pt x="0" y="93270"/>
              </a:lnTo>
              <a:lnTo>
                <a:pt x="0" y="1865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BC6A4C-859A-443D-8D17-226C35B38A17}">
      <dsp:nvSpPr>
        <dsp:cNvPr id="0" name=""/>
        <dsp:cNvSpPr/>
      </dsp:nvSpPr>
      <dsp:spPr>
        <a:xfrm>
          <a:off x="3325834" y="122532"/>
          <a:ext cx="888294" cy="4441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Motor Lucia V1</a:t>
          </a:r>
          <a:endParaRPr lang="en-US" sz="1000" kern="1200" dirty="0"/>
        </a:p>
      </dsp:txBody>
      <dsp:txXfrm>
        <a:off x="3325834" y="122532"/>
        <a:ext cx="888294" cy="444147"/>
      </dsp:txXfrm>
    </dsp:sp>
    <dsp:sp modelId="{1A58F5A1-D652-462F-83C1-B21A7E5B56EC}">
      <dsp:nvSpPr>
        <dsp:cNvPr id="0" name=""/>
        <dsp:cNvSpPr/>
      </dsp:nvSpPr>
      <dsp:spPr>
        <a:xfrm>
          <a:off x="4060" y="753221"/>
          <a:ext cx="1082822" cy="55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Requisitos de prueba (o vuelo)</a:t>
          </a:r>
          <a:endParaRPr lang="en-US" sz="1000" kern="1200" dirty="0"/>
        </a:p>
      </dsp:txBody>
      <dsp:txXfrm>
        <a:off x="4060" y="753221"/>
        <a:ext cx="1082822" cy="550001"/>
      </dsp:txXfrm>
    </dsp:sp>
    <dsp:sp modelId="{BFA551EA-FC42-4E2F-AF99-A6D7A91E4D53}">
      <dsp:nvSpPr>
        <dsp:cNvPr id="0" name=""/>
        <dsp:cNvSpPr/>
      </dsp:nvSpPr>
      <dsp:spPr>
        <a:xfrm>
          <a:off x="1273425" y="753221"/>
          <a:ext cx="888294" cy="4441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Carcasa </a:t>
          </a:r>
          <a:endParaRPr lang="en-US" sz="1000" kern="1200" dirty="0"/>
        </a:p>
      </dsp:txBody>
      <dsp:txXfrm>
        <a:off x="1273425" y="753221"/>
        <a:ext cx="888294" cy="444147"/>
      </dsp:txXfrm>
    </dsp:sp>
    <dsp:sp modelId="{73D6EE9A-6394-4442-8625-460574169B73}">
      <dsp:nvSpPr>
        <dsp:cNvPr id="0" name=""/>
        <dsp:cNvSpPr/>
      </dsp:nvSpPr>
      <dsp:spPr>
        <a:xfrm>
          <a:off x="1495498" y="1383910"/>
          <a:ext cx="888294" cy="444147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Diseñado </a:t>
          </a:r>
          <a:endParaRPr lang="en-US" sz="1000" kern="1200" dirty="0"/>
        </a:p>
      </dsp:txBody>
      <dsp:txXfrm>
        <a:off x="1495498" y="1383910"/>
        <a:ext cx="888294" cy="444147"/>
      </dsp:txXfrm>
    </dsp:sp>
    <dsp:sp modelId="{15E7DCB9-2FCC-4598-A7B2-2BE8D75FE3A5}">
      <dsp:nvSpPr>
        <dsp:cNvPr id="0" name=""/>
        <dsp:cNvSpPr/>
      </dsp:nvSpPr>
      <dsp:spPr>
        <a:xfrm>
          <a:off x="1495498" y="2014599"/>
          <a:ext cx="888294" cy="444147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Manufacturado </a:t>
          </a:r>
          <a:endParaRPr lang="en-US" sz="1000" kern="1200" dirty="0"/>
        </a:p>
      </dsp:txBody>
      <dsp:txXfrm>
        <a:off x="1495498" y="2014599"/>
        <a:ext cx="888294" cy="444147"/>
      </dsp:txXfrm>
    </dsp:sp>
    <dsp:sp modelId="{2738EE88-8719-4802-A5D2-A7509D8441D7}">
      <dsp:nvSpPr>
        <dsp:cNvPr id="0" name=""/>
        <dsp:cNvSpPr/>
      </dsp:nvSpPr>
      <dsp:spPr>
        <a:xfrm>
          <a:off x="2348261" y="753221"/>
          <a:ext cx="888294" cy="4441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Tobera </a:t>
          </a:r>
          <a:endParaRPr lang="en-US" sz="1000" kern="1200" dirty="0"/>
        </a:p>
      </dsp:txBody>
      <dsp:txXfrm>
        <a:off x="2348261" y="753221"/>
        <a:ext cx="888294" cy="444147"/>
      </dsp:txXfrm>
    </dsp:sp>
    <dsp:sp modelId="{33F12CAB-3B0A-4029-9151-C5E9EF99E022}">
      <dsp:nvSpPr>
        <dsp:cNvPr id="0" name=""/>
        <dsp:cNvSpPr/>
      </dsp:nvSpPr>
      <dsp:spPr>
        <a:xfrm>
          <a:off x="2570335" y="1383910"/>
          <a:ext cx="888294" cy="444147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>
              <a:solidFill>
                <a:schemeClr val="tx1"/>
              </a:solidFill>
            </a:rPr>
            <a:t>Diseñado </a:t>
          </a:r>
          <a:endParaRPr lang="en-US" sz="1000" kern="1200" dirty="0">
            <a:solidFill>
              <a:schemeClr val="tx1"/>
            </a:solidFill>
          </a:endParaRPr>
        </a:p>
      </dsp:txBody>
      <dsp:txXfrm>
        <a:off x="2570335" y="1383910"/>
        <a:ext cx="888294" cy="444147"/>
      </dsp:txXfrm>
    </dsp:sp>
    <dsp:sp modelId="{4DAAF0E0-33FA-4F03-A6F1-E73D17E1E5B6}">
      <dsp:nvSpPr>
        <dsp:cNvPr id="0" name=""/>
        <dsp:cNvSpPr/>
      </dsp:nvSpPr>
      <dsp:spPr>
        <a:xfrm>
          <a:off x="2570335" y="2014599"/>
          <a:ext cx="888294" cy="444147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>
              <a:solidFill>
                <a:schemeClr val="tx1"/>
              </a:solidFill>
            </a:rPr>
            <a:t>Manufacturado </a:t>
          </a:r>
          <a:endParaRPr lang="en-US" sz="1000" kern="1200" dirty="0">
            <a:solidFill>
              <a:schemeClr val="tx1"/>
            </a:solidFill>
          </a:endParaRPr>
        </a:p>
      </dsp:txBody>
      <dsp:txXfrm>
        <a:off x="2570335" y="2014599"/>
        <a:ext cx="888294" cy="444147"/>
      </dsp:txXfrm>
    </dsp:sp>
    <dsp:sp modelId="{21D6268A-6D8D-4DDA-A02D-E35CA7B01A1F}">
      <dsp:nvSpPr>
        <dsp:cNvPr id="0" name=""/>
        <dsp:cNvSpPr/>
      </dsp:nvSpPr>
      <dsp:spPr>
        <a:xfrm>
          <a:off x="3423098" y="753221"/>
          <a:ext cx="888294" cy="4441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Mamparo </a:t>
          </a:r>
          <a:endParaRPr lang="en-US" sz="1000" kern="1200" dirty="0"/>
        </a:p>
      </dsp:txBody>
      <dsp:txXfrm>
        <a:off x="3423098" y="753221"/>
        <a:ext cx="888294" cy="444147"/>
      </dsp:txXfrm>
    </dsp:sp>
    <dsp:sp modelId="{75C4A549-CBAA-4AB4-A97A-5012A38731CE}">
      <dsp:nvSpPr>
        <dsp:cNvPr id="0" name=""/>
        <dsp:cNvSpPr/>
      </dsp:nvSpPr>
      <dsp:spPr>
        <a:xfrm>
          <a:off x="3645172" y="1383910"/>
          <a:ext cx="888294" cy="444147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Diseñado</a:t>
          </a:r>
          <a:endParaRPr lang="en-US" sz="1000" kern="1200" dirty="0"/>
        </a:p>
      </dsp:txBody>
      <dsp:txXfrm>
        <a:off x="3645172" y="1383910"/>
        <a:ext cx="888294" cy="444147"/>
      </dsp:txXfrm>
    </dsp:sp>
    <dsp:sp modelId="{E88B39BE-B851-4701-9475-28B67F3DF282}">
      <dsp:nvSpPr>
        <dsp:cNvPr id="0" name=""/>
        <dsp:cNvSpPr/>
      </dsp:nvSpPr>
      <dsp:spPr>
        <a:xfrm>
          <a:off x="3645172" y="2014599"/>
          <a:ext cx="888294" cy="444147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Manufacturado</a:t>
          </a:r>
          <a:endParaRPr lang="en-US" sz="1000" kern="1200" dirty="0"/>
        </a:p>
      </dsp:txBody>
      <dsp:txXfrm>
        <a:off x="3645172" y="2014599"/>
        <a:ext cx="888294" cy="444147"/>
      </dsp:txXfrm>
    </dsp:sp>
    <dsp:sp modelId="{F712F3DD-F2FB-407E-AA71-5D3C7818CB0A}">
      <dsp:nvSpPr>
        <dsp:cNvPr id="0" name=""/>
        <dsp:cNvSpPr/>
      </dsp:nvSpPr>
      <dsp:spPr>
        <a:xfrm>
          <a:off x="4497935" y="753221"/>
          <a:ext cx="888294" cy="4441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Ablativo</a:t>
          </a:r>
          <a:endParaRPr lang="en-US" sz="1000" kern="1200" dirty="0"/>
        </a:p>
      </dsp:txBody>
      <dsp:txXfrm>
        <a:off x="4497935" y="753221"/>
        <a:ext cx="888294" cy="444147"/>
      </dsp:txXfrm>
    </dsp:sp>
    <dsp:sp modelId="{73EB1FD8-C375-4599-A67E-27CE547D2F94}">
      <dsp:nvSpPr>
        <dsp:cNvPr id="0" name=""/>
        <dsp:cNvSpPr/>
      </dsp:nvSpPr>
      <dsp:spPr>
        <a:xfrm>
          <a:off x="4720008" y="1383910"/>
          <a:ext cx="888294" cy="444147"/>
        </a:xfrm>
        <a:prstGeom prst="rect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Diseñado</a:t>
          </a:r>
          <a:endParaRPr lang="en-US" sz="1000" kern="1200" dirty="0"/>
        </a:p>
      </dsp:txBody>
      <dsp:txXfrm>
        <a:off x="4720008" y="1383910"/>
        <a:ext cx="888294" cy="444147"/>
      </dsp:txXfrm>
    </dsp:sp>
    <dsp:sp modelId="{2DF5D48C-E9EF-4499-BDB7-602653DBF203}">
      <dsp:nvSpPr>
        <dsp:cNvPr id="0" name=""/>
        <dsp:cNvSpPr/>
      </dsp:nvSpPr>
      <dsp:spPr>
        <a:xfrm>
          <a:off x="4720008" y="2014599"/>
          <a:ext cx="888294" cy="444147"/>
        </a:xfrm>
        <a:prstGeom prst="rect">
          <a:avLst/>
        </a:prstGeom>
        <a:solidFill>
          <a:srgbClr val="FFFF0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Manufacturado</a:t>
          </a:r>
          <a:endParaRPr lang="en-US" sz="9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sp:txBody>
      <dsp:txXfrm>
        <a:off x="4720008" y="2014599"/>
        <a:ext cx="888294" cy="444147"/>
      </dsp:txXfrm>
    </dsp:sp>
    <dsp:sp modelId="{59E66370-E175-4EC8-A354-5259BCEFF215}">
      <dsp:nvSpPr>
        <dsp:cNvPr id="0" name=""/>
        <dsp:cNvSpPr/>
      </dsp:nvSpPr>
      <dsp:spPr>
        <a:xfrm>
          <a:off x="5572771" y="753221"/>
          <a:ext cx="888294" cy="4441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Adhesivos y tornillos</a:t>
          </a:r>
          <a:endParaRPr lang="en-US" sz="1000" kern="1200" dirty="0"/>
        </a:p>
      </dsp:txBody>
      <dsp:txXfrm>
        <a:off x="5572771" y="753221"/>
        <a:ext cx="888294" cy="444147"/>
      </dsp:txXfrm>
    </dsp:sp>
    <dsp:sp modelId="{5C104DAA-90E5-4079-85A4-BBEB138DC556}">
      <dsp:nvSpPr>
        <dsp:cNvPr id="0" name=""/>
        <dsp:cNvSpPr/>
      </dsp:nvSpPr>
      <dsp:spPr>
        <a:xfrm>
          <a:off x="5794845" y="1383910"/>
          <a:ext cx="888294" cy="444147"/>
        </a:xfrm>
        <a:prstGeom prst="rect">
          <a:avLst/>
        </a:prstGeom>
        <a:solidFill>
          <a:srgbClr val="92D05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Cotizado y adquirido</a:t>
          </a:r>
          <a:endParaRPr lang="en-US" sz="9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5794845" y="1383910"/>
        <a:ext cx="888294" cy="444147"/>
      </dsp:txXfrm>
    </dsp:sp>
    <dsp:sp modelId="{8E16E8C5-2625-4CA4-A02B-FAB6C6979706}">
      <dsp:nvSpPr>
        <dsp:cNvPr id="0" name=""/>
        <dsp:cNvSpPr/>
      </dsp:nvSpPr>
      <dsp:spPr>
        <a:xfrm>
          <a:off x="6647608" y="753221"/>
          <a:ext cx="888294" cy="4441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/>
            <a:t>Propelente</a:t>
          </a:r>
          <a:endParaRPr lang="en-US" sz="1000" kern="1200" dirty="0"/>
        </a:p>
      </dsp:txBody>
      <dsp:txXfrm>
        <a:off x="6647608" y="753221"/>
        <a:ext cx="888294" cy="444147"/>
      </dsp:txXfrm>
    </dsp:sp>
    <dsp:sp modelId="{F9BEABCA-7012-447C-BFDB-174C651F87C4}">
      <dsp:nvSpPr>
        <dsp:cNvPr id="0" name=""/>
        <dsp:cNvSpPr/>
      </dsp:nvSpPr>
      <dsp:spPr>
        <a:xfrm>
          <a:off x="6869682" y="1383910"/>
          <a:ext cx="888294" cy="444147"/>
        </a:xfrm>
        <a:prstGeom prst="rect">
          <a:avLst/>
        </a:prstGeom>
        <a:solidFill>
          <a:srgbClr val="92D05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Formulado</a:t>
          </a:r>
          <a:endParaRPr lang="en-US" sz="9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6869682" y="1383910"/>
        <a:ext cx="888294" cy="444147"/>
      </dsp:txXfrm>
    </dsp:sp>
    <dsp:sp modelId="{524EBCE8-4A11-4D3B-82B7-B33236E35B0A}">
      <dsp:nvSpPr>
        <dsp:cNvPr id="0" name=""/>
        <dsp:cNvSpPr/>
      </dsp:nvSpPr>
      <dsp:spPr>
        <a:xfrm>
          <a:off x="6869682" y="2014599"/>
          <a:ext cx="888294" cy="444147"/>
        </a:xfrm>
        <a:prstGeom prst="rect">
          <a:avLst/>
        </a:prstGeom>
        <a:solidFill>
          <a:srgbClr val="FFFF0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Cotizado y adquirido</a:t>
          </a:r>
          <a:endParaRPr lang="en-US" sz="9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sp:txBody>
      <dsp:txXfrm>
        <a:off x="6869682" y="2014599"/>
        <a:ext cx="888294" cy="444147"/>
      </dsp:txXfrm>
    </dsp:sp>
    <dsp:sp modelId="{FCACD3B5-1CC4-4D27-B77A-68B1EB0B1D23}">
      <dsp:nvSpPr>
        <dsp:cNvPr id="0" name=""/>
        <dsp:cNvSpPr/>
      </dsp:nvSpPr>
      <dsp:spPr>
        <a:xfrm>
          <a:off x="6869682" y="2645289"/>
          <a:ext cx="888294" cy="444147"/>
        </a:xfrm>
        <a:prstGeom prst="rect">
          <a:avLst/>
        </a:prstGeom>
        <a:solidFill>
          <a:srgbClr val="FFFF0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9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Casting </a:t>
          </a:r>
          <a:endParaRPr lang="en-US" sz="9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sp:txBody>
      <dsp:txXfrm>
        <a:off x="6869682" y="2645289"/>
        <a:ext cx="888294" cy="444147"/>
      </dsp:txXfrm>
    </dsp:sp>
    <dsp:sp modelId="{ED805C91-CFDA-48F8-9993-4DD2F84065F6}">
      <dsp:nvSpPr>
        <dsp:cNvPr id="0" name=""/>
        <dsp:cNvSpPr/>
      </dsp:nvSpPr>
      <dsp:spPr>
        <a:xfrm>
          <a:off x="6869682" y="3275978"/>
          <a:ext cx="888294" cy="444147"/>
        </a:xfrm>
        <a:prstGeom prst="rect">
          <a:avLst/>
        </a:prstGeom>
        <a:solidFill>
          <a:srgbClr val="FFFF00"/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1000" kern="1200" dirty="0">
              <a:solidFill>
                <a:schemeClr val="tx1"/>
              </a:solidFill>
            </a:rPr>
            <a:t>Ensamblado en ablativo </a:t>
          </a:r>
          <a:endParaRPr lang="en-US" sz="1000" kern="1200" dirty="0">
            <a:solidFill>
              <a:schemeClr val="tx1"/>
            </a:solidFill>
          </a:endParaRPr>
        </a:p>
      </dsp:txBody>
      <dsp:txXfrm>
        <a:off x="6869682" y="3275978"/>
        <a:ext cx="888294" cy="444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20:11:53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3634 24575,'10'4'0,"0"-1"0,0-1 0,0 1 0,0-2 0,0 0 0,0 0 0,1 0 0,-1-1 0,13-2 0,-4 1 0,56-4 0,145-29 0,78-40 0,48-31-556,613-277 0,268-289 403,-666 290 33,-460 301 90,-3-3 0,-3-5 0,103-125 0,-146 144 103,-2-1 0,-4-3-1,51-110 1,83-244 530,-44 93-176,-90 236-335,75-121 0,-115 209-92,-3 5 0,1 0 0,-1 0 0,0 0 0,-1-1 0,1 1 0,1-7 0,-4 12 0,0 0 0,0 0 0,0-1 0,0 1 0,-1 0 0,1 0 0,0 0 0,0-1 0,0 1 0,0 0 0,0 0 0,0 0 0,0-1 0,0 1 0,-1 0 0,1 0 0,0 0 0,0 0 0,0 0 0,0-1 0,-1 1 0,1 0 0,0 0 0,0 0 0,0 0 0,-1 0 0,1 0 0,0 0 0,0 0 0,0 0 0,-1 0 0,1 0 0,0 0 0,0 0 0,-1 0 0,1 0 0,0 0 0,0 0 0,0 0 0,-1 0 0,1 0 0,0 0 0,0 0 0,0 0 0,-1 0 0,1 0 0,0 0 0,0 0 0,0 1 0,-1-1 0,1 0 0,0 0 0,0 0 0,0 0 0,0 1 0,-15 6 0,-21 18 0,0 1 0,-37 38 0,-32 23 0,9-19 0,-76 59 0,150-103 0,21-24 0,1 0 0,0 0 0,0 0 0,0 0 0,0 0 0,0 1 0,0-1 0,0 0 0,0 0 0,0 0 0,0 0 0,0 1 0,0-1 0,0 0 0,0 0 0,0 0 0,0 0 0,0 0 0,0 1 0,0-1 0,0 0 0,0 0 0,0 0 0,0 0 0,0 1 0,0-1 0,0 0 0,1 0 0,-1 0 0,0 0 0,0 0 0,0 0 0,0 0 0,0 1 0,0-1 0,0 0 0,1 0 0,-1 0 0,0 0 0,0 0 0,0 0 0,0 0 0,0 0 0,1 0 0,-1 0 0,0 0 0,0 0 0,0 0 0,0 0 0,0 0 0,1 0 0,-1 0 0,0 0 0,0 0 0,0 0 0,0 0 0,1 0 0,-1 0 0,0 0 0,0 0 0,0 0 0,0 0 0,0 0 0,1 0 0,-1 0 0,0 0 0,0-1 0,0 1 0,9-3 0,-1 0 0,0-1 0,1 0 0,10-7 0,209-156 0,-46 31 0,-181 135 0,0 0 0,0 0 0,0 0 0,0 0 0,0 0 0,0 1 0,0-1 0,1 0 0,-1 1 0,0-1 0,0 1 0,0 0 0,1-1 0,-1 1 0,0 0 0,0 0 0,1-1 0,-1 1 0,0 0 0,1 0 0,-1 1 0,0-1 0,1 0 0,-1 0 0,0 1 0,0-1 0,1 0 0,-1 1 0,0-1 0,0 1 0,0 0 0,0-1 0,0 1 0,0 0 0,0 0 0,0 0 0,0 0 0,0-1 0,0 1 0,0 1 0,0-1 0,-1 0 0,1 0 0,0 0 0,-1 0 0,1 0 0,0 2 0,2 8 0,0-1 0,0 1 0,-1 0 0,1 19 0,-1-13 0,7 93 0,-5 155 0,-5-176 0,1-83 0,0 0 0,-1 0 0,1 0 0,-1 0 0,0 0 0,-1 0 0,-3 10 0,4-15 0,1 0 0,-1 0 0,0 0 0,0 1 0,0-1 0,0 0 0,0 0 0,0 0 0,0 0 0,0 0 0,0-1 0,0 1 0,0 0 0,-1 0 0,1-1 0,0 1 0,-1-1 0,1 1 0,0-1 0,-1 1 0,1-1 0,-1 0 0,1 0 0,-1 0 0,1 0 0,0 0 0,-1 0 0,1 0 0,-1 0 0,1-1 0,0 1 0,-1 0 0,1-1 0,-1 1 0,1-1 0,0 0 0,0 1 0,-3-2 0,-6-4 0,0 0 0,0 0 0,0-1 0,0-1 0,1 1 0,1-1 0,-12-13 0,-51-71 0,44 53 0,-113-134 0,118 137 0,21 34 0,1 0 0,-1 1 0,0-1 0,1 0 0,-1 0 0,1 1 0,0-1 0,-1 0 0,1 0 0,0 0 0,0 0 0,0 1 0,0-1 0,0 0 0,1 0 0,-1 0 0,1 0 0,-1 1 0,2-4 0,-2 6 0,0-1 0,0 0 0,0 0 0,0 1 0,0-1 0,0 0 0,0 0 0,1 0 0,-1 1 0,0-1 0,0 0 0,0 0 0,0 1 0,1-1 0,-1 0 0,0 0 0,0 0 0,0 0 0,0 1 0,1-1 0,-1 0 0,0 0 0,0 0 0,1 0 0,-1 0 0,0 0 0,0 0 0,1 0 0,-1 1 0,0-1 0,0 0 0,1 0 0,-1 0 0,0 0 0,0 0 0,1 0 0,-1-1 0,0 1 0,0 0 0,1 0 0,-1 0 0,0 0 0,0 0 0,1 0 0,-1 0 0,0 0 0,0-1 0,0 1 0,1 0 0,-1 0 0,0 0 0,0 0 0,0-1 0,1 1 0,-1 0 0,0 0 0,0 0 0,0-1 0,1 26 0,-29 100 0,28-124 0,0 0 0,0-1 0,0 1 0,0-1 0,0 1 0,0 0 0,0-1 0,0 1 0,0 0 0,0-1 0,0 1 0,0 0 0,1-1 0,-1 1 0,0-1 0,1 1 0,-1-1 0,0 1 0,1-1 0,-1 1 0,0-1 0,1 1 0,-1-1 0,1 1 0,-1-1 0,1 1 0,-1-1 0,1 0 0,0 1 0,-1-1 0,1 0 0,-1 0 0,1 1 0,0-1 0,-1 0 0,1 0 0,-1 0 0,1 0 0,0 0 0,-1 0 0,1 0 0,0 0 0,-1 0 0,1 0 0,0 0 0,-1 0 0,1 0 0,-1-1 0,1 1 0,0 0 0,-1 0 0,1-1 0,-1 1 0,2-1 0,36-18 0,0-8 0,-3-2 0,0-1 0,52-60 0,-39 40 0,-46 49 0,-3 6 0,-8 17 0,-19 41 0,17-39 0,-12 35 0,20-48 0,15-40 0,5 4 0,-12 26 0,-6 17 0,-14 35 0,9-36 0,1 0 0,-5 34 0,11-42 0,4-12 0,12-24 0,-6 8 0,-10 19 0,-1 1 0,1-1 0,0 1 0,-1 0 0,1-1 0,-1 1 0,1 0 0,-1 0 0,1-1 0,-1 1 0,1 0 0,-1 0 0,0 0 0,1-1 0,-1 1 0,0 0 0,0 0 0,0 0 0,0 0 0,1 0 0,-1 0 0,-1 0 0,1 0 0,0 1 0,3 27 0,-4-14 0,0-11 0,1 1 0,0-1 0,-1 1 0,1-1 0,1 1 0,-1 0 0,1-1 0,-1 0 0,1 1 0,1-1 0,-1 1 0,3 4 0,-4-9 0,1 0 0,-1 0 0,1 0 0,-1 0 0,1 0 0,-1 0 0,1 0 0,-1 0 0,1-1 0,-1 1 0,1 0 0,-1 0 0,1 0 0,-1-1 0,1 1 0,-1 0 0,1 0 0,-1-1 0,0 1 0,1 0 0,-1-1 0,1 1 0,-1 0 0,0-1 0,1 1 0,-1-1 0,0 1 0,0-1 0,1 1 0,-1-1 0,0 1 0,0-1 0,0 1 0,0-1 0,1 0 0,8-23 0,4-32 0,11-102 0,-6 29 0,-12 249 0,-7-92 0,0-20 0,0-1 0,1 0 0,0 0 0,0 1 0,0-1 0,1 0 0,0 0 0,4 13 0,-5-20 0,1 0 0,-1 0 0,0 0 0,0 0 0,0 0 0,0 0 0,1 0 0,-1 0 0,0 0 0,0 0 0,1 0 0,-1 0 0,0 0 0,0 0 0,0 0 0,1 0 0,-1 0 0,0 0 0,0 0 0,0 0 0,1 0 0,-1 0 0,0 0 0,0 0 0,0 0 0,0 0 0,1 0 0,-1-1 0,0 1 0,0 0 0,0 0 0,0 0 0,1 0 0,-1-1 0,0 1 0,0 0 0,0 0 0,0 0 0,0 0 0,0-1 0,0 1 0,0 0 0,0 0 0,1 0 0,-1-1 0,0 1 0,0 0 0,0 0 0,0 0 0,0-1 0,0 1 0,0 0 0,0 0 0,-1 0 0,1-1 0,0 1 0,5-17 0,26-147 0,-27 153 0,-1 11 0,1 22 0,-2 35 0,-2-22-1365,0-3-5461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3E7E9-0B4C-4599-8387-854B68DD1F3F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8F327-BEE5-45AC-9CE6-84AF0ACB14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953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5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AD4D-95C8-24AB-EB07-78F5E35C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AB616C-6AE6-F3D5-D09B-F824DDB1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3EE9D3-D6A1-43F4-6078-9A1CF02B0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25C349-FDA0-328B-61A4-41A3D521F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4154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89A1C-C90E-0B19-B772-6B12F3C7B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023F23-8BC2-E79C-474D-C5684CE97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1107B0-0D34-FF6F-F9D6-7ACAAD15F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8F3C35-E9C7-1B57-3521-C49EA256F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8533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46BA4-9F1A-F7B7-F21A-862F8019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6E55D4F-A3DA-DFBD-F0B7-7EFB26A0B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DDDCE1-5C90-2C90-6C7B-73264D471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7D5BD4-A81D-CD65-F6EA-DC10B2DC0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5714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477B-7693-E769-8A3C-46355048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A87423-89B9-F079-ECAB-68ACE025A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45CBAC-6F9F-65F1-0A32-239353C6D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5E861F-807A-AB1A-E72A-68BBB62B2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6608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F8F7-84C2-5B45-37A6-1153B56A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7EA74B-D8FD-7F31-387C-C7BA1287B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4689AB9-36E7-32BB-898E-5D5AE9366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large value of propellant mass fraction is desirable as it indicates an efficient use of system mass on the rocket that is directly responsible for thrust production.</a:t>
            </a:r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9A8C79-6B0F-1272-769E-1604E7A38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8F327-BEE5-45AC-9CE6-84AF0ACB1493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407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F5251-D223-BC64-D677-1BEF02B6E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4A65FE-8D2A-DD67-B7B2-6214BCC7F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4258EB-91E8-2924-CBD4-96B87E72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84EB14-DDAA-D28A-7BDC-5CA4FD14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C777D-DB97-B69E-A018-FD1F6A2F2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535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E4EE2-F889-3074-9997-AF6C4F9D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36082A-49F3-8097-81BB-B8BDD75B7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BF5EA1-958A-FE14-14ED-F5DDBBF4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B1B2F9-BA97-397C-0A95-CF66A841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2F542E-A793-5753-EA04-A2D047EE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2753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F8EC0-6FE4-21EE-0999-41500DA69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FEFE82-C496-46BF-24AD-3A2E4C024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983407-AB5D-BF9A-FBAB-084762521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091B16-700E-54A4-365B-884593DA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7E1B6B-5F0B-DA12-3F53-D096E122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347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BE101-93AD-A4F6-2218-966EEAA0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27AB96-2137-7115-C296-851F579A9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653190-5E9F-C666-A5CA-E5400CDB9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87A35D-19C4-6423-2182-6F7AEF7D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20EBBC-FFE4-BF34-584D-1103DDD1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069CD5-9784-24F5-FD3F-2CE7FEEE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5913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6574D-AD08-47C4-E8FA-8F244F9BF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EF632E-3FF8-7DD5-F21D-8CB63B8FE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A83C99-17BF-FB92-B9A6-6B9D02FA2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E508B0-6C5A-C9B0-FC6B-343EBA1D7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0B9C372-15AA-19D9-9B22-DB1573661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408DFA-ED9B-85E0-43F4-D76EC22C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616F6DF-AA3E-072D-4717-93B1D483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AB09DC-E5C6-7D7D-977D-8340C073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256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11C47-A5E1-52D3-713F-69DAB3CB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518C19-B858-A8DC-36D3-86800D86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1F53B55-5D75-1FD8-7305-4050FDD6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00FEE24-67A8-7C20-546D-BCEB3EEE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01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E40A591-B9B4-C1D0-2520-DB39CAD3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9DB7BC8-513F-96E7-0F35-8CDD700E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E4AC45-E002-BEEB-8B8E-44514FE6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011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C0222-34BC-EBA6-7A21-952CD9074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2DED37-96F5-2838-76FF-E8FC46335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204234-1783-9477-4B7F-9E1C2285F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AB8F47-7E0B-AC5B-B99B-1397BBF4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444E72-2B34-6E35-EB8C-540D1757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0BA796-5219-8949-D532-E68CFCD5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491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1805-E0DF-1EF9-C110-CAC93E17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3ACECD-8E37-357C-8FBF-04124CEBC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6933F9-CE62-7A51-2526-EF47F52B4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295AB3-0527-0650-4A5E-8E39C3FE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4B01D-04E3-41D7-9835-5139255E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D3E2DD-D6F1-4D4F-8C0B-D77DCA7B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434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B19B8-5854-260F-CB96-1B682952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8F2339-935A-BA50-6D17-C11D9A503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D93516-4160-7AF2-1AD2-1717A175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C2BD7C-43C5-6A6A-2A56-049FECE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02C113-1630-F4FE-6B7A-DE6028EA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257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FD6614-0E5D-8F5D-E64C-B2F5267FAF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0EED13-C02A-F3ED-C589-DF5EF8C49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7BDC0A-C2D7-3843-E6F7-DF6981CF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55993D-DADC-BB7C-FB1A-9828BFA2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AFEC26-7124-8F71-80CD-4C6F3E3D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986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00FFC7-6AF2-7718-31AD-61B3B9EAF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845A47-E640-38C6-B77C-4374D64C3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621615-6EE4-8999-4974-FC8345B0F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DA2F0-ADA3-4A09-A4A4-0854B4A15306}" type="datetimeFigureOut">
              <a:rPr lang="es-MX" smtClean="0"/>
              <a:t>18/08/2025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53D141-D99F-08DF-89A5-CE133A10F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B33CF8-1115-CD03-F7AD-24C356582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251BF-4705-4018-84B9-81FA3FF8E3D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389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2.xml"/><Relationship Id="rId10" Type="http://schemas.openxmlformats.org/officeDocument/2006/relationships/customXml" Target="../ink/ink1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635DCF3-F7E3-2C45-9336-47CAE85718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2" r="7404" b="2833"/>
          <a:stretch/>
        </p:blipFill>
        <p:spPr>
          <a:xfrm>
            <a:off x="6652260" y="2997920"/>
            <a:ext cx="5539740" cy="361084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EF8233C-F3DA-2ABC-9288-4BCD74333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761"/>
            <a:ext cx="9144000" cy="2389822"/>
          </a:xfrm>
        </p:spPr>
        <p:txBody>
          <a:bodyPr>
            <a:noAutofit/>
          </a:bodyPr>
          <a:lstStyle/>
          <a:p>
            <a: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DYNX - HPRT</a:t>
            </a:r>
            <a:b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Presentación de Avances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6C3CBE-087A-6EFC-794A-BF6D55DB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0658"/>
            <a:ext cx="9144000" cy="1655762"/>
          </a:xfrm>
        </p:spPr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Misión “</a:t>
            </a:r>
            <a:r>
              <a:rPr lang="es-MX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Promesa</a:t>
            </a:r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ECC718EC-22DC-2FC1-E7BF-660F4465FB20}"/>
              </a:ext>
            </a:extLst>
          </p:cNvPr>
          <p:cNvSpPr txBox="1">
            <a:spLocks/>
          </p:cNvSpPr>
          <p:nvPr/>
        </p:nvSpPr>
        <p:spPr>
          <a:xfrm>
            <a:off x="3429001" y="6608763"/>
            <a:ext cx="8763000" cy="2492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29 de mayo del 2025, Pedro de Alba S/N, Niños Héroes, Ciudad Universitaria, 66455 San Nicolás de los Garza, N.L.</a:t>
            </a:r>
          </a:p>
        </p:txBody>
      </p:sp>
      <p:pic>
        <p:nvPicPr>
          <p:cNvPr id="1028" name="Picture 4" descr="Uanl vector logo - Uanl logo vector free download">
            <a:extLst>
              <a:ext uri="{FF2B5EF4-FFF2-40B4-BE49-F238E27FC236}">
                <a16:creationId xmlns:a16="http://schemas.microsoft.com/office/drawing/2014/main" id="{A1EF89F4-4576-B62D-20F9-D2FF8A2E2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70" y="116410"/>
            <a:ext cx="1392352" cy="139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BD8C79D3-8F40-4825-FCB3-7DA537F5D17C}"/>
              </a:ext>
            </a:extLst>
          </p:cNvPr>
          <p:cNvGrpSpPr/>
          <p:nvPr/>
        </p:nvGrpSpPr>
        <p:grpSpPr>
          <a:xfrm>
            <a:off x="8115300" y="358577"/>
            <a:ext cx="3638716" cy="1150184"/>
            <a:chOff x="7872852" y="358577"/>
            <a:chExt cx="3881164" cy="1227814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7618CDC3-6984-FA21-1D90-EF5639665330}"/>
                </a:ext>
              </a:extLst>
            </p:cNvPr>
            <p:cNvGrpSpPr/>
            <p:nvPr/>
          </p:nvGrpSpPr>
          <p:grpSpPr>
            <a:xfrm>
              <a:off x="9262569" y="358577"/>
              <a:ext cx="2491447" cy="1227814"/>
              <a:chOff x="1684479" y="280948"/>
              <a:chExt cx="2491447" cy="1227814"/>
            </a:xfrm>
          </p:grpSpPr>
          <p:pic>
            <p:nvPicPr>
              <p:cNvPr id="1034" name="Picture 10" descr="Universidad Autónoma de Nuevo León">
                <a:extLst>
                  <a:ext uri="{FF2B5EF4-FFF2-40B4-BE49-F238E27FC236}">
                    <a16:creationId xmlns:a16="http://schemas.microsoft.com/office/drawing/2014/main" id="{614962FF-F8BC-8C60-D531-371C411ED9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40187" y="324724"/>
                <a:ext cx="1135739" cy="11357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6" name="Picture 12" descr="Fisico Matematico Logo Símbolos Coloridos De La Matemáticas 3d Stock">
                <a:extLst>
                  <a:ext uri="{FF2B5EF4-FFF2-40B4-BE49-F238E27FC236}">
                    <a16:creationId xmlns:a16="http://schemas.microsoft.com/office/drawing/2014/main" id="{9DCF93C1-4712-9517-4CC0-A6074B26C4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322" b="16922"/>
              <a:stretch/>
            </p:blipFill>
            <p:spPr bwMode="auto">
              <a:xfrm>
                <a:off x="1684479" y="280948"/>
                <a:ext cx="1195229" cy="1227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Imagen 15" descr="Logotipo, nombre de la empresa&#10;&#10;El contenido generado por IA puede ser incorrecto.">
              <a:extLst>
                <a:ext uri="{FF2B5EF4-FFF2-40B4-BE49-F238E27FC236}">
                  <a16:creationId xmlns:a16="http://schemas.microsoft.com/office/drawing/2014/main" id="{75D454CB-F38D-CAA4-CC76-179590684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2852" y="358577"/>
              <a:ext cx="1179515" cy="11795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773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7405F-E812-8ECA-0FBF-DE395633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95F9A4-5583-A4D7-2C26-2C99E36A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Resumen ejecutivo 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Actualidad</a:t>
            </a:r>
          </a:p>
          <a:p>
            <a:pPr marL="571500" indent="-571500">
              <a:buFont typeface="+mj-lt"/>
              <a:buAutoNum type="romanUcPeriod"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Desglose de ingresos y gastos </a:t>
            </a:r>
          </a:p>
          <a:p>
            <a:pPr marL="571500" indent="-571500">
              <a:buFont typeface="+mj-lt"/>
              <a:buAutoNum type="romanUcPeriod"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+mj-lt"/>
              <a:buAutoNum type="romanUcPeriod"/>
            </a:pP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D66D670-FACF-9D43-855E-DD4781E3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44" t="4523" r="73930"/>
          <a:stretch/>
        </p:blipFill>
        <p:spPr>
          <a:xfrm>
            <a:off x="8263890" y="0"/>
            <a:ext cx="1200150" cy="680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9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F0C23-FE50-8839-B107-C21CD545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Resumen ejecutivo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773A57-4E75-6D1E-BD6A-ACA49DF5A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13114"/>
            <a:ext cx="5181600" cy="4663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Problemática </a:t>
            </a:r>
          </a:p>
          <a:p>
            <a:pPr marL="0" indent="0">
              <a:buNone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faltan como 20k (estancia) para estar tranquis y la inscripción a la competencia </a:t>
            </a:r>
            <a:endParaRPr lang="es-MX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Solución</a:t>
            </a:r>
          </a:p>
          <a:p>
            <a:pPr marL="0" indent="0">
              <a:buNone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Solo necesitamos uno o dos patrocinadores más </a:t>
            </a:r>
          </a:p>
          <a:p>
            <a:pPr marL="0" indent="0">
              <a:buNone/>
            </a:pPr>
            <a:endParaRPr lang="es-MX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E55076-95D7-6938-72E0-C14CE7451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3114"/>
            <a:ext cx="5181600" cy="4663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</a:t>
            </a:r>
          </a:p>
          <a:p>
            <a:pPr marL="0" indent="0">
              <a:buNone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Primera competencia e historial ingenieril y de gastos en eventos de cohetería experimental </a:t>
            </a:r>
          </a:p>
          <a:p>
            <a:pPr marL="0" indent="0">
              <a:buNone/>
            </a:pPr>
            <a:r>
              <a:rPr lang="es-MX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y próximos pasos</a:t>
            </a:r>
            <a:endParaRPr lang="es-MX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producto que será capaz de llevar carga útil a 1km como primer hito </a:t>
            </a:r>
          </a:p>
        </p:txBody>
      </p:sp>
    </p:spTree>
    <p:extLst>
      <p:ext uri="{BB962C8B-B14F-4D97-AF65-F5344CB8AC3E}">
        <p14:creationId xmlns:p14="http://schemas.microsoft.com/office/powerpoint/2010/main" val="173120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8CE7-9D49-E9E5-7DB2-1F1140C2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7E731-71E0-BB96-6C2F-B99B711C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677"/>
          </a:xfrm>
        </p:spPr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Actualidad - Generalidades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9E31E-3018-3768-89FE-6D5693C4EF7E}"/>
              </a:ext>
            </a:extLst>
          </p:cNvPr>
          <p:cNvSpPr txBox="1"/>
          <p:nvPr/>
        </p:nvSpPr>
        <p:spPr>
          <a:xfrm>
            <a:off x="1045099" y="1548630"/>
            <a:ext cx="4466172" cy="267765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sz="2800" dirty="0"/>
              <a:t>Paracaídas</a:t>
            </a:r>
          </a:p>
          <a:p>
            <a:pPr marL="342900" indent="-342900">
              <a:buAutoNum type="arabicPeriod"/>
            </a:pPr>
            <a:r>
              <a:rPr lang="es-419" sz="2800" dirty="0"/>
              <a:t>Diseñado </a:t>
            </a:r>
          </a:p>
          <a:p>
            <a:pPr marL="342900" indent="-342900">
              <a:buFontTx/>
              <a:buAutoNum type="arabicPeriod"/>
            </a:pPr>
            <a:r>
              <a:rPr lang="es-419" sz="2800" dirty="0"/>
              <a:t>Cotización y adquisición de </a:t>
            </a:r>
            <a:r>
              <a:rPr lang="es-419" sz="2800" dirty="0" err="1"/>
              <a:t>mat.</a:t>
            </a:r>
            <a:endParaRPr lang="es-419" sz="2800" dirty="0"/>
          </a:p>
          <a:p>
            <a:pPr marL="342900" indent="-342900">
              <a:buAutoNum type="arabicPeriod"/>
            </a:pPr>
            <a:r>
              <a:rPr lang="es-419" sz="2800" dirty="0"/>
              <a:t>Manufacturado</a:t>
            </a:r>
          </a:p>
          <a:p>
            <a:pPr marL="342900" indent="-342900">
              <a:buAutoNum type="arabicPeriod"/>
            </a:pPr>
            <a:r>
              <a:rPr lang="es-419" sz="2800" dirty="0"/>
              <a:t>Listo para ensamble</a:t>
            </a:r>
            <a:endParaRPr lang="en-US" sz="2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EA9ABE-10A8-781B-6EA1-046F50685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943" y="4561114"/>
            <a:ext cx="4220484" cy="167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838ABE-D590-25F3-F62E-0A72F35FA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607" y="1668373"/>
            <a:ext cx="5413193" cy="43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6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B95E4-F891-3864-87F2-208059C2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7B75B-A02C-A6D2-F053-54C9306B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Actualidad – </a:t>
            </a:r>
            <a:r>
              <a:rPr lang="es-MX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Avionica</a:t>
            </a:r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090C8-DA8E-6580-2D28-24ED63FD5D27}"/>
              </a:ext>
            </a:extLst>
          </p:cNvPr>
          <p:cNvSpPr txBox="1"/>
          <p:nvPr/>
        </p:nvSpPr>
        <p:spPr>
          <a:xfrm>
            <a:off x="1121300" y="2612527"/>
            <a:ext cx="2265750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sz="1400" dirty="0" err="1"/>
              <a:t>Avionica</a:t>
            </a:r>
            <a:r>
              <a:rPr lang="es-419" sz="1400" dirty="0"/>
              <a:t> &amp; CU</a:t>
            </a:r>
          </a:p>
          <a:p>
            <a:pPr marL="342900" indent="-342900">
              <a:buAutoNum type="arabicPeriod"/>
            </a:pPr>
            <a:r>
              <a:rPr lang="es-419" sz="1400" dirty="0"/>
              <a:t>Diseñado </a:t>
            </a:r>
          </a:p>
          <a:p>
            <a:pPr marL="342900" indent="-342900">
              <a:buFontTx/>
              <a:buAutoNum type="arabicPeriod"/>
            </a:pPr>
            <a:r>
              <a:rPr lang="es-419" sz="1400" dirty="0"/>
              <a:t>Cotización y adquisición de </a:t>
            </a:r>
            <a:r>
              <a:rPr lang="es-419" sz="1400" dirty="0" err="1"/>
              <a:t>mat.</a:t>
            </a:r>
            <a:endParaRPr lang="es-419" sz="1400" dirty="0"/>
          </a:p>
          <a:p>
            <a:pPr marL="342900" indent="-342900">
              <a:buAutoNum type="arabicPeriod"/>
            </a:pPr>
            <a:r>
              <a:rPr lang="es-419" sz="1400" dirty="0"/>
              <a:t>Manufacturado</a:t>
            </a:r>
          </a:p>
          <a:p>
            <a:pPr marL="342900" indent="-342900">
              <a:buAutoNum type="arabicPeriod"/>
            </a:pPr>
            <a:r>
              <a:rPr lang="es-419" sz="1400" dirty="0"/>
              <a:t>Listo para ensamble</a:t>
            </a:r>
            <a:endParaRPr lang="en-US" sz="14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CE509CB-53F8-9819-A82E-4A8A1ED6E1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6704935"/>
              </p:ext>
            </p:extLst>
          </p:nvPr>
        </p:nvGraphicFramePr>
        <p:xfrm>
          <a:off x="3996185" y="1393371"/>
          <a:ext cx="6519120" cy="3331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0C25550-D7C5-E189-B466-606404C0B485}"/>
              </a:ext>
            </a:extLst>
          </p:cNvPr>
          <p:cNvSpPr/>
          <p:nvPr/>
        </p:nvSpPr>
        <p:spPr>
          <a:xfrm>
            <a:off x="5083629" y="4533220"/>
            <a:ext cx="4582885" cy="4884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Etapa de unificación de sensores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8EC872-47A6-3099-0BC3-A4DB8F4B4576}"/>
              </a:ext>
            </a:extLst>
          </p:cNvPr>
          <p:cNvSpPr/>
          <p:nvPr/>
        </p:nvSpPr>
        <p:spPr>
          <a:xfrm>
            <a:off x="3879728" y="5255306"/>
            <a:ext cx="1992085" cy="123756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400" dirty="0">
                <a:solidFill>
                  <a:schemeClr val="tx1"/>
                </a:solidFill>
              </a:rPr>
              <a:t>Sistema de eyección de paracaídas por detección de velocidad (-w, </a:t>
            </a:r>
            <a:r>
              <a:rPr lang="es-419" sz="1400" dirty="0" err="1">
                <a:solidFill>
                  <a:schemeClr val="tx1"/>
                </a:solidFill>
              </a:rPr>
              <a:t>down</a:t>
            </a:r>
            <a:r>
              <a:rPr lang="es-419" sz="1400" dirty="0">
                <a:solidFill>
                  <a:schemeClr val="tx1"/>
                </a:solidFill>
              </a:rPr>
              <a:t>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5E4558E-5E88-9DDA-FB34-D07F8EEAA5E4}"/>
              </a:ext>
            </a:extLst>
          </p:cNvPr>
          <p:cNvSpPr/>
          <p:nvPr/>
        </p:nvSpPr>
        <p:spPr>
          <a:xfrm>
            <a:off x="4463340" y="4288971"/>
            <a:ext cx="152203" cy="107337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465B05-5581-0471-9D73-4F08C4BF1C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0661" y="4183728"/>
            <a:ext cx="1807029" cy="18070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EA9ABE-10A8-781B-6EA1-046F50685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800" y="912247"/>
            <a:ext cx="2336800" cy="9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D5BCD0D-8707-DAAE-817D-ACBD1DE3B631}"/>
              </a:ext>
            </a:extLst>
          </p:cNvPr>
          <p:cNvSpPr txBox="1"/>
          <p:nvPr/>
        </p:nvSpPr>
        <p:spPr>
          <a:xfrm>
            <a:off x="1893146" y="5992297"/>
            <a:ext cx="72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CdeV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19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0A68-48BF-A5E6-CD45-B2CC0AA6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96418-51E9-E493-7F98-C89A4F74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Actualidad - Propulsión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68E3BF0-6A7C-1101-E89B-B08BE9EF5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3841258"/>
              </p:ext>
            </p:extLst>
          </p:nvPr>
        </p:nvGraphicFramePr>
        <p:xfrm>
          <a:off x="3766457" y="1393371"/>
          <a:ext cx="7762038" cy="3842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D98679F5-2F3A-CF1B-70D2-0011D4595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95" y="564356"/>
            <a:ext cx="2336800" cy="9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4D1EEE-80A6-95BC-1ED9-B33BBC173401}"/>
              </a:ext>
            </a:extLst>
          </p:cNvPr>
          <p:cNvSpPr txBox="1"/>
          <p:nvPr/>
        </p:nvSpPr>
        <p:spPr>
          <a:xfrm>
            <a:off x="1121300" y="2244710"/>
            <a:ext cx="226575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sz="1400" dirty="0"/>
              <a:t>Motor </a:t>
            </a:r>
          </a:p>
          <a:p>
            <a:pPr marL="342900" indent="-342900">
              <a:buAutoNum type="arabicPeriod"/>
            </a:pPr>
            <a:r>
              <a:rPr lang="es-419" sz="1400" dirty="0"/>
              <a:t>Diseñado </a:t>
            </a:r>
          </a:p>
          <a:p>
            <a:pPr marL="342900" indent="-342900">
              <a:buFontTx/>
              <a:buAutoNum type="arabicPeriod"/>
            </a:pPr>
            <a:r>
              <a:rPr lang="es-419" sz="1400" dirty="0"/>
              <a:t>Cotización y adquisición de </a:t>
            </a:r>
            <a:r>
              <a:rPr lang="es-419" sz="1400" dirty="0" err="1"/>
              <a:t>mat.</a:t>
            </a:r>
            <a:endParaRPr lang="es-419" sz="1400" dirty="0"/>
          </a:p>
          <a:p>
            <a:pPr marL="342900" indent="-342900">
              <a:buAutoNum type="arabicPeriod"/>
            </a:pPr>
            <a:r>
              <a:rPr lang="es-419" sz="1400" dirty="0"/>
              <a:t>Manufacturado</a:t>
            </a:r>
          </a:p>
          <a:p>
            <a:pPr marL="342900" indent="-342900">
              <a:buAutoNum type="arabicPeriod"/>
            </a:pPr>
            <a:r>
              <a:rPr lang="es-419" sz="1400" dirty="0"/>
              <a:t>Listo para ensamble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3D6978-E09C-24A6-D455-DE6E6A6169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505" y="3914435"/>
            <a:ext cx="1861981" cy="12375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295CE9B-132A-3A7C-C952-EC7744CC53E1}"/>
              </a:ext>
            </a:extLst>
          </p:cNvPr>
          <p:cNvSpPr/>
          <p:nvPr/>
        </p:nvSpPr>
        <p:spPr>
          <a:xfrm>
            <a:off x="1807029" y="4976474"/>
            <a:ext cx="1721070" cy="12375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i="1" dirty="0">
                <a:solidFill>
                  <a:schemeClr val="tx1"/>
                </a:solidFill>
              </a:rPr>
              <a:t>“Chorrillo”</a:t>
            </a:r>
            <a:endParaRPr lang="en-US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902D6D8-EC55-0861-EEAA-34D5027287AB}"/>
                  </a:ext>
                </a:extLst>
              </p14:cNvPr>
              <p14:cNvContentPartPr/>
              <p14:nvPr/>
            </p14:nvContentPartPr>
            <p14:xfrm>
              <a:off x="3907646" y="4232229"/>
              <a:ext cx="1824480" cy="1314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902D6D8-EC55-0861-EEAA-34D5027287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01526" y="4226109"/>
                <a:ext cx="1836720" cy="13262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DF2429B-F336-1153-6479-D639AB56F1AE}"/>
              </a:ext>
            </a:extLst>
          </p:cNvPr>
          <p:cNvSpPr txBox="1"/>
          <p:nvPr/>
        </p:nvSpPr>
        <p:spPr>
          <a:xfrm rot="20252279">
            <a:off x="4661429" y="5090443"/>
            <a:ext cx="1021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400" dirty="0" err="1">
                <a:latin typeface="Centaur" panose="02030504050205020304" pitchFamily="18" charset="0"/>
              </a:rPr>
              <a:t>Repeat</a:t>
            </a:r>
            <a:r>
              <a:rPr lang="es-419" sz="2400" dirty="0">
                <a:latin typeface="Centaur" panose="02030504050205020304" pitchFamily="18" charset="0"/>
              </a:rPr>
              <a:t>!</a:t>
            </a:r>
            <a:endParaRPr lang="en-US" sz="2400" dirty="0">
              <a:latin typeface="Centaur" panose="020305040502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66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DA44-FCD3-6F58-7FC8-EB2858C5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A687D-1B10-28EA-452B-B14D6685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677"/>
          </a:xfrm>
        </p:spPr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Actualidad - </a:t>
            </a:r>
            <a:r>
              <a:rPr lang="es-MX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Aeroestructuras</a:t>
            </a:r>
            <a:endParaRPr lang="es-MX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4825B-879B-7048-6C0B-2EA503A35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0667"/>
            <a:ext cx="12192000" cy="3279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EAACD6-527F-725F-9A72-374859168411}"/>
              </a:ext>
            </a:extLst>
          </p:cNvPr>
          <p:cNvSpPr txBox="1"/>
          <p:nvPr/>
        </p:nvSpPr>
        <p:spPr>
          <a:xfrm>
            <a:off x="3602078" y="5007578"/>
            <a:ext cx="2182522" cy="138499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sz="1400" dirty="0"/>
              <a:t>Cono</a:t>
            </a:r>
          </a:p>
          <a:p>
            <a:pPr marL="342900" indent="-342900">
              <a:buAutoNum type="arabicPeriod"/>
            </a:pPr>
            <a:r>
              <a:rPr lang="es-419" sz="1400" dirty="0"/>
              <a:t>Diseñado</a:t>
            </a:r>
          </a:p>
          <a:p>
            <a:pPr marL="342900" indent="-342900">
              <a:buAutoNum type="arabicPeriod"/>
            </a:pPr>
            <a:r>
              <a:rPr lang="es-419" sz="1400" dirty="0"/>
              <a:t>Cotización y adquisición de </a:t>
            </a:r>
            <a:r>
              <a:rPr lang="es-419" sz="1400" dirty="0" err="1"/>
              <a:t>mat.</a:t>
            </a:r>
            <a:endParaRPr lang="es-419" sz="1400" dirty="0"/>
          </a:p>
          <a:p>
            <a:pPr marL="342900" indent="-342900">
              <a:buAutoNum type="arabicPeriod"/>
            </a:pPr>
            <a:r>
              <a:rPr lang="es-419" sz="1400" dirty="0"/>
              <a:t>Manufacturado</a:t>
            </a:r>
          </a:p>
          <a:p>
            <a:pPr marL="342900" indent="-342900">
              <a:buAutoNum type="arabicPeriod"/>
            </a:pPr>
            <a:r>
              <a:rPr lang="es-419" sz="1400" dirty="0"/>
              <a:t>Listo para ensamble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A2995-3653-3CE6-FADA-902E1B523465}"/>
              </a:ext>
            </a:extLst>
          </p:cNvPr>
          <p:cNvSpPr txBox="1"/>
          <p:nvPr/>
        </p:nvSpPr>
        <p:spPr>
          <a:xfrm>
            <a:off x="6764164" y="5007579"/>
            <a:ext cx="2265750" cy="138499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sz="1400" dirty="0"/>
              <a:t>Tubo cono- aviónica &amp; CU</a:t>
            </a:r>
          </a:p>
          <a:p>
            <a:pPr marL="342900" indent="-342900">
              <a:buAutoNum type="arabicPeriod"/>
            </a:pPr>
            <a:r>
              <a:rPr lang="es-419" sz="1400" dirty="0"/>
              <a:t>Diseñado </a:t>
            </a:r>
          </a:p>
          <a:p>
            <a:pPr marL="342900" indent="-342900">
              <a:buFontTx/>
              <a:buAutoNum type="arabicPeriod"/>
            </a:pPr>
            <a:r>
              <a:rPr lang="es-419" sz="1400" dirty="0"/>
              <a:t>Cotización y adquisición de </a:t>
            </a:r>
            <a:r>
              <a:rPr lang="es-419" sz="1400" dirty="0" err="1"/>
              <a:t>mat.</a:t>
            </a:r>
            <a:endParaRPr lang="es-419" sz="1400" dirty="0"/>
          </a:p>
          <a:p>
            <a:pPr marL="342900" indent="-342900">
              <a:buAutoNum type="arabicPeriod"/>
            </a:pPr>
            <a:r>
              <a:rPr lang="es-419" sz="1400" dirty="0"/>
              <a:t>Manufacturado</a:t>
            </a:r>
          </a:p>
          <a:p>
            <a:pPr marL="342900" indent="-342900">
              <a:buAutoNum type="arabicPeriod"/>
            </a:pPr>
            <a:r>
              <a:rPr lang="es-419" sz="1400" dirty="0"/>
              <a:t>Listo para ensamble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97291-AF73-6996-D6C5-35324D9F854A}"/>
              </a:ext>
            </a:extLst>
          </p:cNvPr>
          <p:cNvSpPr txBox="1"/>
          <p:nvPr/>
        </p:nvSpPr>
        <p:spPr>
          <a:xfrm>
            <a:off x="2937620" y="2236165"/>
            <a:ext cx="2182521" cy="138499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sz="1400" dirty="0"/>
              <a:t>Paracaídas</a:t>
            </a:r>
          </a:p>
          <a:p>
            <a:pPr marL="342900" indent="-342900">
              <a:buAutoNum type="arabicPeriod"/>
            </a:pPr>
            <a:r>
              <a:rPr lang="es-419" sz="1400" dirty="0"/>
              <a:t>Diseñado </a:t>
            </a:r>
          </a:p>
          <a:p>
            <a:pPr marL="342900" indent="-342900">
              <a:buFontTx/>
              <a:buAutoNum type="arabicPeriod"/>
            </a:pPr>
            <a:r>
              <a:rPr lang="es-419" sz="1400" dirty="0"/>
              <a:t>Cotización y adquisición de </a:t>
            </a:r>
            <a:r>
              <a:rPr lang="es-419" sz="1400" dirty="0" err="1"/>
              <a:t>mat.</a:t>
            </a:r>
            <a:endParaRPr lang="es-419" sz="1400" dirty="0"/>
          </a:p>
          <a:p>
            <a:pPr marL="342900" indent="-342900">
              <a:buAutoNum type="arabicPeriod"/>
            </a:pPr>
            <a:r>
              <a:rPr lang="es-419" sz="1400" dirty="0"/>
              <a:t>Manufacturado</a:t>
            </a:r>
          </a:p>
          <a:p>
            <a:pPr marL="342900" indent="-342900">
              <a:buAutoNum type="arabicPeriod"/>
            </a:pPr>
            <a:r>
              <a:rPr lang="es-419" sz="1400" dirty="0"/>
              <a:t>Listo para ensamble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7459B-F0D0-4BB3-BB96-BAC0301CE875}"/>
              </a:ext>
            </a:extLst>
          </p:cNvPr>
          <p:cNvSpPr txBox="1"/>
          <p:nvPr/>
        </p:nvSpPr>
        <p:spPr>
          <a:xfrm>
            <a:off x="5871813" y="1943781"/>
            <a:ext cx="2265750" cy="138499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sz="1400" dirty="0"/>
              <a:t>Tubo motor y anillos</a:t>
            </a:r>
          </a:p>
          <a:p>
            <a:pPr marL="342900" indent="-342900">
              <a:buAutoNum type="arabicPeriod"/>
            </a:pPr>
            <a:r>
              <a:rPr lang="es-419" sz="1400" dirty="0"/>
              <a:t>Diseñado </a:t>
            </a:r>
          </a:p>
          <a:p>
            <a:pPr marL="342900" indent="-342900">
              <a:buFontTx/>
              <a:buAutoNum type="arabicPeriod"/>
            </a:pPr>
            <a:r>
              <a:rPr lang="es-419" sz="1400" dirty="0"/>
              <a:t>Cotización y adquisición de </a:t>
            </a:r>
            <a:r>
              <a:rPr lang="es-419" sz="1400" dirty="0" err="1"/>
              <a:t>mat.</a:t>
            </a:r>
            <a:endParaRPr lang="es-419" sz="1400" dirty="0"/>
          </a:p>
          <a:p>
            <a:pPr marL="342900" indent="-342900">
              <a:buAutoNum type="arabicPeriod"/>
            </a:pPr>
            <a:r>
              <a:rPr lang="es-419" sz="1400" dirty="0"/>
              <a:t>Manufacturado</a:t>
            </a:r>
          </a:p>
          <a:p>
            <a:pPr marL="342900" indent="-342900">
              <a:buAutoNum type="arabicPeriod"/>
            </a:pPr>
            <a:r>
              <a:rPr lang="es-419" sz="1400" dirty="0"/>
              <a:t>Listo para ensamble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30D86A-6D40-2FE8-E00D-80B9151DC5F3}"/>
              </a:ext>
            </a:extLst>
          </p:cNvPr>
          <p:cNvSpPr txBox="1"/>
          <p:nvPr/>
        </p:nvSpPr>
        <p:spPr>
          <a:xfrm>
            <a:off x="8639676" y="1236634"/>
            <a:ext cx="2265750" cy="138499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419" sz="1400" dirty="0"/>
              <a:t>Aletas</a:t>
            </a:r>
          </a:p>
          <a:p>
            <a:pPr marL="342900" indent="-342900">
              <a:buAutoNum type="arabicPeriod"/>
            </a:pPr>
            <a:r>
              <a:rPr lang="es-419" sz="1400" dirty="0"/>
              <a:t>Diseñado </a:t>
            </a:r>
          </a:p>
          <a:p>
            <a:pPr marL="342900" indent="-342900">
              <a:buFontTx/>
              <a:buAutoNum type="arabicPeriod"/>
            </a:pPr>
            <a:r>
              <a:rPr lang="es-419" sz="1400" dirty="0"/>
              <a:t>Cotización y adquisición de </a:t>
            </a:r>
            <a:r>
              <a:rPr lang="es-419" sz="1400" dirty="0" err="1"/>
              <a:t>mat.</a:t>
            </a:r>
            <a:endParaRPr lang="es-419" sz="1400" dirty="0"/>
          </a:p>
          <a:p>
            <a:pPr marL="342900" indent="-342900">
              <a:buAutoNum type="arabicPeriod"/>
            </a:pPr>
            <a:r>
              <a:rPr lang="es-419" sz="1400" dirty="0"/>
              <a:t>Manufacturado</a:t>
            </a:r>
          </a:p>
          <a:p>
            <a:pPr marL="342900" indent="-342900">
              <a:buAutoNum type="arabicPeriod"/>
            </a:pPr>
            <a:r>
              <a:rPr lang="es-419" sz="1400" dirty="0"/>
              <a:t>Listo para ensamble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555C86-4619-F28C-D6E2-16A5A284C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46" y="1353685"/>
            <a:ext cx="2336800" cy="9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22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1552-CF54-B7B0-228A-FCC17598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E340F-FCED-4F7D-FE84-7B279ABAD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Desglose de ingresos y gastos</a:t>
            </a:r>
          </a:p>
        </p:txBody>
      </p:sp>
    </p:spTree>
    <p:extLst>
      <p:ext uri="{BB962C8B-B14F-4D97-AF65-F5344CB8AC3E}">
        <p14:creationId xmlns:p14="http://schemas.microsoft.com/office/powerpoint/2010/main" val="30035999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368</Words>
  <Application>Microsoft Office PowerPoint</Application>
  <PresentationFormat>Widescreen</PresentationFormat>
  <Paragraphs>104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Centaur</vt:lpstr>
      <vt:lpstr>Times New Roman</vt:lpstr>
      <vt:lpstr>Tema de Office</vt:lpstr>
      <vt:lpstr>DYNX - HPRT Presentación de Avances</vt:lpstr>
      <vt:lpstr>Agenda</vt:lpstr>
      <vt:lpstr>Resumen ejecutivo</vt:lpstr>
      <vt:lpstr>Actualidad - Generalidades</vt:lpstr>
      <vt:lpstr>Actualidad – Avionica &amp; CU</vt:lpstr>
      <vt:lpstr>Actualidad - Propulsión</vt:lpstr>
      <vt:lpstr>Actualidad - Aeroestructuras</vt:lpstr>
      <vt:lpstr>Desglose de ingresos y gastos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DYNX - HPRT R&amp;D - Propulsión Programa Flammam</dc:title>
  <dc:creator>DIEGO RUBEN RODRIGUEZ AGUILERA</dc:creator>
  <cp:lastModifiedBy>JUAN LEONARDO VALADEZ ORTIZ</cp:lastModifiedBy>
  <cp:revision>21</cp:revision>
  <dcterms:created xsi:type="dcterms:W3CDTF">2025-05-21T21:17:18Z</dcterms:created>
  <dcterms:modified xsi:type="dcterms:W3CDTF">2025-08-18T20:26:13Z</dcterms:modified>
</cp:coreProperties>
</file>